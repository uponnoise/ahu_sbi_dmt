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550" r:id="rId2"/>
    <p:sldId id="573" r:id="rId3"/>
    <p:sldId id="552" r:id="rId4"/>
    <p:sldId id="555" r:id="rId5"/>
    <p:sldId id="265" r:id="rId6"/>
    <p:sldId id="266" r:id="rId7"/>
    <p:sldId id="579" r:id="rId8"/>
    <p:sldId id="578" r:id="rId9"/>
    <p:sldId id="268" r:id="rId10"/>
    <p:sldId id="270" r:id="rId11"/>
    <p:sldId id="271" r:id="rId12"/>
    <p:sldId id="272" r:id="rId13"/>
    <p:sldId id="581" r:id="rId14"/>
    <p:sldId id="275" r:id="rId15"/>
    <p:sldId id="574" r:id="rId16"/>
    <p:sldId id="278" r:id="rId17"/>
    <p:sldId id="279" r:id="rId18"/>
    <p:sldId id="276" r:id="rId19"/>
    <p:sldId id="312" r:id="rId20"/>
    <p:sldId id="263" r:id="rId21"/>
    <p:sldId id="575" r:id="rId22"/>
    <p:sldId id="576" r:id="rId23"/>
    <p:sldId id="313" r:id="rId24"/>
    <p:sldId id="292" r:id="rId25"/>
    <p:sldId id="316" r:id="rId26"/>
    <p:sldId id="317" r:id="rId27"/>
    <p:sldId id="321" r:id="rId28"/>
    <p:sldId id="318" r:id="rId29"/>
    <p:sldId id="319" r:id="rId30"/>
    <p:sldId id="322" r:id="rId31"/>
    <p:sldId id="323" r:id="rId32"/>
    <p:sldId id="324" r:id="rId33"/>
    <p:sldId id="320" r:id="rId34"/>
    <p:sldId id="325" r:id="rId35"/>
    <p:sldId id="326" r:id="rId36"/>
    <p:sldId id="556" r:id="rId37"/>
    <p:sldId id="557" r:id="rId38"/>
    <p:sldId id="558" r:id="rId39"/>
    <p:sldId id="559" r:id="rId40"/>
    <p:sldId id="582" r:id="rId41"/>
    <p:sldId id="560" r:id="rId42"/>
    <p:sldId id="561" r:id="rId43"/>
    <p:sldId id="562" r:id="rId44"/>
    <p:sldId id="563" r:id="rId45"/>
    <p:sldId id="564" r:id="rId46"/>
    <p:sldId id="565" r:id="rId47"/>
    <p:sldId id="566" r:id="rId48"/>
    <p:sldId id="568" r:id="rId49"/>
    <p:sldId id="569" r:id="rId50"/>
    <p:sldId id="570" r:id="rId51"/>
    <p:sldId id="583" r:id="rId52"/>
    <p:sldId id="580" r:id="rId53"/>
    <p:sldId id="584" r:id="rId54"/>
    <p:sldId id="291" r:id="rId55"/>
    <p:sldId id="577" r:id="rId56"/>
    <p:sldId id="293" r:id="rId57"/>
    <p:sldId id="294" r:id="rId58"/>
    <p:sldId id="305" r:id="rId59"/>
    <p:sldId id="30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B1E19-CD7B-497C-BE7C-CA254D262214}" v="600" dt="2025-05-22T23:36:31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770" autoAdjust="0"/>
  </p:normalViewPr>
  <p:slideViewPr>
    <p:cSldViewPr snapToGrid="0">
      <p:cViewPr varScale="1">
        <p:scale>
          <a:sx n="68" d="100"/>
          <a:sy n="68" d="100"/>
        </p:scale>
        <p:origin x="83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viewProps" Target="viewProps.xml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9A5B1E19-CD7B-497C-BE7C-CA254D262214}"/>
    <pc:docChg chg="undo redo custSel addSld delSld modSld sldOrd">
      <pc:chgData name="于 心瑞 Xinrui YU" userId="e6fcc6d4-2b88-4beb-95d7-57ae4d33a768" providerId="ADAL" clId="{9A5B1E19-CD7B-497C-BE7C-CA254D262214}" dt="2025-05-22T23:36:31.482" v="1411" actId="20577"/>
      <pc:docMkLst>
        <pc:docMk/>
      </pc:docMkLst>
      <pc:sldChg chg="del">
        <pc:chgData name="于 心瑞 Xinrui YU" userId="e6fcc6d4-2b88-4beb-95d7-57ae4d33a768" providerId="ADAL" clId="{9A5B1E19-CD7B-497C-BE7C-CA254D262214}" dt="2025-05-22T11:02:25.288" v="88" actId="47"/>
        <pc:sldMkLst>
          <pc:docMk/>
          <pc:sldMk cId="782218620" sldId="262"/>
        </pc:sldMkLst>
      </pc:sldChg>
      <pc:sldChg chg="delSp modSp mod ord modAnim modShow">
        <pc:chgData name="于 心瑞 Xinrui YU" userId="e6fcc6d4-2b88-4beb-95d7-57ae4d33a768" providerId="ADAL" clId="{9A5B1E19-CD7B-497C-BE7C-CA254D262214}" dt="2025-05-22T11:45:24.350" v="897" actId="207"/>
        <pc:sldMkLst>
          <pc:docMk/>
          <pc:sldMk cId="3188376363" sldId="263"/>
        </pc:sldMkLst>
        <pc:spChg chg="mod">
          <ac:chgData name="于 心瑞 Xinrui YU" userId="e6fcc6d4-2b88-4beb-95d7-57ae4d33a768" providerId="ADAL" clId="{9A5B1E19-CD7B-497C-BE7C-CA254D262214}" dt="2025-05-22T11:32:52.158" v="275" actId="20577"/>
          <ac:spMkLst>
            <pc:docMk/>
            <pc:sldMk cId="3188376363" sldId="263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1:45:24.350" v="897" actId="207"/>
          <ac:spMkLst>
            <pc:docMk/>
            <pc:sldMk cId="3188376363" sldId="263"/>
            <ac:spMk id="3" creationId="{2425F833-F48A-41AB-BDF3-AE0A36E8B10B}"/>
          </ac:spMkLst>
        </pc:spChg>
        <pc:picChg chg="del">
          <ac:chgData name="于 心瑞 Xinrui YU" userId="e6fcc6d4-2b88-4beb-95d7-57ae4d33a768" providerId="ADAL" clId="{9A5B1E19-CD7B-497C-BE7C-CA254D262214}" dt="2025-05-22T11:35:16.173" v="361" actId="478"/>
          <ac:picMkLst>
            <pc:docMk/>
            <pc:sldMk cId="3188376363" sldId="263"/>
            <ac:picMk id="4" creationId="{00000000-0000-0000-0000-000000000000}"/>
          </ac:picMkLst>
        </pc:picChg>
      </pc:sldChg>
      <pc:sldChg chg="del">
        <pc:chgData name="于 心瑞 Xinrui YU" userId="e6fcc6d4-2b88-4beb-95d7-57ae4d33a768" providerId="ADAL" clId="{9A5B1E19-CD7B-497C-BE7C-CA254D262214}" dt="2025-05-22T14:33:18.856" v="1140" actId="47"/>
        <pc:sldMkLst>
          <pc:docMk/>
          <pc:sldMk cId="2868594080" sldId="264"/>
        </pc:sldMkLst>
      </pc:sldChg>
      <pc:sldChg chg="del">
        <pc:chgData name="于 心瑞 Xinrui YU" userId="e6fcc6d4-2b88-4beb-95d7-57ae4d33a768" providerId="ADAL" clId="{9A5B1E19-CD7B-497C-BE7C-CA254D262214}" dt="2025-05-22T11:26:23.411" v="235" actId="47"/>
        <pc:sldMkLst>
          <pc:docMk/>
          <pc:sldMk cId="332137839" sldId="267"/>
        </pc:sldMkLst>
      </pc:sldChg>
      <pc:sldChg chg="del">
        <pc:chgData name="于 心瑞 Xinrui YU" userId="e6fcc6d4-2b88-4beb-95d7-57ae4d33a768" providerId="ADAL" clId="{9A5B1E19-CD7B-497C-BE7C-CA254D262214}" dt="2025-05-22T11:03:11.543" v="90" actId="47"/>
        <pc:sldMkLst>
          <pc:docMk/>
          <pc:sldMk cId="3567200407" sldId="269"/>
        </pc:sldMkLst>
      </pc:sldChg>
      <pc:sldChg chg="modSp modAnim">
        <pc:chgData name="于 心瑞 Xinrui YU" userId="e6fcc6d4-2b88-4beb-95d7-57ae4d33a768" providerId="ADAL" clId="{9A5B1E19-CD7B-497C-BE7C-CA254D262214}" dt="2025-05-22T11:27:01.689" v="236" actId="20577"/>
        <pc:sldMkLst>
          <pc:docMk/>
          <pc:sldMk cId="3824772144" sldId="270"/>
        </pc:sldMkLst>
        <pc:spChg chg="mod">
          <ac:chgData name="于 心瑞 Xinrui YU" userId="e6fcc6d4-2b88-4beb-95d7-57ae4d33a768" providerId="ADAL" clId="{9A5B1E19-CD7B-497C-BE7C-CA254D262214}" dt="2025-05-22T11:27:01.689" v="236" actId="20577"/>
          <ac:spMkLst>
            <pc:docMk/>
            <pc:sldMk cId="3824772144" sldId="270"/>
            <ac:spMk id="3" creationId="{2425F833-F48A-41AB-BDF3-AE0A36E8B10B}"/>
          </ac:spMkLst>
        </pc:spChg>
      </pc:sldChg>
      <pc:sldChg chg="modSp mod">
        <pc:chgData name="于 心瑞 Xinrui YU" userId="e6fcc6d4-2b88-4beb-95d7-57ae4d33a768" providerId="ADAL" clId="{9A5B1E19-CD7B-497C-BE7C-CA254D262214}" dt="2025-05-22T11:28:56.077" v="242" actId="20577"/>
        <pc:sldMkLst>
          <pc:docMk/>
          <pc:sldMk cId="1307077233" sldId="272"/>
        </pc:sldMkLst>
        <pc:spChg chg="mod">
          <ac:chgData name="于 心瑞 Xinrui YU" userId="e6fcc6d4-2b88-4beb-95d7-57ae4d33a768" providerId="ADAL" clId="{9A5B1E19-CD7B-497C-BE7C-CA254D262214}" dt="2025-05-22T11:28:56.077" v="242" actId="20577"/>
          <ac:spMkLst>
            <pc:docMk/>
            <pc:sldMk cId="1307077233" sldId="272"/>
            <ac:spMk id="3" creationId="{2425F833-F48A-41AB-BDF3-AE0A36E8B10B}"/>
          </ac:spMkLst>
        </pc:spChg>
      </pc:sldChg>
      <pc:sldChg chg="del">
        <pc:chgData name="于 心瑞 Xinrui YU" userId="e6fcc6d4-2b88-4beb-95d7-57ae4d33a768" providerId="ADAL" clId="{9A5B1E19-CD7B-497C-BE7C-CA254D262214}" dt="2025-05-22T11:27:38" v="237" actId="47"/>
        <pc:sldMkLst>
          <pc:docMk/>
          <pc:sldMk cId="479984599" sldId="273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343514915" sldId="274"/>
        </pc:sldMkLst>
      </pc:sldChg>
      <pc:sldChg chg="modSp mod">
        <pc:chgData name="于 心瑞 Xinrui YU" userId="e6fcc6d4-2b88-4beb-95d7-57ae4d33a768" providerId="ADAL" clId="{9A5B1E19-CD7B-497C-BE7C-CA254D262214}" dt="2025-05-22T11:28:49.954" v="241" actId="20577"/>
        <pc:sldMkLst>
          <pc:docMk/>
          <pc:sldMk cId="3438349241" sldId="275"/>
        </pc:sldMkLst>
        <pc:spChg chg="mod">
          <ac:chgData name="于 心瑞 Xinrui YU" userId="e6fcc6d4-2b88-4beb-95d7-57ae4d33a768" providerId="ADAL" clId="{9A5B1E19-CD7B-497C-BE7C-CA254D262214}" dt="2025-05-22T11:28:49.954" v="241" actId="20577"/>
          <ac:spMkLst>
            <pc:docMk/>
            <pc:sldMk cId="3438349241" sldId="275"/>
            <ac:spMk id="3" creationId="{2425F833-F48A-41AB-BDF3-AE0A36E8B10B}"/>
          </ac:spMkLst>
        </pc:spChg>
      </pc:sldChg>
      <pc:sldChg chg="del">
        <pc:chgData name="于 心瑞 Xinrui YU" userId="e6fcc6d4-2b88-4beb-95d7-57ae4d33a768" providerId="ADAL" clId="{9A5B1E19-CD7B-497C-BE7C-CA254D262214}" dt="2025-05-22T11:27:39.021" v="238" actId="47"/>
        <pc:sldMkLst>
          <pc:docMk/>
          <pc:sldMk cId="874209217" sldId="277"/>
        </pc:sldMkLst>
      </pc:sldChg>
      <pc:sldChg chg="del">
        <pc:chgData name="于 心瑞 Xinrui YU" userId="e6fcc6d4-2b88-4beb-95d7-57ae4d33a768" providerId="ADAL" clId="{9A5B1E19-CD7B-497C-BE7C-CA254D262214}" dt="2025-05-22T11:29:52.152" v="247" actId="47"/>
        <pc:sldMkLst>
          <pc:docMk/>
          <pc:sldMk cId="308871953" sldId="280"/>
        </pc:sldMkLst>
      </pc:sldChg>
      <pc:sldChg chg="del">
        <pc:chgData name="于 心瑞 Xinrui YU" userId="e6fcc6d4-2b88-4beb-95d7-57ae4d33a768" providerId="ADAL" clId="{9A5B1E19-CD7B-497C-BE7C-CA254D262214}" dt="2025-05-22T11:29:52.152" v="247" actId="47"/>
        <pc:sldMkLst>
          <pc:docMk/>
          <pc:sldMk cId="953360878" sldId="281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3257554822" sldId="282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4131530743" sldId="283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914306550" sldId="284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266896461" sldId="285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1804455572" sldId="286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802725921" sldId="287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526820084" sldId="288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1729133664" sldId="289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41025687" sldId="290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28363783" sldId="291"/>
        </pc:sldMkLst>
      </pc:sldChg>
      <pc:sldChg chg="add">
        <pc:chgData name="于 心瑞 Xinrui YU" userId="e6fcc6d4-2b88-4beb-95d7-57ae4d33a768" providerId="ADAL" clId="{9A5B1E19-CD7B-497C-BE7C-CA254D262214}" dt="2025-05-22T14:49:23.635" v="1141"/>
        <pc:sldMkLst>
          <pc:docMk/>
          <pc:sldMk cId="3194754959" sldId="291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926048616" sldId="293"/>
        </pc:sldMkLst>
      </pc:sldChg>
      <pc:sldChg chg="addSp delSp modSp add">
        <pc:chgData name="于 心瑞 Xinrui YU" userId="e6fcc6d4-2b88-4beb-95d7-57ae4d33a768" providerId="ADAL" clId="{9A5B1E19-CD7B-497C-BE7C-CA254D262214}" dt="2025-05-22T14:51:06.627" v="1146" actId="1076"/>
        <pc:sldMkLst>
          <pc:docMk/>
          <pc:sldMk cId="4017491219" sldId="293"/>
        </pc:sldMkLst>
        <pc:spChg chg="add del">
          <ac:chgData name="于 心瑞 Xinrui YU" userId="e6fcc6d4-2b88-4beb-95d7-57ae4d33a768" providerId="ADAL" clId="{9A5B1E19-CD7B-497C-BE7C-CA254D262214}" dt="2025-05-22T14:50:38.535" v="1144" actId="478"/>
          <ac:spMkLst>
            <pc:docMk/>
            <pc:sldMk cId="4017491219" sldId="293"/>
            <ac:spMk id="5" creationId="{CEC9026A-61FE-2C09-1FFD-945559382FF4}"/>
          </ac:spMkLst>
        </pc:spChg>
        <pc:picChg chg="add mod">
          <ac:chgData name="于 心瑞 Xinrui YU" userId="e6fcc6d4-2b88-4beb-95d7-57ae4d33a768" providerId="ADAL" clId="{9A5B1E19-CD7B-497C-BE7C-CA254D262214}" dt="2025-05-22T14:51:06.627" v="1146" actId="1076"/>
          <ac:picMkLst>
            <pc:docMk/>
            <pc:sldMk cId="4017491219" sldId="293"/>
            <ac:picMk id="1028" creationId="{B6BF2E95-2867-D7B2-7617-9CA68CEA7D82}"/>
          </ac:picMkLst>
        </pc:picChg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2973961634" sldId="294"/>
        </pc:sldMkLst>
      </pc:sldChg>
      <pc:sldChg chg="add">
        <pc:chgData name="于 心瑞 Xinrui YU" userId="e6fcc6d4-2b88-4beb-95d7-57ae4d33a768" providerId="ADAL" clId="{9A5B1E19-CD7B-497C-BE7C-CA254D262214}" dt="2025-05-22T14:49:23.635" v="1141"/>
        <pc:sldMkLst>
          <pc:docMk/>
          <pc:sldMk cId="3825075683" sldId="294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3938316142" sldId="295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1805748671" sldId="296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1139906820" sldId="297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1056297190" sldId="298"/>
        </pc:sldMkLst>
      </pc:sldChg>
      <pc:sldChg chg="del mod modShow">
        <pc:chgData name="于 心瑞 Xinrui YU" userId="e6fcc6d4-2b88-4beb-95d7-57ae4d33a768" providerId="ADAL" clId="{9A5B1E19-CD7B-497C-BE7C-CA254D262214}" dt="2025-05-22T11:43:29.447" v="808" actId="47"/>
        <pc:sldMkLst>
          <pc:docMk/>
          <pc:sldMk cId="2249899767" sldId="299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1475163512" sldId="300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3869064577" sldId="301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1386285708" sldId="302"/>
        </pc:sldMkLst>
      </pc:sldChg>
      <pc:sldChg chg="add">
        <pc:chgData name="于 心瑞 Xinrui YU" userId="e6fcc6d4-2b88-4beb-95d7-57ae4d33a768" providerId="ADAL" clId="{9A5B1E19-CD7B-497C-BE7C-CA254D262214}" dt="2025-05-22T14:49:23.635" v="1141"/>
        <pc:sldMkLst>
          <pc:docMk/>
          <pc:sldMk cId="3541879933" sldId="302"/>
        </pc:sldMkLst>
      </pc:sldChg>
      <pc:sldChg chg="add">
        <pc:chgData name="于 心瑞 Xinrui YU" userId="e6fcc6d4-2b88-4beb-95d7-57ae4d33a768" providerId="ADAL" clId="{9A5B1E19-CD7B-497C-BE7C-CA254D262214}" dt="2025-05-22T14:49:23.635" v="1141"/>
        <pc:sldMkLst>
          <pc:docMk/>
          <pc:sldMk cId="2449837868" sldId="303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3241443472" sldId="303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2826551765" sldId="304"/>
        </pc:sldMkLst>
      </pc:sldChg>
      <pc:sldChg chg="add">
        <pc:chgData name="于 心瑞 Xinrui YU" userId="e6fcc6d4-2b88-4beb-95d7-57ae4d33a768" providerId="ADAL" clId="{9A5B1E19-CD7B-497C-BE7C-CA254D262214}" dt="2025-05-22T14:49:23.635" v="1141"/>
        <pc:sldMkLst>
          <pc:docMk/>
          <pc:sldMk cId="1173254870" sldId="305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3802559886" sldId="305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4286999696" sldId="306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2219771803" sldId="307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4061072518" sldId="308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4282342586" sldId="309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555731937" sldId="310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1534967160" sldId="311"/>
        </pc:sldMkLst>
      </pc:sldChg>
      <pc:sldChg chg="ord">
        <pc:chgData name="于 心瑞 Xinrui YU" userId="e6fcc6d4-2b88-4beb-95d7-57ae4d33a768" providerId="ADAL" clId="{9A5B1E19-CD7B-497C-BE7C-CA254D262214}" dt="2025-05-22T11:31:03.840" v="250"/>
        <pc:sldMkLst>
          <pc:docMk/>
          <pc:sldMk cId="2986275669" sldId="312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3845666278" sldId="314"/>
        </pc:sldMkLst>
      </pc:sldChg>
      <pc:sldChg chg="del">
        <pc:chgData name="于 心瑞 Xinrui YU" userId="e6fcc6d4-2b88-4beb-95d7-57ae4d33a768" providerId="ADAL" clId="{9A5B1E19-CD7B-497C-BE7C-CA254D262214}" dt="2025-05-22T11:01:03.730" v="3" actId="47"/>
        <pc:sldMkLst>
          <pc:docMk/>
          <pc:sldMk cId="3777571715" sldId="315"/>
        </pc:sldMkLst>
      </pc:sldChg>
      <pc:sldChg chg="modSp mod">
        <pc:chgData name="于 心瑞 Xinrui YU" userId="e6fcc6d4-2b88-4beb-95d7-57ae4d33a768" providerId="ADAL" clId="{9A5B1E19-CD7B-497C-BE7C-CA254D262214}" dt="2025-05-22T14:18:58.492" v="926" actId="20577"/>
        <pc:sldMkLst>
          <pc:docMk/>
          <pc:sldMk cId="2675801186" sldId="316"/>
        </pc:sldMkLst>
        <pc:spChg chg="mod">
          <ac:chgData name="于 心瑞 Xinrui YU" userId="e6fcc6d4-2b88-4beb-95d7-57ae4d33a768" providerId="ADAL" clId="{9A5B1E19-CD7B-497C-BE7C-CA254D262214}" dt="2025-05-22T14:18:58.492" v="926" actId="20577"/>
          <ac:spMkLst>
            <pc:docMk/>
            <pc:sldMk cId="2675801186" sldId="316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18:29.669" v="912" actId="20577"/>
          <ac:spMkLst>
            <pc:docMk/>
            <pc:sldMk cId="2675801186" sldId="316"/>
            <ac:spMk id="3" creationId="{2425F833-F48A-41AB-BDF3-AE0A36E8B10B}"/>
          </ac:spMkLst>
        </pc:spChg>
      </pc:sldChg>
      <pc:sldChg chg="modSp mod modAnim">
        <pc:chgData name="于 心瑞 Xinrui YU" userId="e6fcc6d4-2b88-4beb-95d7-57ae4d33a768" providerId="ADAL" clId="{9A5B1E19-CD7B-497C-BE7C-CA254D262214}" dt="2025-05-22T14:26:05.564" v="1048"/>
        <pc:sldMkLst>
          <pc:docMk/>
          <pc:sldMk cId="3733863215" sldId="317"/>
        </pc:sldMkLst>
        <pc:spChg chg="mod">
          <ac:chgData name="于 心瑞 Xinrui YU" userId="e6fcc6d4-2b88-4beb-95d7-57ae4d33a768" providerId="ADAL" clId="{9A5B1E19-CD7B-497C-BE7C-CA254D262214}" dt="2025-05-22T14:26:05.564" v="1048"/>
          <ac:spMkLst>
            <pc:docMk/>
            <pc:sldMk cId="3733863215" sldId="317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24:12.518" v="1023" actId="11"/>
          <ac:spMkLst>
            <pc:docMk/>
            <pc:sldMk cId="3733863215" sldId="317"/>
            <ac:spMk id="3" creationId="{2425F833-F48A-41AB-BDF3-AE0A36E8B10B}"/>
          </ac:spMkLst>
        </pc:spChg>
        <pc:graphicFrameChg chg="modGraphic">
          <ac:chgData name="于 心瑞 Xinrui YU" userId="e6fcc6d4-2b88-4beb-95d7-57ae4d33a768" providerId="ADAL" clId="{9A5B1E19-CD7B-497C-BE7C-CA254D262214}" dt="2025-05-22T14:19:46.421" v="950" actId="20577"/>
          <ac:graphicFrameMkLst>
            <pc:docMk/>
            <pc:sldMk cId="3733863215" sldId="317"/>
            <ac:graphicFrameMk id="4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2:38.331" v="1015" actId="113"/>
          <ac:graphicFrameMkLst>
            <pc:docMk/>
            <pc:sldMk cId="3733863215" sldId="317"/>
            <ac:graphicFrameMk id="5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2:41.348" v="1016" actId="113"/>
          <ac:graphicFrameMkLst>
            <pc:docMk/>
            <pc:sldMk cId="3733863215" sldId="317"/>
            <ac:graphicFrameMk id="6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2:45.037" v="1017" actId="113"/>
          <ac:graphicFrameMkLst>
            <pc:docMk/>
            <pc:sldMk cId="3733863215" sldId="317"/>
            <ac:graphicFrameMk id="7" creationId="{DB40FA49-14E1-428A-A8D5-6247F6D71BE0}"/>
          </ac:graphicFrameMkLst>
        </pc:graphicFrameChg>
      </pc:sldChg>
      <pc:sldChg chg="modSp mod">
        <pc:chgData name="于 心瑞 Xinrui YU" userId="e6fcc6d4-2b88-4beb-95d7-57ae4d33a768" providerId="ADAL" clId="{9A5B1E19-CD7B-497C-BE7C-CA254D262214}" dt="2025-05-22T14:25:54.556" v="1047" actId="20577"/>
        <pc:sldMkLst>
          <pc:docMk/>
          <pc:sldMk cId="2031851855" sldId="318"/>
        </pc:sldMkLst>
        <pc:spChg chg="mod">
          <ac:chgData name="于 心瑞 Xinrui YU" userId="e6fcc6d4-2b88-4beb-95d7-57ae4d33a768" providerId="ADAL" clId="{9A5B1E19-CD7B-497C-BE7C-CA254D262214}" dt="2025-05-22T14:25:54.556" v="1047" actId="20577"/>
          <ac:spMkLst>
            <pc:docMk/>
            <pc:sldMk cId="2031851855" sldId="318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25:31.089" v="1026"/>
          <ac:spMkLst>
            <pc:docMk/>
            <pc:sldMk cId="2031851855" sldId="318"/>
            <ac:spMk id="3" creationId="{2425F833-F48A-41AB-BDF3-AE0A36E8B10B}"/>
          </ac:spMkLst>
        </pc:spChg>
      </pc:sldChg>
      <pc:sldChg chg="modSp mod modAnim">
        <pc:chgData name="于 心瑞 Xinrui YU" userId="e6fcc6d4-2b88-4beb-95d7-57ae4d33a768" providerId="ADAL" clId="{9A5B1E19-CD7B-497C-BE7C-CA254D262214}" dt="2025-05-22T14:28:22.372" v="1094" actId="20577"/>
        <pc:sldMkLst>
          <pc:docMk/>
          <pc:sldMk cId="1282236962" sldId="319"/>
        </pc:sldMkLst>
        <pc:spChg chg="mod">
          <ac:chgData name="于 心瑞 Xinrui YU" userId="e6fcc6d4-2b88-4beb-95d7-57ae4d33a768" providerId="ADAL" clId="{9A5B1E19-CD7B-497C-BE7C-CA254D262214}" dt="2025-05-22T14:26:11.533" v="1050"/>
          <ac:spMkLst>
            <pc:docMk/>
            <pc:sldMk cId="1282236962" sldId="319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27:38.810" v="1073" actId="113"/>
          <ac:spMkLst>
            <pc:docMk/>
            <pc:sldMk cId="1282236962" sldId="319"/>
            <ac:spMk id="3" creationId="{2425F833-F48A-41AB-BDF3-AE0A36E8B10B}"/>
          </ac:spMkLst>
        </pc:spChg>
        <pc:graphicFrameChg chg="modGraphic">
          <ac:chgData name="于 心瑞 Xinrui YU" userId="e6fcc6d4-2b88-4beb-95d7-57ae4d33a768" providerId="ADAL" clId="{9A5B1E19-CD7B-497C-BE7C-CA254D262214}" dt="2025-05-22T14:28:07.096" v="1085" actId="20577"/>
          <ac:graphicFrameMkLst>
            <pc:docMk/>
            <pc:sldMk cId="1282236962" sldId="319"/>
            <ac:graphicFrameMk id="5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8:18.029" v="1091" actId="20577"/>
          <ac:graphicFrameMkLst>
            <pc:docMk/>
            <pc:sldMk cId="1282236962" sldId="319"/>
            <ac:graphicFrameMk id="7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8:22.372" v="1094" actId="20577"/>
          <ac:graphicFrameMkLst>
            <pc:docMk/>
            <pc:sldMk cId="1282236962" sldId="319"/>
            <ac:graphicFrameMk id="9" creationId="{DB40FA49-14E1-428A-A8D5-6247F6D71BE0}"/>
          </ac:graphicFrameMkLst>
        </pc:graphicFrameChg>
      </pc:sldChg>
      <pc:sldChg chg="modSp mod modAnim">
        <pc:chgData name="于 心瑞 Xinrui YU" userId="e6fcc6d4-2b88-4beb-95d7-57ae4d33a768" providerId="ADAL" clId="{9A5B1E19-CD7B-497C-BE7C-CA254D262214}" dt="2025-05-22T14:26:07.467" v="1049"/>
        <pc:sldMkLst>
          <pc:docMk/>
          <pc:sldMk cId="2277380810" sldId="321"/>
        </pc:sldMkLst>
        <pc:spChg chg="mod">
          <ac:chgData name="于 心瑞 Xinrui YU" userId="e6fcc6d4-2b88-4beb-95d7-57ae4d33a768" providerId="ADAL" clId="{9A5B1E19-CD7B-497C-BE7C-CA254D262214}" dt="2025-05-22T14:26:07.467" v="1049"/>
          <ac:spMkLst>
            <pc:docMk/>
            <pc:sldMk cId="2277380810" sldId="321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24:21.454" v="1025" actId="12"/>
          <ac:spMkLst>
            <pc:docMk/>
            <pc:sldMk cId="2277380810" sldId="321"/>
            <ac:spMk id="3" creationId="{2425F833-F48A-41AB-BDF3-AE0A36E8B10B}"/>
          </ac:spMkLst>
        </pc:spChg>
        <pc:graphicFrameChg chg="modGraphic">
          <ac:chgData name="于 心瑞 Xinrui YU" userId="e6fcc6d4-2b88-4beb-95d7-57ae4d33a768" providerId="ADAL" clId="{9A5B1E19-CD7B-497C-BE7C-CA254D262214}" dt="2025-05-22T14:22:50.895" v="1018" actId="113"/>
          <ac:graphicFrameMkLst>
            <pc:docMk/>
            <pc:sldMk cId="2277380810" sldId="321"/>
            <ac:graphicFrameMk id="4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2:53.600" v="1019" actId="113"/>
          <ac:graphicFrameMkLst>
            <pc:docMk/>
            <pc:sldMk cId="2277380810" sldId="321"/>
            <ac:graphicFrameMk id="5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3:05.897" v="1020" actId="113"/>
          <ac:graphicFrameMkLst>
            <pc:docMk/>
            <pc:sldMk cId="2277380810" sldId="321"/>
            <ac:graphicFrameMk id="6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3:08.938" v="1021" actId="113"/>
          <ac:graphicFrameMkLst>
            <pc:docMk/>
            <pc:sldMk cId="2277380810" sldId="321"/>
            <ac:graphicFrameMk id="7" creationId="{DB40FA49-14E1-428A-A8D5-6247F6D71BE0}"/>
          </ac:graphicFrameMkLst>
        </pc:graphicFrameChg>
      </pc:sldChg>
      <pc:sldChg chg="modSp mod modAnim">
        <pc:chgData name="于 心瑞 Xinrui YU" userId="e6fcc6d4-2b88-4beb-95d7-57ae4d33a768" providerId="ADAL" clId="{9A5B1E19-CD7B-497C-BE7C-CA254D262214}" dt="2025-05-22T14:31:40.105" v="1134" actId="207"/>
        <pc:sldMkLst>
          <pc:docMk/>
          <pc:sldMk cId="4080119407" sldId="322"/>
        </pc:sldMkLst>
        <pc:spChg chg="mod">
          <ac:chgData name="于 心瑞 Xinrui YU" userId="e6fcc6d4-2b88-4beb-95d7-57ae4d33a768" providerId="ADAL" clId="{9A5B1E19-CD7B-497C-BE7C-CA254D262214}" dt="2025-05-22T14:26:13.618" v="1051"/>
          <ac:spMkLst>
            <pc:docMk/>
            <pc:sldMk cId="4080119407" sldId="322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31:40.105" v="1134" actId="207"/>
          <ac:spMkLst>
            <pc:docMk/>
            <pc:sldMk cId="4080119407" sldId="322"/>
            <ac:spMk id="3" creationId="{2425F833-F48A-41AB-BDF3-AE0A36E8B10B}"/>
          </ac:spMkLst>
        </pc:spChg>
        <pc:graphicFrameChg chg="modGraphic">
          <ac:chgData name="于 心瑞 Xinrui YU" userId="e6fcc6d4-2b88-4beb-95d7-57ae4d33a768" providerId="ADAL" clId="{9A5B1E19-CD7B-497C-BE7C-CA254D262214}" dt="2025-05-22T14:28:31.217" v="1098" actId="20577"/>
          <ac:graphicFrameMkLst>
            <pc:docMk/>
            <pc:sldMk cId="4080119407" sldId="322"/>
            <ac:graphicFrameMk id="5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8:36.814" v="1102" actId="20577"/>
          <ac:graphicFrameMkLst>
            <pc:docMk/>
            <pc:sldMk cId="4080119407" sldId="322"/>
            <ac:graphicFrameMk id="7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8:41.266" v="1106" actId="20577"/>
          <ac:graphicFrameMkLst>
            <pc:docMk/>
            <pc:sldMk cId="4080119407" sldId="322"/>
            <ac:graphicFrameMk id="9" creationId="{DB40FA49-14E1-428A-A8D5-6247F6D71BE0}"/>
          </ac:graphicFrameMkLst>
        </pc:graphicFrameChg>
      </pc:sldChg>
      <pc:sldChg chg="modSp mod modAnim">
        <pc:chgData name="于 心瑞 Xinrui YU" userId="e6fcc6d4-2b88-4beb-95d7-57ae4d33a768" providerId="ADAL" clId="{9A5B1E19-CD7B-497C-BE7C-CA254D262214}" dt="2025-05-22T14:32:02.126" v="1137" actId="207"/>
        <pc:sldMkLst>
          <pc:docMk/>
          <pc:sldMk cId="2613987159" sldId="323"/>
        </pc:sldMkLst>
        <pc:spChg chg="mod">
          <ac:chgData name="于 心瑞 Xinrui YU" userId="e6fcc6d4-2b88-4beb-95d7-57ae4d33a768" providerId="ADAL" clId="{9A5B1E19-CD7B-497C-BE7C-CA254D262214}" dt="2025-05-22T14:26:15.806" v="1052"/>
          <ac:spMkLst>
            <pc:docMk/>
            <pc:sldMk cId="2613987159" sldId="323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32:02.126" v="1137" actId="207"/>
          <ac:spMkLst>
            <pc:docMk/>
            <pc:sldMk cId="2613987159" sldId="323"/>
            <ac:spMk id="3" creationId="{2425F833-F48A-41AB-BDF3-AE0A36E8B10B}"/>
          </ac:spMkLst>
        </pc:spChg>
        <pc:graphicFrameChg chg="modGraphic">
          <ac:chgData name="于 心瑞 Xinrui YU" userId="e6fcc6d4-2b88-4beb-95d7-57ae4d33a768" providerId="ADAL" clId="{9A5B1E19-CD7B-497C-BE7C-CA254D262214}" dt="2025-05-22T14:28:54.222" v="1110" actId="20577"/>
          <ac:graphicFrameMkLst>
            <pc:docMk/>
            <pc:sldMk cId="2613987159" sldId="323"/>
            <ac:graphicFrameMk id="5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9:06.889" v="1116" actId="20577"/>
          <ac:graphicFrameMkLst>
            <pc:docMk/>
            <pc:sldMk cId="2613987159" sldId="323"/>
            <ac:graphicFrameMk id="7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9:14.802" v="1120" actId="20577"/>
          <ac:graphicFrameMkLst>
            <pc:docMk/>
            <pc:sldMk cId="2613987159" sldId="323"/>
            <ac:graphicFrameMk id="9" creationId="{DB40FA49-14E1-428A-A8D5-6247F6D71BE0}"/>
          </ac:graphicFrameMkLst>
        </pc:graphicFrameChg>
        <pc:cxnChg chg="mod">
          <ac:chgData name="于 心瑞 Xinrui YU" userId="e6fcc6d4-2b88-4beb-95d7-57ae4d33a768" providerId="ADAL" clId="{9A5B1E19-CD7B-497C-BE7C-CA254D262214}" dt="2025-05-22T14:30:09.816" v="1131" actId="1076"/>
          <ac:cxnSpMkLst>
            <pc:docMk/>
            <pc:sldMk cId="2613987159" sldId="323"/>
            <ac:cxnSpMk id="11" creationId="{00000000-0000-0000-0000-000000000000}"/>
          </ac:cxnSpMkLst>
        </pc:cxnChg>
        <pc:cxnChg chg="mod">
          <ac:chgData name="于 心瑞 Xinrui YU" userId="e6fcc6d4-2b88-4beb-95d7-57ae4d33a768" providerId="ADAL" clId="{9A5B1E19-CD7B-497C-BE7C-CA254D262214}" dt="2025-05-22T14:30:07.305" v="1130" actId="1076"/>
          <ac:cxnSpMkLst>
            <pc:docMk/>
            <pc:sldMk cId="2613987159" sldId="323"/>
            <ac:cxnSpMk id="12" creationId="{00000000-0000-0000-0000-000000000000}"/>
          </ac:cxnSpMkLst>
        </pc:cxnChg>
      </pc:sldChg>
      <pc:sldChg chg="modSp mod modAnim">
        <pc:chgData name="于 心瑞 Xinrui YU" userId="e6fcc6d4-2b88-4beb-95d7-57ae4d33a768" providerId="ADAL" clId="{9A5B1E19-CD7B-497C-BE7C-CA254D262214}" dt="2025-05-22T14:32:10.402" v="1139" actId="207"/>
        <pc:sldMkLst>
          <pc:docMk/>
          <pc:sldMk cId="2172958573" sldId="324"/>
        </pc:sldMkLst>
        <pc:spChg chg="mod">
          <ac:chgData name="于 心瑞 Xinrui YU" userId="e6fcc6d4-2b88-4beb-95d7-57ae4d33a768" providerId="ADAL" clId="{9A5B1E19-CD7B-497C-BE7C-CA254D262214}" dt="2025-05-22T14:26:17.605" v="1053"/>
          <ac:spMkLst>
            <pc:docMk/>
            <pc:sldMk cId="2172958573" sldId="324"/>
            <ac:spMk id="2" creationId="{F1C8AE2E-C992-4FD9-B4E4-017D83176207}"/>
          </ac:spMkLst>
        </pc:spChg>
        <pc:spChg chg="mod">
          <ac:chgData name="于 心瑞 Xinrui YU" userId="e6fcc6d4-2b88-4beb-95d7-57ae4d33a768" providerId="ADAL" clId="{9A5B1E19-CD7B-497C-BE7C-CA254D262214}" dt="2025-05-22T14:32:10.402" v="1139" actId="207"/>
          <ac:spMkLst>
            <pc:docMk/>
            <pc:sldMk cId="2172958573" sldId="324"/>
            <ac:spMk id="3" creationId="{2425F833-F48A-41AB-BDF3-AE0A36E8B10B}"/>
          </ac:spMkLst>
        </pc:spChg>
        <pc:graphicFrameChg chg="modGraphic">
          <ac:chgData name="于 心瑞 Xinrui YU" userId="e6fcc6d4-2b88-4beb-95d7-57ae4d33a768" providerId="ADAL" clId="{9A5B1E19-CD7B-497C-BE7C-CA254D262214}" dt="2025-05-22T14:29:23.052" v="1123" actId="20577"/>
          <ac:graphicFrameMkLst>
            <pc:docMk/>
            <pc:sldMk cId="2172958573" sldId="324"/>
            <ac:graphicFrameMk id="5" creationId="{DB40FA49-14E1-428A-A8D5-6247F6D71BE0}"/>
          </ac:graphicFrameMkLst>
        </pc:graphicFrameChg>
        <pc:graphicFrameChg chg="modGraphic">
          <ac:chgData name="于 心瑞 Xinrui YU" userId="e6fcc6d4-2b88-4beb-95d7-57ae4d33a768" providerId="ADAL" clId="{9A5B1E19-CD7B-497C-BE7C-CA254D262214}" dt="2025-05-22T14:29:30.213" v="1129" actId="20577"/>
          <ac:graphicFrameMkLst>
            <pc:docMk/>
            <pc:sldMk cId="2172958573" sldId="324"/>
            <ac:graphicFrameMk id="7" creationId="{D56D6286-ED08-4CCF-ACBB-95CC5E9F0C0E}"/>
          </ac:graphicFrameMkLst>
        </pc:graphicFrameChg>
        <pc:cxnChg chg="mod">
          <ac:chgData name="于 心瑞 Xinrui YU" userId="e6fcc6d4-2b88-4beb-95d7-57ae4d33a768" providerId="ADAL" clId="{9A5B1E19-CD7B-497C-BE7C-CA254D262214}" dt="2025-05-22T14:30:22.686" v="1132" actId="1076"/>
          <ac:cxnSpMkLst>
            <pc:docMk/>
            <pc:sldMk cId="2172958573" sldId="324"/>
            <ac:cxnSpMk id="6" creationId="{00000000-0000-0000-0000-000000000000}"/>
          </ac:cxnSpMkLst>
        </pc:cxnChg>
        <pc:cxnChg chg="mod">
          <ac:chgData name="于 心瑞 Xinrui YU" userId="e6fcc6d4-2b88-4beb-95d7-57ae4d33a768" providerId="ADAL" clId="{9A5B1E19-CD7B-497C-BE7C-CA254D262214}" dt="2025-05-22T14:30:27.270" v="1133" actId="1076"/>
          <ac:cxnSpMkLst>
            <pc:docMk/>
            <pc:sldMk cId="2172958573" sldId="324"/>
            <ac:cxnSpMk id="8" creationId="{57775D5E-736C-4D82-9871-331E2105EB0A}"/>
          </ac:cxnSpMkLst>
        </pc:cxnChg>
      </pc:sldChg>
      <pc:sldChg chg="del">
        <pc:chgData name="于 心瑞 Xinrui YU" userId="e6fcc6d4-2b88-4beb-95d7-57ae4d33a768" providerId="ADAL" clId="{9A5B1E19-CD7B-497C-BE7C-CA254D262214}" dt="2025-05-22T14:33:18.856" v="1140" actId="47"/>
        <pc:sldMkLst>
          <pc:docMk/>
          <pc:sldMk cId="2654845712" sldId="327"/>
        </pc:sldMkLst>
      </pc:sldChg>
      <pc:sldChg chg="del">
        <pc:chgData name="于 心瑞 Xinrui YU" userId="e6fcc6d4-2b88-4beb-95d7-57ae4d33a768" providerId="ADAL" clId="{9A5B1E19-CD7B-497C-BE7C-CA254D262214}" dt="2025-05-22T14:33:18.856" v="1140" actId="47"/>
        <pc:sldMkLst>
          <pc:docMk/>
          <pc:sldMk cId="3818434357" sldId="328"/>
        </pc:sldMkLst>
      </pc:sldChg>
      <pc:sldChg chg="del">
        <pc:chgData name="于 心瑞 Xinrui YU" userId="e6fcc6d4-2b88-4beb-95d7-57ae4d33a768" providerId="ADAL" clId="{9A5B1E19-CD7B-497C-BE7C-CA254D262214}" dt="2025-05-22T14:33:18.856" v="1140" actId="47"/>
        <pc:sldMkLst>
          <pc:docMk/>
          <pc:sldMk cId="1297353940" sldId="329"/>
        </pc:sldMkLst>
      </pc:sldChg>
      <pc:sldChg chg="del">
        <pc:chgData name="于 心瑞 Xinrui YU" userId="e6fcc6d4-2b88-4beb-95d7-57ae4d33a768" providerId="ADAL" clId="{9A5B1E19-CD7B-497C-BE7C-CA254D262214}" dt="2025-05-22T14:33:18.856" v="1140" actId="47"/>
        <pc:sldMkLst>
          <pc:docMk/>
          <pc:sldMk cId="1161721154" sldId="330"/>
        </pc:sldMkLst>
      </pc:sldChg>
      <pc:sldChg chg="del">
        <pc:chgData name="于 心瑞 Xinrui YU" userId="e6fcc6d4-2b88-4beb-95d7-57ae4d33a768" providerId="ADAL" clId="{9A5B1E19-CD7B-497C-BE7C-CA254D262214}" dt="2025-05-22T14:33:18.856" v="1140" actId="47"/>
        <pc:sldMkLst>
          <pc:docMk/>
          <pc:sldMk cId="3870626099" sldId="331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1719994516" sldId="336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2761369307" sldId="337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908013212" sldId="338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464897579" sldId="341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12774129" sldId="342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2327619592" sldId="343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3719322029" sldId="344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663323842" sldId="345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2069092958" sldId="346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2876141123" sldId="347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2863115033" sldId="348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1363055825" sldId="349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3027391817" sldId="350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793956537" sldId="351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1965397510" sldId="352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2805608416" sldId="353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1093477869" sldId="354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2307224466" sldId="355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95069577" sldId="356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713716529" sldId="357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813167280" sldId="358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518709140" sldId="359"/>
        </pc:sldMkLst>
      </pc:sldChg>
      <pc:sldChg chg="del">
        <pc:chgData name="于 心瑞 Xinrui YU" userId="e6fcc6d4-2b88-4beb-95d7-57ae4d33a768" providerId="ADAL" clId="{9A5B1E19-CD7B-497C-BE7C-CA254D262214}" dt="2025-05-22T11:00:34.164" v="2" actId="47"/>
        <pc:sldMkLst>
          <pc:docMk/>
          <pc:sldMk cId="2682415297" sldId="360"/>
        </pc:sldMkLst>
      </pc:sldChg>
      <pc:sldChg chg="del">
        <pc:chgData name="于 心瑞 Xinrui YU" userId="e6fcc6d4-2b88-4beb-95d7-57ae4d33a768" providerId="ADAL" clId="{9A5B1E19-CD7B-497C-BE7C-CA254D262214}" dt="2025-05-22T10:59:40.362" v="1" actId="47"/>
        <pc:sldMkLst>
          <pc:docMk/>
          <pc:sldMk cId="1755552922" sldId="362"/>
        </pc:sldMkLst>
      </pc:sldChg>
      <pc:sldChg chg="modSp mod">
        <pc:chgData name="于 心瑞 Xinrui YU" userId="e6fcc6d4-2b88-4beb-95d7-57ae4d33a768" providerId="ADAL" clId="{9A5B1E19-CD7B-497C-BE7C-CA254D262214}" dt="2025-05-22T11:02:13.297" v="87" actId="20577"/>
        <pc:sldMkLst>
          <pc:docMk/>
          <pc:sldMk cId="3252378307" sldId="550"/>
        </pc:sldMkLst>
        <pc:spChg chg="mod">
          <ac:chgData name="于 心瑞 Xinrui YU" userId="e6fcc6d4-2b88-4beb-95d7-57ae4d33a768" providerId="ADAL" clId="{9A5B1E19-CD7B-497C-BE7C-CA254D262214}" dt="2025-05-22T11:02:13.297" v="87" actId="20577"/>
          <ac:spMkLst>
            <pc:docMk/>
            <pc:sldMk cId="3252378307" sldId="550"/>
            <ac:spMk id="2" creationId="{F472E598-3A9F-494B-94CA-04DD070C9E1E}"/>
          </ac:spMkLst>
        </pc:spChg>
      </pc:sldChg>
      <pc:sldChg chg="del">
        <pc:chgData name="于 心瑞 Xinrui YU" userId="e6fcc6d4-2b88-4beb-95d7-57ae4d33a768" providerId="ADAL" clId="{9A5B1E19-CD7B-497C-BE7C-CA254D262214}" dt="2025-05-22T11:03:01.563" v="89" actId="47"/>
        <pc:sldMkLst>
          <pc:docMk/>
          <pc:sldMk cId="661158294" sldId="551"/>
        </pc:sldMkLst>
      </pc:sldChg>
      <pc:sldChg chg="add del">
        <pc:chgData name="于 心瑞 Xinrui YU" userId="e6fcc6d4-2b88-4beb-95d7-57ae4d33a768" providerId="ADAL" clId="{9A5B1E19-CD7B-497C-BE7C-CA254D262214}" dt="2025-05-22T14:49:32.542" v="1142" actId="47"/>
        <pc:sldMkLst>
          <pc:docMk/>
          <pc:sldMk cId="3061885033" sldId="551"/>
        </pc:sldMkLst>
      </pc:sldChg>
      <pc:sldChg chg="modSp mod">
        <pc:chgData name="于 心瑞 Xinrui YU" userId="e6fcc6d4-2b88-4beb-95d7-57ae4d33a768" providerId="ADAL" clId="{9A5B1E19-CD7B-497C-BE7C-CA254D262214}" dt="2025-05-22T11:25:19.646" v="233" actId="20577"/>
        <pc:sldMkLst>
          <pc:docMk/>
          <pc:sldMk cId="1024288489" sldId="552"/>
        </pc:sldMkLst>
        <pc:spChg chg="mod">
          <ac:chgData name="于 心瑞 Xinrui YU" userId="e6fcc6d4-2b88-4beb-95d7-57ae4d33a768" providerId="ADAL" clId="{9A5B1E19-CD7B-497C-BE7C-CA254D262214}" dt="2025-05-22T11:01:34.550" v="12" actId="20577"/>
          <ac:spMkLst>
            <pc:docMk/>
            <pc:sldMk cId="1024288489" sldId="552"/>
            <ac:spMk id="2" creationId="{95B9862A-FC59-01B6-DCE1-B078D6D101EC}"/>
          </ac:spMkLst>
        </pc:spChg>
        <pc:spChg chg="mod">
          <ac:chgData name="于 心瑞 Xinrui YU" userId="e6fcc6d4-2b88-4beb-95d7-57ae4d33a768" providerId="ADAL" clId="{9A5B1E19-CD7B-497C-BE7C-CA254D262214}" dt="2025-05-22T11:25:19.646" v="233" actId="20577"/>
          <ac:spMkLst>
            <pc:docMk/>
            <pc:sldMk cId="1024288489" sldId="552"/>
            <ac:spMk id="3" creationId="{A946BE62-FD04-A9BC-595F-BF721F1972BE}"/>
          </ac:spMkLst>
        </pc:spChg>
      </pc:sldChg>
      <pc:sldChg chg="del">
        <pc:chgData name="于 心瑞 Xinrui YU" userId="e6fcc6d4-2b88-4beb-95d7-57ae4d33a768" providerId="ADAL" clId="{9A5B1E19-CD7B-497C-BE7C-CA254D262214}" dt="2025-05-22T11:01:20.911" v="4" actId="47"/>
        <pc:sldMkLst>
          <pc:docMk/>
          <pc:sldMk cId="470409350" sldId="553"/>
        </pc:sldMkLst>
      </pc:sldChg>
      <pc:sldChg chg="del ord">
        <pc:chgData name="于 心瑞 Xinrui YU" userId="e6fcc6d4-2b88-4beb-95d7-57ae4d33a768" providerId="ADAL" clId="{9A5B1E19-CD7B-497C-BE7C-CA254D262214}" dt="2025-05-22T11:25:26.644" v="234" actId="47"/>
        <pc:sldMkLst>
          <pc:docMk/>
          <pc:sldMk cId="963171500" sldId="554"/>
        </pc:sldMkLst>
      </pc:sldChg>
      <pc:sldChg chg="ord">
        <pc:chgData name="于 心瑞 Xinrui YU" userId="e6fcc6d4-2b88-4beb-95d7-57ae4d33a768" providerId="ADAL" clId="{9A5B1E19-CD7B-497C-BE7C-CA254D262214}" dt="2025-05-22T11:01:30.374" v="6"/>
        <pc:sldMkLst>
          <pc:docMk/>
          <pc:sldMk cId="2494514061" sldId="555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3198583507" sldId="556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1268755676" sldId="557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2177424758" sldId="558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2521760374" sldId="559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3830485584" sldId="560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2830278608" sldId="561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1393380511" sldId="562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3379223445" sldId="563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2721806449" sldId="564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2865115451" sldId="565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4229804524" sldId="566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1191605358" sldId="567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808823137" sldId="568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840468019" sldId="569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391660385" sldId="570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1030489629" sldId="571"/>
        </pc:sldMkLst>
      </pc:sldChg>
      <pc:sldChg chg="add">
        <pc:chgData name="于 心瑞 Xinrui YU" userId="e6fcc6d4-2b88-4beb-95d7-57ae4d33a768" providerId="ADAL" clId="{9A5B1E19-CD7B-497C-BE7C-CA254D262214}" dt="2025-05-22T10:59:29.194" v="0"/>
        <pc:sldMkLst>
          <pc:docMk/>
          <pc:sldMk cId="965674305" sldId="572"/>
        </pc:sldMkLst>
      </pc:sldChg>
      <pc:sldChg chg="modSp new mod ord">
        <pc:chgData name="于 心瑞 Xinrui YU" userId="e6fcc6d4-2b88-4beb-95d7-57ae4d33a768" providerId="ADAL" clId="{9A5B1E19-CD7B-497C-BE7C-CA254D262214}" dt="2025-05-22T11:24:31.636" v="189" actId="20577"/>
        <pc:sldMkLst>
          <pc:docMk/>
          <pc:sldMk cId="2512721907" sldId="573"/>
        </pc:sldMkLst>
        <pc:spChg chg="mod">
          <ac:chgData name="于 心瑞 Xinrui YU" userId="e6fcc6d4-2b88-4beb-95d7-57ae4d33a768" providerId="ADAL" clId="{9A5B1E19-CD7B-497C-BE7C-CA254D262214}" dt="2025-05-22T11:23:55.901" v="134" actId="20577"/>
          <ac:spMkLst>
            <pc:docMk/>
            <pc:sldMk cId="2512721907" sldId="573"/>
            <ac:spMk id="2" creationId="{8966E2DF-82A5-F882-50B8-51A22EBE6D89}"/>
          </ac:spMkLst>
        </pc:spChg>
        <pc:spChg chg="mod">
          <ac:chgData name="于 心瑞 Xinrui YU" userId="e6fcc6d4-2b88-4beb-95d7-57ae4d33a768" providerId="ADAL" clId="{9A5B1E19-CD7B-497C-BE7C-CA254D262214}" dt="2025-05-22T11:24:31.636" v="189" actId="20577"/>
          <ac:spMkLst>
            <pc:docMk/>
            <pc:sldMk cId="2512721907" sldId="573"/>
            <ac:spMk id="3" creationId="{502A7C52-83AE-8A8F-6AC3-2A7A45AC8909}"/>
          </ac:spMkLst>
        </pc:spChg>
      </pc:sldChg>
      <pc:sldChg chg="delSp modSp add mod">
        <pc:chgData name="于 心瑞 Xinrui YU" userId="e6fcc6d4-2b88-4beb-95d7-57ae4d33a768" providerId="ADAL" clId="{9A5B1E19-CD7B-497C-BE7C-CA254D262214}" dt="2025-05-22T11:29:25.168" v="246" actId="20577"/>
        <pc:sldMkLst>
          <pc:docMk/>
          <pc:sldMk cId="1694962946" sldId="574"/>
        </pc:sldMkLst>
        <pc:spChg chg="mod">
          <ac:chgData name="于 心瑞 Xinrui YU" userId="e6fcc6d4-2b88-4beb-95d7-57ae4d33a768" providerId="ADAL" clId="{9A5B1E19-CD7B-497C-BE7C-CA254D262214}" dt="2025-05-22T11:29:25.168" v="246" actId="20577"/>
          <ac:spMkLst>
            <pc:docMk/>
            <pc:sldMk cId="1694962946" sldId="574"/>
            <ac:spMk id="3" creationId="{2425F833-F48A-41AB-BDF3-AE0A36E8B10B}"/>
          </ac:spMkLst>
        </pc:spChg>
        <pc:picChg chg="del">
          <ac:chgData name="于 心瑞 Xinrui YU" userId="e6fcc6d4-2b88-4beb-95d7-57ae4d33a768" providerId="ADAL" clId="{9A5B1E19-CD7B-497C-BE7C-CA254D262214}" dt="2025-05-22T11:29:19.428" v="244" actId="478"/>
          <ac:picMkLst>
            <pc:docMk/>
            <pc:sldMk cId="1694962946" sldId="574"/>
            <ac:picMk id="5" creationId="{00000000-0000-0000-0000-000000000000}"/>
          </ac:picMkLst>
        </pc:picChg>
      </pc:sldChg>
      <pc:sldChg chg="modSp add mod modAnim">
        <pc:chgData name="于 心瑞 Xinrui YU" userId="e6fcc6d4-2b88-4beb-95d7-57ae4d33a768" providerId="ADAL" clId="{9A5B1E19-CD7B-497C-BE7C-CA254D262214}" dt="2025-05-22T11:46:05.505" v="906"/>
        <pc:sldMkLst>
          <pc:docMk/>
          <pc:sldMk cId="2674831430" sldId="575"/>
        </pc:sldMkLst>
        <pc:spChg chg="mod">
          <ac:chgData name="于 心瑞 Xinrui YU" userId="e6fcc6d4-2b88-4beb-95d7-57ae4d33a768" providerId="ADAL" clId="{9A5B1E19-CD7B-497C-BE7C-CA254D262214}" dt="2025-05-22T11:36:49.004" v="377" actId="20577"/>
          <ac:spMkLst>
            <pc:docMk/>
            <pc:sldMk cId="2674831430" sldId="575"/>
            <ac:spMk id="2" creationId="{6689DC61-C108-346E-1AE5-F4E1F6D53061}"/>
          </ac:spMkLst>
        </pc:spChg>
        <pc:spChg chg="mod">
          <ac:chgData name="于 心瑞 Xinrui YU" userId="e6fcc6d4-2b88-4beb-95d7-57ae4d33a768" providerId="ADAL" clId="{9A5B1E19-CD7B-497C-BE7C-CA254D262214}" dt="2025-05-22T11:45:20.905" v="896" actId="207"/>
          <ac:spMkLst>
            <pc:docMk/>
            <pc:sldMk cId="2674831430" sldId="575"/>
            <ac:spMk id="3" creationId="{28A7C7B1-7F87-2FF3-E2AF-8F2F76E196C2}"/>
          </ac:spMkLst>
        </pc:spChg>
      </pc:sldChg>
      <pc:sldChg chg="modSp add mod ord">
        <pc:chgData name="于 心瑞 Xinrui YU" userId="e6fcc6d4-2b88-4beb-95d7-57ae4d33a768" providerId="ADAL" clId="{9A5B1E19-CD7B-497C-BE7C-CA254D262214}" dt="2025-05-22T11:45:41.311" v="900" actId="207"/>
        <pc:sldMkLst>
          <pc:docMk/>
          <pc:sldMk cId="504156918" sldId="576"/>
        </pc:sldMkLst>
        <pc:spChg chg="mod">
          <ac:chgData name="于 心瑞 Xinrui YU" userId="e6fcc6d4-2b88-4beb-95d7-57ae4d33a768" providerId="ADAL" clId="{9A5B1E19-CD7B-497C-BE7C-CA254D262214}" dt="2025-05-22T11:44:17.604" v="839" actId="20577"/>
          <ac:spMkLst>
            <pc:docMk/>
            <pc:sldMk cId="504156918" sldId="576"/>
            <ac:spMk id="2" creationId="{805CD574-9CD2-2EAB-0899-AD143BDCC690}"/>
          </ac:spMkLst>
        </pc:spChg>
        <pc:spChg chg="mod">
          <ac:chgData name="于 心瑞 Xinrui YU" userId="e6fcc6d4-2b88-4beb-95d7-57ae4d33a768" providerId="ADAL" clId="{9A5B1E19-CD7B-497C-BE7C-CA254D262214}" dt="2025-05-22T11:45:41.311" v="900" actId="207"/>
          <ac:spMkLst>
            <pc:docMk/>
            <pc:sldMk cId="504156918" sldId="576"/>
            <ac:spMk id="3" creationId="{064A28F6-8721-C6D1-2D9A-A39A01A28963}"/>
          </ac:spMkLst>
        </pc:spChg>
      </pc:sldChg>
      <pc:sldChg chg="add">
        <pc:chgData name="于 心瑞 Xinrui YU" userId="e6fcc6d4-2b88-4beb-95d7-57ae4d33a768" providerId="ADAL" clId="{9A5B1E19-CD7B-497C-BE7C-CA254D262214}" dt="2025-05-22T14:49:23.635" v="1141"/>
        <pc:sldMkLst>
          <pc:docMk/>
          <pc:sldMk cId="2108907674" sldId="577"/>
        </pc:sldMkLst>
      </pc:sldChg>
      <pc:sldChg chg="modSp add mod modAnim">
        <pc:chgData name="于 心瑞 Xinrui YU" userId="e6fcc6d4-2b88-4beb-95d7-57ae4d33a768" providerId="ADAL" clId="{9A5B1E19-CD7B-497C-BE7C-CA254D262214}" dt="2025-05-22T23:36:31.482" v="1411" actId="20577"/>
        <pc:sldMkLst>
          <pc:docMk/>
          <pc:sldMk cId="2653195915" sldId="578"/>
        </pc:sldMkLst>
        <pc:spChg chg="mod">
          <ac:chgData name="于 心瑞 Xinrui YU" userId="e6fcc6d4-2b88-4beb-95d7-57ae4d33a768" providerId="ADAL" clId="{9A5B1E19-CD7B-497C-BE7C-CA254D262214}" dt="2025-05-22T23:31:55.611" v="1154" actId="5793"/>
          <ac:spMkLst>
            <pc:docMk/>
            <pc:sldMk cId="2653195915" sldId="578"/>
            <ac:spMk id="2" creationId="{09B4844A-014B-81F5-1AE7-68F86E7CB1A1}"/>
          </ac:spMkLst>
        </pc:spChg>
        <pc:spChg chg="mod">
          <ac:chgData name="于 心瑞 Xinrui YU" userId="e6fcc6d4-2b88-4beb-95d7-57ae4d33a768" providerId="ADAL" clId="{9A5B1E19-CD7B-497C-BE7C-CA254D262214}" dt="2025-05-22T23:36:31.482" v="1411" actId="20577"/>
          <ac:spMkLst>
            <pc:docMk/>
            <pc:sldMk cId="2653195915" sldId="578"/>
            <ac:spMk id="3" creationId="{2CE878F4-6058-225E-2E27-E3FA0019879D}"/>
          </ac:spMkLst>
        </pc:spChg>
      </pc:sldChg>
    </pc:docChg>
  </pc:docChgLst>
  <pc:docChgLst>
    <pc:chgData name="于 心瑞 Xinrui YU" userId="e6fcc6d4-2b88-4beb-95d7-57ae4d33a768" providerId="ADAL" clId="{4D58CA1A-DC47-4CF4-B1BD-D85E0C659751}"/>
    <pc:docChg chg="delSld modSld">
      <pc:chgData name="于 心瑞 Xinrui YU" userId="e6fcc6d4-2b88-4beb-95d7-57ae4d33a768" providerId="ADAL" clId="{4D58CA1A-DC47-4CF4-B1BD-D85E0C659751}" dt="2025-05-23T08:19:17.991" v="11" actId="20577"/>
      <pc:docMkLst>
        <pc:docMk/>
      </pc:docMkLst>
      <pc:sldChg chg="modNotesTx">
        <pc:chgData name="于 心瑞 Xinrui YU" userId="e6fcc6d4-2b88-4beb-95d7-57ae4d33a768" providerId="ADAL" clId="{4D58CA1A-DC47-4CF4-B1BD-D85E0C659751}" dt="2025-05-23T08:19:10.410" v="9" actId="20577"/>
        <pc:sldMkLst>
          <pc:docMk/>
          <pc:sldMk cId="3188376363" sldId="263"/>
        </pc:sldMkLst>
      </pc:sldChg>
      <pc:sldChg chg="modNotesTx">
        <pc:chgData name="于 心瑞 Xinrui YU" userId="e6fcc6d4-2b88-4beb-95d7-57ae4d33a768" providerId="ADAL" clId="{4D58CA1A-DC47-4CF4-B1BD-D85E0C659751}" dt="2025-05-23T08:18:31.039" v="7" actId="20577"/>
        <pc:sldMkLst>
          <pc:docMk/>
          <pc:sldMk cId="1073075830" sldId="265"/>
        </pc:sldMkLst>
      </pc:sldChg>
      <pc:sldChg chg="del">
        <pc:chgData name="于 心瑞 Xinrui YU" userId="e6fcc6d4-2b88-4beb-95d7-57ae4d33a768" providerId="ADAL" clId="{4D58CA1A-DC47-4CF4-B1BD-D85E0C659751}" dt="2025-05-23T03:28:54.946" v="0" actId="47"/>
        <pc:sldMkLst>
          <pc:docMk/>
          <pc:sldMk cId="1722168242" sldId="332"/>
        </pc:sldMkLst>
      </pc:sldChg>
      <pc:sldChg chg="del">
        <pc:chgData name="于 心瑞 Xinrui YU" userId="e6fcc6d4-2b88-4beb-95d7-57ae4d33a768" providerId="ADAL" clId="{4D58CA1A-DC47-4CF4-B1BD-D85E0C659751}" dt="2025-05-23T03:28:56.082" v="1" actId="47"/>
        <pc:sldMkLst>
          <pc:docMk/>
          <pc:sldMk cId="2874530053" sldId="333"/>
        </pc:sldMkLst>
      </pc:sldChg>
      <pc:sldChg chg="del">
        <pc:chgData name="于 心瑞 Xinrui YU" userId="e6fcc6d4-2b88-4beb-95d7-57ae4d33a768" providerId="ADAL" clId="{4D58CA1A-DC47-4CF4-B1BD-D85E0C659751}" dt="2025-05-23T03:28:57.703" v="3" actId="47"/>
        <pc:sldMkLst>
          <pc:docMk/>
          <pc:sldMk cId="2474203250" sldId="334"/>
        </pc:sldMkLst>
      </pc:sldChg>
      <pc:sldChg chg="del">
        <pc:chgData name="于 心瑞 Xinrui YU" userId="e6fcc6d4-2b88-4beb-95d7-57ae4d33a768" providerId="ADAL" clId="{4D58CA1A-DC47-4CF4-B1BD-D85E0C659751}" dt="2025-05-23T03:28:56.886" v="2" actId="47"/>
        <pc:sldMkLst>
          <pc:docMk/>
          <pc:sldMk cId="3223550287" sldId="335"/>
        </pc:sldMkLst>
      </pc:sldChg>
      <pc:sldChg chg="del">
        <pc:chgData name="于 心瑞 Xinrui YU" userId="e6fcc6d4-2b88-4beb-95d7-57ae4d33a768" providerId="ADAL" clId="{4D58CA1A-DC47-4CF4-B1BD-D85E0C659751}" dt="2025-05-23T03:29:01.553" v="5" actId="47"/>
        <pc:sldMkLst>
          <pc:docMk/>
          <pc:sldMk cId="3811761322" sldId="339"/>
        </pc:sldMkLst>
      </pc:sldChg>
      <pc:sldChg chg="del">
        <pc:chgData name="于 心瑞 Xinrui YU" userId="e6fcc6d4-2b88-4beb-95d7-57ae4d33a768" providerId="ADAL" clId="{4D58CA1A-DC47-4CF4-B1BD-D85E0C659751}" dt="2025-05-23T03:28:58.959" v="4" actId="47"/>
        <pc:sldMkLst>
          <pc:docMk/>
          <pc:sldMk cId="1744130682" sldId="361"/>
        </pc:sldMkLst>
      </pc:sldChg>
      <pc:sldChg chg="modNotesTx">
        <pc:chgData name="于 心瑞 Xinrui YU" userId="e6fcc6d4-2b88-4beb-95d7-57ae4d33a768" providerId="ADAL" clId="{4D58CA1A-DC47-4CF4-B1BD-D85E0C659751}" dt="2025-05-23T08:18:21.027" v="6" actId="20577"/>
        <pc:sldMkLst>
          <pc:docMk/>
          <pc:sldMk cId="1024288489" sldId="552"/>
        </pc:sldMkLst>
      </pc:sldChg>
      <pc:sldChg chg="modNotesTx">
        <pc:chgData name="于 心瑞 Xinrui YU" userId="e6fcc6d4-2b88-4beb-95d7-57ae4d33a768" providerId="ADAL" clId="{4D58CA1A-DC47-4CF4-B1BD-D85E0C659751}" dt="2025-05-23T08:18:59.665" v="8" actId="20577"/>
        <pc:sldMkLst>
          <pc:docMk/>
          <pc:sldMk cId="1694962946" sldId="574"/>
        </pc:sldMkLst>
      </pc:sldChg>
      <pc:sldChg chg="modNotesTx">
        <pc:chgData name="于 心瑞 Xinrui YU" userId="e6fcc6d4-2b88-4beb-95d7-57ae4d33a768" providerId="ADAL" clId="{4D58CA1A-DC47-4CF4-B1BD-D85E0C659751}" dt="2025-05-23T08:19:13.421" v="10" actId="20577"/>
        <pc:sldMkLst>
          <pc:docMk/>
          <pc:sldMk cId="2674831430" sldId="575"/>
        </pc:sldMkLst>
      </pc:sldChg>
      <pc:sldChg chg="modNotesTx">
        <pc:chgData name="于 心瑞 Xinrui YU" userId="e6fcc6d4-2b88-4beb-95d7-57ae4d33a768" providerId="ADAL" clId="{4D58CA1A-DC47-4CF4-B1BD-D85E0C659751}" dt="2025-05-23T08:19:17.991" v="11" actId="20577"/>
        <pc:sldMkLst>
          <pc:docMk/>
          <pc:sldMk cId="504156918" sldId="5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4D0BB-5522-4C10-8135-53B21677EA2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99D46-16F3-4057-B356-6BA1F3AC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40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73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"TER-she-err-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Online: working memory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Offline: Removable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21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命中、丢失（未命中）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1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命中时间、丢失惩罚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21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24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1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全相连缓存</a:t>
            </a:r>
            <a:endParaRPr lang="en-US" altLang="zh-CN" dirty="0"/>
          </a:p>
          <a:p>
            <a:r>
              <a:rPr lang="en-US" altLang="zh-CN" dirty="0"/>
              <a:t>matching by tag (content), not by fixed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71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4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74C4-8FE7-D1BE-27CB-D3C320EA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FF434-DDF9-42B8-C805-71095AB4B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37303-E344-F07B-CEC5-8CED96EB3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E6FE0-E671-1176-CCF7-7F977CCC6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06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CAAF-852F-34C7-C82D-2ECBAE7C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95DA8-523A-F07A-EC80-D9018629A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DE7FA-C15E-1D9F-AE59-9A09B2795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F325B-165D-DE3A-5EDB-44909251C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32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20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字面：最近使用的最少</a:t>
            </a:r>
            <a:endParaRPr lang="en-US" altLang="zh-CN" dirty="0"/>
          </a:p>
          <a:p>
            <a:r>
              <a:rPr lang="zh-CN" altLang="en-US" dirty="0"/>
              <a:t>移除最长时间未使用的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12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3B165-5D6B-4219-8D0B-E4E7E0CDDBA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62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3B165-5D6B-4219-8D0B-E4E7E0CDDB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7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3B165-5D6B-4219-8D0B-E4E7E0CDDB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92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3B165-5D6B-4219-8D0B-E4E7E0CDDBA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96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有效访问时间</a:t>
            </a:r>
            <a:r>
              <a:rPr lang="en-US" altLang="zh-CN" dirty="0"/>
              <a:t>?</a:t>
            </a:r>
          </a:p>
          <a:p>
            <a:r>
              <a:rPr lang="zh-CN" altLang="en-US" dirty="0"/>
              <a:t>等效访问时间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06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5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3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85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8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552B-82FF-4AB4-9609-C7A7D3BD1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ACFFC-15DD-45C9-8591-64FB971AF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50A81-BD6A-4705-B1A1-53C59C7A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57A9-5704-449B-95E2-D0CCC051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4D6D-FCEB-4AB3-A5AF-D02DB65D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7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BB47-85D7-4C03-AFE8-AE56293C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069EB-CBF3-4983-BD1A-BE58482C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7482-8B8C-4ECB-BD8F-227C120E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89392-4818-4C89-9DFA-A27DAB76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3950-D55E-4C81-B644-450FE394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4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DB90-BB39-4756-8952-3A1C2DB8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32473-D10D-42DD-BA3D-583595F89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A9556-2CB1-48A8-B892-A9C61964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B00-C4F2-4A0E-94EE-D6A84930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9A8A-E754-4481-87DD-5324EE60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C46B-657D-4B96-AF11-2F595FCF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23D2-5632-40CB-8093-37AFF79E2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FF951-8D8F-459D-8863-B8A35EF88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4D493-34D8-43AD-8A01-CE212CE9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C614-C652-4266-8E09-E7370A0C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A22F-6DAB-4A37-91AA-96D2E04F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1189-EB22-47FF-B37D-14AADFFD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39329-89A8-40CC-B8D1-C0D2D346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47A9D-9C23-42EF-8B31-98A681808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96BC8-4529-4594-A62A-B0490D8B9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9B1F9-831C-4959-9FAC-00D6420CA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7478D-9499-493E-87D6-4D06F7A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3CEA6-3C43-4928-97C7-2D92EACA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4DCCD-B828-4CFA-B830-C481107B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E580-3584-400F-82B4-86B1D3BA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705-C5F9-457F-BFEC-F13A4482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4B83A-7635-4D97-B096-219D7DB7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72993-E0E3-4A12-8240-710606F6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D6E1-7F80-40E1-BF2F-B05F1E9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12BDF-9915-4950-ACA4-33E3BB3B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6EA4C-F843-4446-A7B6-4A4B8578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4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D886-60B2-4DD3-8E28-4E27ADA5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CEA3-FD12-4E89-8543-AD44DB043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1A5EA-5B38-48D1-878E-F4B7E54C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C3C98-0E0F-4D52-B760-26791C92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22735-0599-4C70-AF7B-5A867BE6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A1B80-CA4F-418D-B784-E06AD167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7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E478-4348-499F-93A8-209D59372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11465-A55C-43F8-BC8B-65C908BBC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AA8CF-35C7-4E7A-8CF2-DD1B31289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A830D-05B3-4113-A934-CE046200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E2548-ED48-4FDD-9329-54769D0A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CEB7C-F788-43DF-85B5-0DBA7C07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9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F941-46EF-4311-AED7-D0BB6636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D0C78-72E8-42D8-A8A3-0BD58C4C3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E8BB-B3FA-45D6-98E9-9C11F14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C78D-3294-4990-8C81-80D15BB9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B28C-5C64-478B-A901-757A858E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2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6A487-2590-4615-B417-E2168DE65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70FE8-B807-4A10-88EE-5557BDB62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BCCCA-6C6B-4B0E-BBAD-24322C9E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A20AF-9B80-4FBF-9840-ACF1BF23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2727-D5B7-4EF1-B44C-581A9DA0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9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B331-D111-4B58-8269-2659FD67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94232-12F2-4F6F-8D85-CA6F5670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F1BF-9115-4CA0-9F58-D0A674347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C8182-8A53-4BCE-8F74-6947BE705CD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B8B1-D0DD-4F6A-9A0C-E4BAD5561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089-E9D4-4D61-92EB-9C11EA500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Text, letter&#10;&#10;Description automatically generated">
            <a:extLst>
              <a:ext uri="{FF2B5EF4-FFF2-40B4-BE49-F238E27FC236}">
                <a16:creationId xmlns:a16="http://schemas.microsoft.com/office/drawing/2014/main" id="{E00B5315-1DCF-0FCD-0AF4-436BC7B08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3" y="1122232"/>
            <a:ext cx="5982803" cy="2213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2E598-3A9F-494B-94CA-04DD070C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3" y="3429000"/>
            <a:ext cx="10080312" cy="1713305"/>
          </a:xfrm>
        </p:spPr>
        <p:txBody>
          <a:bodyPr anchor="b">
            <a:normAutofit/>
          </a:bodyPr>
          <a:lstStyle/>
          <a:p>
            <a:pPr algn="l"/>
            <a:r>
              <a:rPr lang="en-US" sz="3800" dirty="0"/>
              <a:t>ISE 218: Fundamentals of Information Technology</a:t>
            </a:r>
            <a:br>
              <a:rPr lang="en-US" sz="3800" dirty="0"/>
            </a:br>
            <a:r>
              <a:rPr lang="en-US" sz="3800" dirty="0"/>
              <a:t>Unit 05 and Unit 06 Review</a:t>
            </a:r>
          </a:p>
        </p:txBody>
      </p:sp>
      <p:sp>
        <p:nvSpPr>
          <p:cNvPr id="7" name="Google Shape;90;p1">
            <a:extLst>
              <a:ext uri="{FF2B5EF4-FFF2-40B4-BE49-F238E27FC236}">
                <a16:creationId xmlns:a16="http://schemas.microsoft.com/office/drawing/2014/main" id="{377029C2-6FA0-9CB2-AC9A-1DF49179E5B5}"/>
              </a:ext>
            </a:extLst>
          </p:cNvPr>
          <p:cNvSpPr txBox="1">
            <a:spLocks/>
          </p:cNvSpPr>
          <p:nvPr/>
        </p:nvSpPr>
        <p:spPr>
          <a:xfrm>
            <a:off x="1289303" y="5142305"/>
            <a:ext cx="7321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900"/>
            </a:pPr>
            <a:r>
              <a:rPr lang="en-US" sz="1800" dirty="0"/>
              <a:t>Spring 2025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Instructor: Abid Malik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co-Instructor: Xinrui Yu</a:t>
            </a:r>
          </a:p>
        </p:txBody>
      </p:sp>
    </p:spTree>
    <p:extLst>
      <p:ext uri="{BB962C8B-B14F-4D97-AF65-F5344CB8AC3E}">
        <p14:creationId xmlns:p14="http://schemas.microsoft.com/office/powerpoint/2010/main" val="325237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E2DF-82A5-F882-50B8-51A22EBE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Hours for Weeks 15 and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7C52-83AE-8A8F-6AC3-2A7A45AC8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 and Friday (07:00 PM – 09:25 PM) , </a:t>
            </a:r>
            <a:r>
              <a:rPr lang="en-US" dirty="0" err="1"/>
              <a:t>Lixi</a:t>
            </a:r>
            <a:r>
              <a:rPr lang="en-US" dirty="0"/>
              <a:t> 314</a:t>
            </a:r>
          </a:p>
          <a:p>
            <a:r>
              <a:rPr lang="en-US" dirty="0"/>
              <a:t>No classes during usual class hours</a:t>
            </a:r>
          </a:p>
        </p:txBody>
      </p:sp>
    </p:spTree>
    <p:extLst>
      <p:ext uri="{BB962C8B-B14F-4D97-AF65-F5344CB8AC3E}">
        <p14:creationId xmlns:p14="http://schemas.microsoft.com/office/powerpoint/2010/main" val="2512721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862A-FC59-01B6-DCE1-B078D6D1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Midterm 05/30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6BE62-FD04-A9BC-595F-BF721F197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Scope: Units 5 and 6</a:t>
            </a:r>
          </a:p>
          <a:p>
            <a:r>
              <a:rPr lang="en-US" altLang="zh-CN" dirty="0"/>
              <a:t>Time: 120 minutes (during class hours, 7 PM to 9 PM)</a:t>
            </a:r>
          </a:p>
          <a:p>
            <a:r>
              <a:rPr lang="en-US" altLang="zh-CN" dirty="0"/>
              <a:t>Closed-book, Closed-notes, no electronic devices including calculators</a:t>
            </a:r>
          </a:p>
          <a:p>
            <a:r>
              <a:rPr lang="en-US" altLang="zh-CN" dirty="0"/>
              <a:t>25 multiple choices, 10 calculation questions</a:t>
            </a:r>
          </a:p>
          <a:p>
            <a:r>
              <a:rPr lang="en-US" altLang="zh-CN" dirty="0"/>
              <a:t>Practice problems for units 5 and 6 has been provided on Teams</a:t>
            </a:r>
          </a:p>
          <a:p>
            <a:r>
              <a:rPr lang="en-US" altLang="zh-CN" dirty="0"/>
              <a:t>You need to bring 2B pencils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428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CF0C-DFEA-1F1E-94B4-34E8A283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53F72-D217-AD43-DF26-0F96D82C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18 for R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EF955-EB4B-F241-D83A-0E42DDED1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144" y="0"/>
            <a:ext cx="881742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51C2E3-B45F-6C47-5BB5-D896052532EC}"/>
              </a:ext>
            </a:extLst>
          </p:cNvPr>
          <p:cNvSpPr/>
          <p:nvPr/>
        </p:nvSpPr>
        <p:spPr>
          <a:xfrm>
            <a:off x="4058528" y="2651760"/>
            <a:ext cx="436099" cy="239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DAA80-98B5-C32E-20A6-DD5A46D5B0E8}"/>
              </a:ext>
            </a:extLst>
          </p:cNvPr>
          <p:cNvSpPr/>
          <p:nvPr/>
        </p:nvSpPr>
        <p:spPr>
          <a:xfrm>
            <a:off x="4860387" y="5718517"/>
            <a:ext cx="393895" cy="3165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51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There are two kinds of main memory: </a:t>
            </a:r>
            <a:r>
              <a:rPr lang="en-US" sz="2000" b="1" dirty="0"/>
              <a:t>random access memory</a:t>
            </a:r>
            <a:r>
              <a:rPr lang="en-US" sz="2000" dirty="0"/>
              <a:t>, </a:t>
            </a:r>
            <a:r>
              <a:rPr lang="en-US" sz="2000" b="1" dirty="0"/>
              <a:t>RAM</a:t>
            </a:r>
            <a:r>
              <a:rPr lang="en-US" sz="2000" dirty="0"/>
              <a:t>, and </a:t>
            </a:r>
            <a:r>
              <a:rPr lang="en-US" sz="2000" b="1" dirty="0"/>
              <a:t>read-only-memory</a:t>
            </a:r>
            <a:r>
              <a:rPr lang="en-US" sz="2000" dirty="0"/>
              <a:t>, </a:t>
            </a:r>
            <a:r>
              <a:rPr lang="en-US" sz="2000" b="1" dirty="0"/>
              <a:t>ROM</a:t>
            </a:r>
            <a:r>
              <a:rPr lang="en-US" sz="2000" dirty="0"/>
              <a:t>.</a:t>
            </a:r>
          </a:p>
          <a:p>
            <a:r>
              <a:rPr lang="en-US" sz="2000" dirty="0"/>
              <a:t>There are two types of RAM, </a:t>
            </a:r>
            <a:r>
              <a:rPr lang="en-US" sz="2000" b="1" dirty="0"/>
              <a:t>dynamic RAM (DRAM)</a:t>
            </a:r>
            <a:r>
              <a:rPr lang="en-US" sz="2000" dirty="0"/>
              <a:t> and </a:t>
            </a:r>
            <a:r>
              <a:rPr lang="en-US" sz="2000" b="1" dirty="0"/>
              <a:t>static RAM (SRAM)</a:t>
            </a:r>
            <a:r>
              <a:rPr lang="en-US" sz="2000" dirty="0"/>
              <a:t>.</a:t>
            </a:r>
          </a:p>
          <a:p>
            <a:r>
              <a:rPr lang="en-US" sz="2000" dirty="0"/>
              <a:t>DRAM consists of capacitors that slowly leak their charge over time. </a:t>
            </a:r>
          </a:p>
          <a:p>
            <a:pPr lvl="1"/>
            <a:r>
              <a:rPr lang="en-US" sz="2000" dirty="0"/>
              <a:t>Thus, they must be refreshed every few milliseconds to prevent data loss.</a:t>
            </a:r>
          </a:p>
          <a:p>
            <a:r>
              <a:rPr lang="en-US" sz="2000" dirty="0"/>
              <a:t>DRAM is “cheap” memory, owing to its simple design.</a:t>
            </a:r>
          </a:p>
        </p:txBody>
      </p:sp>
      <p:pic>
        <p:nvPicPr>
          <p:cNvPr id="4" name="Picture 4" descr="https://static.bhphoto.com/images/images500x500/crucial_ct2k16g4sfd824a_32gb_ddr4_2400_mhz_1453236350000_120837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0" b="24800"/>
          <a:stretch/>
        </p:blipFill>
        <p:spPr bwMode="auto">
          <a:xfrm>
            <a:off x="5759854" y="4490436"/>
            <a:ext cx="2705966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s://static.bhphoto.com/images/images500x500/crucial_ct2k8g4dfd824a_16gb_2_x_8gb_1453237567000_1208365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0" b="34400"/>
          <a:stretch/>
        </p:blipFill>
        <p:spPr bwMode="auto">
          <a:xfrm>
            <a:off x="914400" y="4114800"/>
            <a:ext cx="4434840" cy="234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CA9CA9-51DC-6BA2-0EF7-CBF3F6E724CD}"/>
              </a:ext>
            </a:extLst>
          </p:cNvPr>
          <p:cNvSpPr txBox="1"/>
          <p:nvPr/>
        </p:nvSpPr>
        <p:spPr>
          <a:xfrm>
            <a:off x="8876434" y="4685433"/>
            <a:ext cx="3029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LPDDR4 SDRAM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Low-Power Double Data Rate Synchronous Dynamic 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Random-Access Memory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7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SRAM is very fast memory and it doesn’t need to be refreshed like DRAM does, but does need a constant supply of power.  It is used to build </a:t>
            </a:r>
            <a:r>
              <a:rPr lang="en-US" b="1" dirty="0"/>
              <a:t>cache memory</a:t>
            </a:r>
            <a:r>
              <a:rPr lang="en-US" dirty="0"/>
              <a:t>, which we will explore later.</a:t>
            </a:r>
          </a:p>
          <a:p>
            <a:pPr lvl="1"/>
            <a:r>
              <a:rPr lang="en-US" dirty="0"/>
              <a:t>Briefly, cache memory is very high-speed memory that helps to make modern computers so fast</a:t>
            </a:r>
          </a:p>
          <a:p>
            <a:r>
              <a:rPr lang="en-US" dirty="0"/>
              <a:t>ROM also does not need to be refreshed, either. </a:t>
            </a:r>
          </a:p>
          <a:p>
            <a:r>
              <a:rPr lang="en-US" dirty="0"/>
              <a:t>ROM is used to store permanent or semi-permanent data that persists even while the system is turned off.</a:t>
            </a:r>
          </a:p>
          <a:p>
            <a:r>
              <a:rPr lang="en-US" dirty="0"/>
              <a:t>For example, the program that boots the computer when the computer is turned on is stored in a ROM chip.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732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Memory –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Which of the following types of memory is typically used for the main memory in computers due to its density and cost-effectiveness? [Multiple Choice]</a:t>
            </a:r>
          </a:p>
          <a:p>
            <a:pPr marL="0" indent="0">
              <a:buNone/>
            </a:pPr>
            <a:r>
              <a:rPr lang="en-US" altLang="zh-CN" dirty="0"/>
              <a:t>	A. SRAM  B. Flash  C. DRAM  D. EEPROM</a:t>
            </a:r>
            <a:endParaRPr lang="zh-CN" altLang="zh-CN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C - DRAM.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55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Memory –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DRAM retains data without the need for refreshing as long as power is supplied. [True/False]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False.</a:t>
            </a:r>
          </a:p>
          <a:p>
            <a:r>
              <a:rPr lang="en-US" dirty="0">
                <a:solidFill>
                  <a:srgbClr val="0070C0"/>
                </a:solidFill>
              </a:rPr>
              <a:t>Dynamic – Needs refreshing</a:t>
            </a:r>
          </a:p>
          <a:p>
            <a:r>
              <a:rPr lang="en-US" dirty="0">
                <a:solidFill>
                  <a:srgbClr val="0070C0"/>
                </a:solidFill>
              </a:rPr>
              <a:t>Static – Does not need refreshing but need power supply</a:t>
            </a:r>
          </a:p>
          <a:p>
            <a:r>
              <a:rPr lang="en-US" dirty="0">
                <a:solidFill>
                  <a:srgbClr val="0070C0"/>
                </a:solidFill>
              </a:rPr>
              <a:t>ROM – Does not need power supply, Read Only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Flash – Non-volatile, in block, used for flash drives and SSDs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19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Memory Hierarchy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43000"/>
            <a:ext cx="8382000" cy="500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4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Memory Hierarchy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4876800" cy="52578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 enterprise systems (e.g., the software that runs large corporations), backups are held in tertiary storage</a:t>
            </a:r>
          </a:p>
          <a:p>
            <a:r>
              <a:rPr lang="en-US" dirty="0"/>
              <a:t>These backup systems can consist of many tapes and optical disks that are retrieved using robotic systems</a:t>
            </a:r>
          </a:p>
          <a:p>
            <a:endParaRPr lang="en-US" dirty="0"/>
          </a:p>
        </p:txBody>
      </p:sp>
      <p:pic>
        <p:nvPicPr>
          <p:cNvPr id="4" name="Picture 2" descr="http://inapcache.boston.com/universal/site_graphics/blogs/bigpicture/lhc_11_20/l12_008090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308" y="1219200"/>
            <a:ext cx="5871091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886200" y="5301734"/>
            <a:ext cx="845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archive.boston.com/</a:t>
            </a:r>
            <a:r>
              <a:rPr lang="en-US" dirty="0" err="1">
                <a:latin typeface="+mj-lt"/>
              </a:rPr>
              <a:t>bigpicture</a:t>
            </a:r>
            <a:r>
              <a:rPr lang="en-US" dirty="0">
                <a:latin typeface="+mj-lt"/>
              </a:rPr>
              <a:t>/2009/11/large_hadron_collider_ready_to.html</a:t>
            </a:r>
          </a:p>
        </p:txBody>
      </p:sp>
      <p:sp>
        <p:nvSpPr>
          <p:cNvPr id="7" name="AutoShape 2" descr="Shop LTO Ultrium 9 Tapes, LTO 9 Data Cartridges. High-Capacity Dat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77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Memory Hierarchy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576"/>
              </a:spcBef>
            </a:pPr>
            <a:r>
              <a:rPr lang="en-US" dirty="0"/>
              <a:t>While a computer is running, for the CPU to access a particular piece of data, it first sends a request to its nearest memory, usually cache.  </a:t>
            </a:r>
          </a:p>
          <a:p>
            <a:pPr>
              <a:spcBef>
                <a:spcPts val="576"/>
              </a:spcBef>
            </a:pPr>
            <a:r>
              <a:rPr lang="en-US" dirty="0"/>
              <a:t>If the data is not in cache, then main memory is checked.  If the data is not in main memory, then the request goes to disk.</a:t>
            </a:r>
          </a:p>
          <a:p>
            <a:pPr lvl="1">
              <a:spcBef>
                <a:spcPts val="576"/>
              </a:spcBef>
            </a:pPr>
            <a:r>
              <a:rPr lang="en-US" dirty="0"/>
              <a:t>Disk is a form of </a:t>
            </a:r>
            <a:r>
              <a:rPr lang="en-US" b="1" dirty="0"/>
              <a:t>secondary storage</a:t>
            </a:r>
          </a:p>
          <a:p>
            <a:pPr>
              <a:spcBef>
                <a:spcPts val="576"/>
              </a:spcBef>
            </a:pPr>
            <a:r>
              <a:rPr lang="en-US" dirty="0"/>
              <a:t>Once the data is located, then the data, and a number of its nearby data elements are fetched into cache memory.</a:t>
            </a:r>
          </a:p>
          <a:p>
            <a:pPr>
              <a:spcBef>
                <a:spcPts val="576"/>
              </a:spcBef>
            </a:pPr>
            <a:r>
              <a:rPr lang="en-US" altLang="en-US" dirty="0"/>
              <a:t>This leads us to some definitions: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A </a:t>
            </a:r>
            <a:r>
              <a:rPr lang="en-US" altLang="en-US" b="1" dirty="0"/>
              <a:t>hit</a:t>
            </a:r>
            <a:r>
              <a:rPr lang="en-US" altLang="en-US" dirty="0"/>
              <a:t> is when data is found at a given memory level.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A </a:t>
            </a:r>
            <a:r>
              <a:rPr lang="en-US" altLang="en-US" b="1" dirty="0"/>
              <a:t>miss</a:t>
            </a:r>
            <a:r>
              <a:rPr lang="en-US" altLang="en-US" dirty="0"/>
              <a:t> is when it is not found.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hit rate </a:t>
            </a:r>
            <a:r>
              <a:rPr lang="en-US" altLang="en-US" dirty="0"/>
              <a:t>is the percentage of time data is found at a given memory level.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miss rate </a:t>
            </a:r>
            <a:r>
              <a:rPr lang="en-US" altLang="en-US" dirty="0"/>
              <a:t>is the percentage of time it is not. (miss rate = 1 – hit rate.)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30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Memory Hierarchy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dirty="0"/>
              <a:t>Some additional definitions: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hit time </a:t>
            </a:r>
            <a:r>
              <a:rPr lang="en-US" altLang="en-US" dirty="0"/>
              <a:t>is the time required to access data at a given memory level.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miss penalty </a:t>
            </a:r>
            <a:r>
              <a:rPr lang="en-US" altLang="en-US" dirty="0"/>
              <a:t>is the time required to process a miss, including the time that it takes to replace a block of memory plus the time it takes to deliver the data to the processor.</a:t>
            </a:r>
          </a:p>
          <a:p>
            <a:r>
              <a:rPr lang="en-US" dirty="0"/>
              <a:t>We want the hit rate to be as high as possible and the hit time (and miss penalty) to be as low as possible</a:t>
            </a:r>
          </a:p>
        </p:txBody>
      </p:sp>
    </p:spTree>
    <p:extLst>
      <p:ext uri="{BB962C8B-B14F-4D97-AF65-F5344CB8AC3E}">
        <p14:creationId xmlns:p14="http://schemas.microsoft.com/office/powerpoint/2010/main" val="1307077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Storage –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Which of the following is most appropriate for long-term storage of infrequently accessed data? [Multiple Choice]</a:t>
            </a:r>
          </a:p>
          <a:p>
            <a:pPr marL="971550" lvl="1" indent="-514350">
              <a:lnSpc>
                <a:spcPct val="110000"/>
              </a:lnSpc>
              <a:buAutoNum type="alphaUcPeriod"/>
            </a:pPr>
            <a:r>
              <a:rPr lang="en-US" altLang="zh-CN" sz="2800" dirty="0"/>
              <a:t>SSD  B. Optical Disk  C. DRAM  D. Register Memory</a:t>
            </a:r>
          </a:p>
          <a:p>
            <a:pPr marL="914400" lvl="1" indent="-457200">
              <a:lnSpc>
                <a:spcPct val="110000"/>
              </a:lnSpc>
              <a:buAutoNum type="alphaUcPeriod"/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0070C0"/>
                </a:solidFill>
              </a:rPr>
              <a:t>B – The best option among the four. </a:t>
            </a:r>
          </a:p>
        </p:txBody>
      </p:sp>
    </p:spTree>
    <p:extLst>
      <p:ext uri="{BB962C8B-B14F-4D97-AF65-F5344CB8AC3E}">
        <p14:creationId xmlns:p14="http://schemas.microsoft.com/office/powerpoint/2010/main" val="244450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Cache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576"/>
              </a:spcBef>
            </a:pPr>
            <a:r>
              <a:rPr lang="en-US" altLang="en-US" dirty="0"/>
              <a:t>The purpose of cache memory is to speed up accesses by storing recently used data closer to the CPU.</a:t>
            </a:r>
          </a:p>
          <a:p>
            <a:pPr>
              <a:spcBef>
                <a:spcPts val="576"/>
              </a:spcBef>
            </a:pPr>
            <a:r>
              <a:rPr lang="en-US" altLang="en-US" dirty="0"/>
              <a:t>Although cache is much smaller than main memory, its access time is a fraction of that of main memory.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349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Virtual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10974670" cy="52578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Cache memory enhances performance by providing faster memory access speed.</a:t>
            </a:r>
          </a:p>
          <a:p>
            <a:r>
              <a:rPr lang="en-US" b="1" dirty="0"/>
              <a:t>Virtual memory</a:t>
            </a:r>
            <a:r>
              <a:rPr lang="en-US" dirty="0"/>
              <a:t> enhances performance by providing greater memory capacity, without the expense of adding main memory.</a:t>
            </a:r>
          </a:p>
          <a:p>
            <a:r>
              <a:rPr lang="en-US" dirty="0"/>
              <a:t>Instead, a portion of a disk drive serves as an extension of main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6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Cache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When the CPU generates a memory address, cache is checked first to see if the data value is available there</a:t>
            </a:r>
          </a:p>
          <a:p>
            <a:r>
              <a:rPr lang="en-US" dirty="0"/>
              <a:t>If the value is not in the cache, then the </a:t>
            </a:r>
            <a:r>
              <a:rPr lang="en-US" b="1" dirty="0"/>
              <a:t>block</a:t>
            </a:r>
            <a:r>
              <a:rPr lang="en-US" dirty="0"/>
              <a:t> of memory containing that value is copied into a </a:t>
            </a:r>
            <a:r>
              <a:rPr lang="en-US" b="1" dirty="0"/>
              <a:t>block</a:t>
            </a:r>
            <a:r>
              <a:rPr lang="en-US" dirty="0"/>
              <a:t> of cache (the memory/cache block sizes are equal)</a:t>
            </a:r>
          </a:p>
          <a:p>
            <a:r>
              <a:rPr lang="en-US" dirty="0"/>
              <a:t>The address of the data in memory is generally not the address of the data in the cache</a:t>
            </a:r>
          </a:p>
          <a:p>
            <a:r>
              <a:rPr lang="en-US" dirty="0"/>
              <a:t>The main memory address must be </a:t>
            </a:r>
            <a:r>
              <a:rPr lang="en-US" b="1" dirty="0"/>
              <a:t>mapped</a:t>
            </a:r>
            <a:r>
              <a:rPr lang="en-US" dirty="0"/>
              <a:t> to an address in the cache</a:t>
            </a:r>
          </a:p>
          <a:p>
            <a:r>
              <a:rPr lang="en-US" dirty="0"/>
              <a:t>There are several ways of performing this mapping, but we will look at only two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18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Cache Memory: Direct Mapped Cache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576"/>
              </a:spcBef>
            </a:pPr>
            <a:r>
              <a:rPr lang="en-US" altLang="en-US" dirty="0"/>
              <a:t>The simplest cache mapping scheme is </a:t>
            </a:r>
            <a:r>
              <a:rPr lang="en-US" altLang="en-US" b="1" dirty="0"/>
              <a:t>direct mapped cache</a:t>
            </a:r>
            <a:r>
              <a:rPr lang="en-US" altLang="en-US" dirty="0"/>
              <a:t>.</a:t>
            </a:r>
          </a:p>
          <a:p>
            <a:pPr>
              <a:spcBef>
                <a:spcPts val="576"/>
              </a:spcBef>
            </a:pPr>
            <a:r>
              <a:rPr lang="en-US" altLang="en-US" dirty="0"/>
              <a:t>In a direct mapped cache consisting of </a:t>
            </a:r>
            <a:r>
              <a:rPr lang="en-US" altLang="en-US" i="1" dirty="0"/>
              <a:t>N</a:t>
            </a:r>
            <a:r>
              <a:rPr lang="en-US" altLang="en-US" dirty="0"/>
              <a:t> blocks of cache, block </a:t>
            </a:r>
            <a:r>
              <a:rPr lang="en-US" altLang="en-US" i="1" dirty="0"/>
              <a:t>X</a:t>
            </a:r>
            <a:r>
              <a:rPr lang="en-US" altLang="en-US" dirty="0"/>
              <a:t> of main memory maps to cache block 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/>
              <a:t>X </a:t>
            </a:r>
            <a:r>
              <a:rPr lang="en-US" altLang="en-US" dirty="0"/>
              <a:t>mod</a:t>
            </a:r>
            <a:r>
              <a:rPr lang="en-US" altLang="en-US" i="1" dirty="0"/>
              <a:t> N</a:t>
            </a:r>
            <a:r>
              <a:rPr lang="en-US" altLang="en-US" dirty="0"/>
              <a:t>.</a:t>
            </a:r>
          </a:p>
          <a:p>
            <a:pPr>
              <a:spcBef>
                <a:spcPts val="576"/>
              </a:spcBef>
            </a:pPr>
            <a:r>
              <a:rPr lang="en-US" altLang="en-US" b="1" dirty="0"/>
              <a:t>mod</a:t>
            </a:r>
            <a:r>
              <a:rPr lang="en-US" altLang="en-US" dirty="0"/>
              <a:t> stands for </a:t>
            </a:r>
            <a:r>
              <a:rPr lang="en-US" altLang="en-US" b="1" dirty="0"/>
              <a:t>modulo</a:t>
            </a:r>
            <a:r>
              <a:rPr lang="en-US" altLang="en-US" dirty="0"/>
              <a:t> or </a:t>
            </a:r>
            <a:r>
              <a:rPr lang="en-US" altLang="en-US" b="1" dirty="0"/>
              <a:t>modulus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The notation </a:t>
            </a:r>
            <a:r>
              <a:rPr lang="en-US" altLang="en-US" i="1" dirty="0"/>
              <a:t>X </a:t>
            </a:r>
            <a:r>
              <a:rPr lang="en-US" altLang="en-US" dirty="0"/>
              <a:t>mod</a:t>
            </a:r>
            <a:r>
              <a:rPr lang="en-US" altLang="en-US" i="1" dirty="0"/>
              <a:t> N</a:t>
            </a:r>
            <a:r>
              <a:rPr lang="en-US" altLang="en-US" dirty="0"/>
              <a:t> means “give me the remainder of </a:t>
            </a:r>
            <a:r>
              <a:rPr lang="en-US" altLang="en-US" i="1" dirty="0"/>
              <a:t>X divided by N</a:t>
            </a:r>
            <a:r>
              <a:rPr lang="en-US" altLang="en-US" dirty="0"/>
              <a:t>”.</a:t>
            </a:r>
          </a:p>
          <a:p>
            <a:pPr>
              <a:spcBef>
                <a:spcPts val="576"/>
              </a:spcBef>
            </a:pPr>
            <a:r>
              <a:rPr lang="en-US" altLang="en-US" dirty="0"/>
              <a:t>Thus, if we have 10 blocks of cache, block 7 of cache could hold blocks 7, 17, 27, 37, ... of main memory.</a:t>
            </a:r>
          </a:p>
          <a:p>
            <a:pPr>
              <a:spcBef>
                <a:spcPts val="576"/>
              </a:spcBef>
            </a:pPr>
            <a:r>
              <a:rPr lang="en-US" altLang="en-US" dirty="0"/>
              <a:t>With direct mapped cache</a:t>
            </a:r>
            <a:r>
              <a:rPr lang="en-US" altLang="en-US" i="1" dirty="0"/>
              <a:t> </a:t>
            </a:r>
            <a:r>
              <a:rPr lang="en-US" altLang="en-US" dirty="0"/>
              <a:t>consisting of </a:t>
            </a:r>
            <a:r>
              <a:rPr lang="en-US" altLang="en-US" i="1" dirty="0"/>
              <a:t>N</a:t>
            </a:r>
            <a:r>
              <a:rPr lang="en-US" altLang="en-US" dirty="0"/>
              <a:t> blocks of cache, block </a:t>
            </a:r>
            <a:r>
              <a:rPr lang="en-US" altLang="en-US" i="1" dirty="0"/>
              <a:t>X</a:t>
            </a:r>
            <a:r>
              <a:rPr lang="en-US" altLang="en-US" dirty="0"/>
              <a:t> of main memory maps to cache block 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/>
              <a:t>X </a:t>
            </a:r>
            <a:r>
              <a:rPr lang="en-US" altLang="en-US" dirty="0"/>
              <a:t>mod</a:t>
            </a:r>
            <a:r>
              <a:rPr lang="en-US" altLang="en-US" i="1" dirty="0"/>
              <a:t> N</a:t>
            </a:r>
            <a:r>
              <a:rPr lang="en-US" altLang="en-US" dirty="0"/>
              <a:t>.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972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Mapped Cache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76"/>
              </a:spcBef>
            </a:pPr>
            <a:r>
              <a:rPr lang="en-US" altLang="en-US" dirty="0"/>
              <a:t>To perform direct mapping, a binary main memory address is partitioned into the </a:t>
            </a:r>
            <a:r>
              <a:rPr lang="en-US" altLang="en-US" b="1" dirty="0"/>
              <a:t>fields</a:t>
            </a:r>
            <a:r>
              <a:rPr lang="en-US" altLang="en-US" dirty="0"/>
              <a:t> shown below.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offset</a:t>
            </a:r>
            <a:r>
              <a:rPr lang="en-US" altLang="en-US" dirty="0"/>
              <a:t> field uniquely identifies an address within a specific block.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block</a:t>
            </a:r>
            <a:r>
              <a:rPr lang="en-US" altLang="en-US" dirty="0"/>
              <a:t> field selects a unique block of cache.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The </a:t>
            </a:r>
            <a:r>
              <a:rPr lang="en-US" altLang="en-US" b="1" dirty="0"/>
              <a:t>tag</a:t>
            </a:r>
            <a:r>
              <a:rPr lang="en-US" altLang="en-US" dirty="0"/>
              <a:t> field is whatever is leftover.</a:t>
            </a:r>
          </a:p>
          <a:p>
            <a:pPr lvl="1">
              <a:spcBef>
                <a:spcPts val="576"/>
              </a:spcBef>
            </a:pPr>
            <a:endParaRPr lang="en-US" altLang="en-US" dirty="0"/>
          </a:p>
          <a:p>
            <a:pPr lvl="1">
              <a:spcBef>
                <a:spcPts val="576"/>
              </a:spcBef>
            </a:pPr>
            <a:endParaRPr lang="en-US" altLang="en-US" dirty="0"/>
          </a:p>
          <a:p>
            <a:pPr lvl="1">
              <a:spcBef>
                <a:spcPts val="576"/>
              </a:spcBef>
            </a:pPr>
            <a:endParaRPr lang="en-US" altLang="en-US" dirty="0"/>
          </a:p>
          <a:p>
            <a:pPr lvl="1">
              <a:spcBef>
                <a:spcPts val="576"/>
              </a:spcBef>
            </a:pPr>
            <a:endParaRPr lang="en-US" altLang="en-US" dirty="0"/>
          </a:p>
          <a:p>
            <a:pPr>
              <a:spcBef>
                <a:spcPts val="576"/>
              </a:spcBef>
            </a:pPr>
            <a:r>
              <a:rPr lang="en-US" altLang="en-US" dirty="0"/>
              <a:t>The sizes of these fields are determined by characteristics of both memory and cache.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  <p:pic>
        <p:nvPicPr>
          <p:cNvPr id="4" name="Picture 3" descr="9781284033144_CH06_FIG0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695" y="3982453"/>
            <a:ext cx="4575285" cy="1134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93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Associative Cache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Suppose instead of placing memory blocks in specific cache locations based on memory address, we could allow a block to go anywhere in cache.</a:t>
            </a:r>
          </a:p>
          <a:p>
            <a:r>
              <a:rPr lang="en-US" dirty="0"/>
              <a:t>In this way, cache would have to fill up before any blocks are evicted.</a:t>
            </a:r>
          </a:p>
          <a:p>
            <a:r>
              <a:rPr lang="en-US" dirty="0"/>
              <a:t>This is how </a:t>
            </a:r>
            <a:r>
              <a:rPr lang="en-US" b="1" dirty="0"/>
              <a:t>fully associative</a:t>
            </a:r>
            <a:r>
              <a:rPr lang="en-US" dirty="0"/>
              <a:t> cache works.  </a:t>
            </a:r>
          </a:p>
          <a:p>
            <a:r>
              <a:rPr lang="en-US" dirty="0"/>
              <a:t>A memory address is partitioned into only two fields: the tag and the offset.</a:t>
            </a:r>
          </a:p>
          <a:p>
            <a:r>
              <a:rPr lang="en-US" dirty="0"/>
              <a:t>Suppose we have 14-bit memory addresses (with byte-addressable memory) and a cache with 16 blocks where each block has 8 bytes.  The field format of a memory reference is: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When the cache is searched, all tags are searched in parallel to retrieve the data quickly. This requires special, costly hardware.</a:t>
            </a:r>
          </a:p>
          <a:p>
            <a:endParaRPr lang="en-US" dirty="0"/>
          </a:p>
        </p:txBody>
      </p:sp>
      <p:pic>
        <p:nvPicPr>
          <p:cNvPr id="4" name="Picture 3" descr="9781284033144_CH06_FIG10.jpg">
            <a:extLst>
              <a:ext uri="{FF2B5EF4-FFF2-40B4-BE49-F238E27FC236}">
                <a16:creationId xmlns:a16="http://schemas.microsoft.com/office/drawing/2014/main" id="{81E3420C-DA76-455C-A5DE-6EADAB392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285" y="4235116"/>
            <a:ext cx="4210399" cy="121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62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Mapped Cache: Homework 5 Q5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dirty="0"/>
              <a:t>Assume a byte-addressable memory consists of 2</a:t>
            </a:r>
            <a:r>
              <a:rPr lang="en-US" altLang="en-US" baseline="30000" dirty="0"/>
              <a:t>20</a:t>
            </a:r>
            <a:r>
              <a:rPr lang="en-US" altLang="en-US" dirty="0"/>
              <a:t> bytes, cache has 32 blocks, and each block has 8 bytes.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The number of memory blocks is: 2</a:t>
            </a:r>
            <a:r>
              <a:rPr lang="en-US" altLang="en-US" baseline="30000" dirty="0">
                <a:solidFill>
                  <a:srgbClr val="0070C0"/>
                </a:solidFill>
              </a:rPr>
              <a:t>20</a:t>
            </a:r>
            <a:r>
              <a:rPr lang="en-US" altLang="en-US" dirty="0">
                <a:solidFill>
                  <a:srgbClr val="0070C0"/>
                </a:solidFill>
              </a:rPr>
              <a:t>/2</a:t>
            </a:r>
            <a:r>
              <a:rPr lang="en-US" altLang="en-US" baseline="30000" dirty="0">
                <a:solidFill>
                  <a:srgbClr val="0070C0"/>
                </a:solidFill>
              </a:rPr>
              <a:t>3</a:t>
            </a:r>
            <a:r>
              <a:rPr lang="en-US" altLang="en-US" dirty="0">
                <a:solidFill>
                  <a:srgbClr val="0070C0"/>
                </a:solidFill>
              </a:rPr>
              <a:t> = 2</a:t>
            </a:r>
            <a:r>
              <a:rPr lang="en-US" altLang="en-US" baseline="30000" dirty="0">
                <a:solidFill>
                  <a:srgbClr val="0070C0"/>
                </a:solidFill>
              </a:rPr>
              <a:t>17 </a:t>
            </a:r>
            <a:r>
              <a:rPr lang="en-US" altLang="en-US" dirty="0">
                <a:solidFill>
                  <a:srgbClr val="0070C0"/>
                </a:solidFill>
              </a:rPr>
              <a:t>= 65536 * 2</a:t>
            </a:r>
            <a:endParaRPr lang="en-US" altLang="en-US" baseline="300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Each main memory address requires 20 bits. Of this 14-bit address field, the rightmost 3 bits reflect the offset field (why? because 2</a:t>
            </a:r>
            <a:r>
              <a:rPr lang="en-US" altLang="en-US" baseline="30000" dirty="0">
                <a:solidFill>
                  <a:srgbClr val="0070C0"/>
                </a:solidFill>
              </a:rPr>
              <a:t>3</a:t>
            </a:r>
            <a:r>
              <a:rPr lang="en-US" altLang="en-US" dirty="0">
                <a:solidFill>
                  <a:srgbClr val="0070C0"/>
                </a:solidFill>
              </a:rPr>
              <a:t> = 8)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Need 5 bits to select a specific block in cache (why? because 2</a:t>
            </a:r>
            <a:r>
              <a:rPr lang="en-US" altLang="en-US" baseline="30000" dirty="0">
                <a:solidFill>
                  <a:srgbClr val="0070C0"/>
                </a:solidFill>
              </a:rPr>
              <a:t>5</a:t>
            </a:r>
            <a:r>
              <a:rPr lang="en-US" altLang="en-US" dirty="0">
                <a:solidFill>
                  <a:srgbClr val="0070C0"/>
                </a:solidFill>
              </a:rPr>
              <a:t> = 32), so the block field consists of the middle 5 bits.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The remaining 12 bits make up the tag field. 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C3E2-11F8-FE30-72EB-88FF7652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DC61-C108-346E-1AE5-F4E1F6D5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Mapped Cache: Homework 5 Q5 Extra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7C7B1-7F87-2FF3-E2AF-8F2F76E19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dirty="0"/>
              <a:t>Assume a byte-addressable memory consists of 2</a:t>
            </a:r>
            <a:r>
              <a:rPr lang="en-US" altLang="en-US" baseline="30000" dirty="0"/>
              <a:t>20</a:t>
            </a:r>
            <a:r>
              <a:rPr lang="en-US" altLang="en-US" dirty="0"/>
              <a:t> bytes, cache has 32 blocks, and each block has 8 bytes.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dirty="0"/>
              <a:t>Now we know 12 bits for tag, 5 bits for block number, and 3 bits for offset.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What is the tag number, block number, and offset for the byte stored in address 0x47285? Show in </a:t>
            </a:r>
            <a:r>
              <a:rPr lang="en-US" altLang="en-US" b="1" dirty="0"/>
              <a:t>decimal</a:t>
            </a:r>
            <a:r>
              <a:rPr lang="en-US" altLang="en-US" dirty="0"/>
              <a:t>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Hex to binary: </a:t>
            </a:r>
            <a:r>
              <a:rPr lang="en-US" altLang="en-US" dirty="0">
                <a:highlight>
                  <a:srgbClr val="FFFF00"/>
                </a:highlight>
              </a:rPr>
              <a:t>0100 0111 0010 </a:t>
            </a:r>
            <a:r>
              <a:rPr lang="en-US" altLang="en-US" dirty="0">
                <a:highlight>
                  <a:srgbClr val="00FFFF"/>
                </a:highlight>
              </a:rPr>
              <a:t>1000 0</a:t>
            </a:r>
            <a:r>
              <a:rPr lang="en-US" altLang="en-US" dirty="0">
                <a:highlight>
                  <a:srgbClr val="00FF00"/>
                </a:highlight>
              </a:rPr>
              <a:t>101</a:t>
            </a:r>
            <a:r>
              <a:rPr lang="en-US" altLang="en-US" dirty="0"/>
              <a:t>		</a:t>
            </a:r>
            <a:r>
              <a:rPr lang="en-US" altLang="en-US" dirty="0">
                <a:highlight>
                  <a:srgbClr val="FFFF00"/>
                </a:highlight>
              </a:rPr>
              <a:t>tag</a:t>
            </a:r>
            <a:r>
              <a:rPr lang="en-US" altLang="en-US" dirty="0"/>
              <a:t> </a:t>
            </a:r>
            <a:r>
              <a:rPr lang="en-US" altLang="en-US" dirty="0">
                <a:highlight>
                  <a:srgbClr val="00FFFF"/>
                </a:highlight>
              </a:rPr>
              <a:t>block</a:t>
            </a:r>
            <a:r>
              <a:rPr lang="en-US" altLang="en-US" dirty="0"/>
              <a:t> </a:t>
            </a:r>
            <a:r>
              <a:rPr lang="en-US" altLang="en-US" dirty="0">
                <a:highlight>
                  <a:srgbClr val="00FF00"/>
                </a:highlight>
              </a:rPr>
              <a:t>offset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Tag: 2^10 + 2^6 + 2^5 + 2^4 + 2^1 = 1024 + 64 + 32 + 16 + 2 = 1138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Block: 2^4 = 16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Offset: 5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>
              <a:highlight>
                <a:srgbClr val="00FF00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altLang="en-US" dirty="0"/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83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C185-3712-D13F-0F9C-69C0819F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D574-9CD2-2EAB-0899-AD143BDC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</a:t>
            </a:r>
            <a:r>
              <a:rPr lang="en-US" altLang="zh-CN" dirty="0"/>
              <a:t>ully Associative Cache</a:t>
            </a:r>
            <a:r>
              <a:rPr lang="en-US" altLang="en-US" dirty="0"/>
              <a:t>: Homework 5 Q4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A28F6-8721-C6D1-2D9A-A39A01A28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en-US" dirty="0"/>
              <a:t>Assume a byte-addressable memory consists of 2</a:t>
            </a:r>
            <a:r>
              <a:rPr lang="en-US" altLang="en-US" baseline="30000" dirty="0"/>
              <a:t>20</a:t>
            </a:r>
            <a:r>
              <a:rPr lang="en-US" altLang="en-US" dirty="0"/>
              <a:t> bytes, cache has 16 blocks, and each block has 8 bytes.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The number of memory blocks is: 2</a:t>
            </a:r>
            <a:r>
              <a:rPr lang="en-US" altLang="en-US" baseline="30000" dirty="0">
                <a:solidFill>
                  <a:srgbClr val="0070C0"/>
                </a:solidFill>
              </a:rPr>
              <a:t>20</a:t>
            </a:r>
            <a:r>
              <a:rPr lang="en-US" altLang="en-US" dirty="0">
                <a:solidFill>
                  <a:srgbClr val="0070C0"/>
                </a:solidFill>
              </a:rPr>
              <a:t>/2</a:t>
            </a:r>
            <a:r>
              <a:rPr lang="en-US" altLang="en-US" baseline="30000" dirty="0">
                <a:solidFill>
                  <a:srgbClr val="0070C0"/>
                </a:solidFill>
              </a:rPr>
              <a:t>3</a:t>
            </a:r>
            <a:r>
              <a:rPr lang="en-US" altLang="en-US" dirty="0">
                <a:solidFill>
                  <a:srgbClr val="0070C0"/>
                </a:solidFill>
              </a:rPr>
              <a:t> = 2</a:t>
            </a:r>
            <a:r>
              <a:rPr lang="en-US" altLang="en-US" baseline="30000" dirty="0">
                <a:solidFill>
                  <a:srgbClr val="0070C0"/>
                </a:solidFill>
              </a:rPr>
              <a:t>17 </a:t>
            </a:r>
            <a:r>
              <a:rPr lang="en-US" altLang="en-US" dirty="0">
                <a:solidFill>
                  <a:srgbClr val="0070C0"/>
                </a:solidFill>
              </a:rPr>
              <a:t>= 65536 * 2</a:t>
            </a:r>
            <a:endParaRPr lang="en-US" altLang="en-US" baseline="300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Each main memory address requires 20 bits. Of this 14-bit address field, the rightmost 3 bits reflect the offset field (why? because 2</a:t>
            </a:r>
            <a:r>
              <a:rPr lang="en-US" altLang="en-US" baseline="30000" dirty="0">
                <a:solidFill>
                  <a:srgbClr val="0070C0"/>
                </a:solidFill>
              </a:rPr>
              <a:t>3</a:t>
            </a:r>
            <a:r>
              <a:rPr lang="en-US" altLang="en-US" dirty="0">
                <a:solidFill>
                  <a:srgbClr val="0070C0"/>
                </a:solidFill>
              </a:rPr>
              <a:t> = 8)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b="1" dirty="0">
                <a:solidFill>
                  <a:srgbClr val="0070C0"/>
                </a:solidFill>
              </a:rPr>
              <a:t>No block field for fully associative cache.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</a:rPr>
              <a:t>The remaining 17 bits make up the tag field. 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5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Block Replacement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mapped cache evicts a block whenever another memory reference needs that block.</a:t>
            </a:r>
          </a:p>
          <a:p>
            <a:r>
              <a:rPr lang="en-US" dirty="0"/>
              <a:t>With fully associative cache, we have no such mapping</a:t>
            </a:r>
          </a:p>
          <a:p>
            <a:r>
              <a:rPr lang="en-US" dirty="0"/>
              <a:t>We need an algorithm to determine which block to evict from the cache.</a:t>
            </a:r>
          </a:p>
          <a:p>
            <a:r>
              <a:rPr lang="en-US" dirty="0"/>
              <a:t>The block that is evicted is the </a:t>
            </a:r>
            <a:r>
              <a:rPr lang="en-US" b="1" dirty="0"/>
              <a:t>victim block</a:t>
            </a:r>
            <a:r>
              <a:rPr lang="en-US" dirty="0"/>
              <a:t>. But how do we pick a victim?</a:t>
            </a:r>
          </a:p>
          <a:p>
            <a:r>
              <a:rPr lang="en-US" dirty="0"/>
              <a:t>With fully associative cache, a </a:t>
            </a:r>
            <a:r>
              <a:rPr lang="en-US" b="1" dirty="0"/>
              <a:t>replacement policy</a:t>
            </a:r>
            <a:r>
              <a:rPr lang="en-US" dirty="0"/>
              <a:t> is invoked when it becomes necessary to evict a block from cache.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64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Block Replacement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replacement policy that we choose depends upon the locality that we are trying to optimize – usually, we are interested in </a:t>
            </a:r>
            <a:r>
              <a:rPr lang="en-US" b="1" dirty="0"/>
              <a:t>temporal locality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least recently used (LRU)</a:t>
            </a:r>
            <a:r>
              <a:rPr lang="en-US" dirty="0"/>
              <a:t> algorithm tracks when a block was last accessed and evicts the block that has been unused for the longest period of time.</a:t>
            </a:r>
          </a:p>
          <a:p>
            <a:r>
              <a:rPr lang="en-US" dirty="0"/>
              <a:t>To implement LRU we need to keep track of the “age” of the block in the cache</a:t>
            </a:r>
          </a:p>
          <a:p>
            <a:r>
              <a:rPr lang="en-US" b="1" dirty="0"/>
              <a:t>First-in, first-out (FIFO)</a:t>
            </a:r>
            <a:r>
              <a:rPr lang="en-US" dirty="0"/>
              <a:t> is a different popular cache replacement policy.</a:t>
            </a:r>
          </a:p>
          <a:p>
            <a:r>
              <a:rPr lang="en-US" dirty="0"/>
              <a:t>In FIFO, the block that has been in the cache the longest, regardless of when it was last used. A special kind of list called a </a:t>
            </a:r>
            <a:r>
              <a:rPr lang="en-US" b="1" dirty="0"/>
              <a:t>queue</a:t>
            </a:r>
            <a:r>
              <a:rPr lang="en-US" dirty="0"/>
              <a:t> is used to track this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117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LRU Block Replacement: H</a:t>
            </a:r>
            <a:r>
              <a:rPr lang="en-US" altLang="zh-CN" dirty="0"/>
              <a:t>omework 5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program makes a sequence of memory references that cause the following memory blocks to be read, in this order: D, A, E, A, C, G, E, F. </a:t>
            </a:r>
          </a:p>
          <a:p>
            <a:r>
              <a:rPr lang="en-US" dirty="0"/>
              <a:t>The CPU’s cache has 4 blocks</a:t>
            </a:r>
          </a:p>
          <a:p>
            <a:r>
              <a:rPr lang="en-US" dirty="0"/>
              <a:t>Show the state of the cache after each memory block access</a:t>
            </a:r>
          </a:p>
          <a:p>
            <a:r>
              <a:rPr lang="en-US" dirty="0"/>
              <a:t>Indicate the age of a block by giving the sequence number of when the block was last referenced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801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LRU Block Replacement: H</a:t>
            </a:r>
            <a:r>
              <a:rPr lang="en-US" altLang="zh-CN" dirty="0"/>
              <a:t>omework 5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Block access sequence: </a:t>
            </a:r>
            <a:r>
              <a:rPr lang="en-US" b="1" dirty="0"/>
              <a:t>D</a:t>
            </a:r>
            <a:r>
              <a:rPr lang="en-US" dirty="0"/>
              <a:t>, A, E, A, C, G, E, F.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access sequence: D, </a:t>
            </a:r>
            <a:r>
              <a:rPr lang="en-US" b="1" dirty="0"/>
              <a:t>A</a:t>
            </a:r>
            <a:r>
              <a:rPr lang="en-US" dirty="0"/>
              <a:t>, E, A, C, G, E, F.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access sequence: D, A, </a:t>
            </a:r>
            <a:r>
              <a:rPr lang="en-US" b="1" dirty="0"/>
              <a:t>E</a:t>
            </a:r>
            <a:r>
              <a:rPr lang="en-US" dirty="0"/>
              <a:t>, A, C, G, E, F.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access sequence: D, A, E, </a:t>
            </a:r>
            <a:r>
              <a:rPr lang="en-US" b="1" dirty="0"/>
              <a:t>A</a:t>
            </a:r>
            <a:r>
              <a:rPr lang="en-US" dirty="0"/>
              <a:t>, C, G, E, F.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813929"/>
              </p:ext>
            </p:extLst>
          </p:nvPr>
        </p:nvGraphicFramePr>
        <p:xfrm>
          <a:off x="1066800" y="2294732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294345"/>
              </p:ext>
            </p:extLst>
          </p:nvPr>
        </p:nvGraphicFramePr>
        <p:xfrm>
          <a:off x="1066800" y="3644659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A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539042"/>
              </p:ext>
            </p:extLst>
          </p:nvPr>
        </p:nvGraphicFramePr>
        <p:xfrm>
          <a:off x="1066800" y="4750746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E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626861"/>
              </p:ext>
            </p:extLst>
          </p:nvPr>
        </p:nvGraphicFramePr>
        <p:xfrm>
          <a:off x="1066800" y="6005195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A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86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LRU Block Replacement: H</a:t>
            </a:r>
            <a:r>
              <a:rPr lang="en-US" altLang="zh-CN" dirty="0"/>
              <a:t>omework 5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dirty="0"/>
              <a:t>Block access sequence: D, A, E, A, </a:t>
            </a:r>
            <a:r>
              <a:rPr lang="en-US" b="1" dirty="0"/>
              <a:t>C</a:t>
            </a:r>
            <a:r>
              <a:rPr lang="en-US" dirty="0"/>
              <a:t>, G, E, F. </a:t>
            </a:r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Block access sequence: D, A, E, A, C, </a:t>
            </a:r>
            <a:r>
              <a:rPr lang="en-US" b="1" dirty="0"/>
              <a:t>G</a:t>
            </a:r>
            <a:r>
              <a:rPr lang="en-US" dirty="0"/>
              <a:t>, E, F. </a:t>
            </a:r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Block access sequence: D, A, E, A, C, G, </a:t>
            </a:r>
            <a:r>
              <a:rPr lang="en-US" b="1" dirty="0"/>
              <a:t>E</a:t>
            </a:r>
            <a:r>
              <a:rPr lang="en-US" dirty="0"/>
              <a:t>, F. </a:t>
            </a:r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Block access sequence: D, A, E, A, C, G, E, </a:t>
            </a:r>
            <a:r>
              <a:rPr lang="en-US" b="1" dirty="0"/>
              <a:t>F.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718362"/>
              </p:ext>
            </p:extLst>
          </p:nvPr>
        </p:nvGraphicFramePr>
        <p:xfrm>
          <a:off x="1066800" y="2276424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C 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384740"/>
              </p:ext>
            </p:extLst>
          </p:nvPr>
        </p:nvGraphicFramePr>
        <p:xfrm>
          <a:off x="1066800" y="3547777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G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 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251407"/>
              </p:ext>
            </p:extLst>
          </p:nvPr>
        </p:nvGraphicFramePr>
        <p:xfrm>
          <a:off x="1066800" y="4819130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G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E 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 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531973"/>
              </p:ext>
            </p:extLst>
          </p:nvPr>
        </p:nvGraphicFramePr>
        <p:xfrm>
          <a:off x="1066800" y="5880519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G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latin typeface="+mj-lt"/>
                        </a:rPr>
                        <a:t>F 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 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 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38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FIFO Block Replacement: Homework 5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program makes a sequence of memory references that cause the following memory blocks to be read: </a:t>
            </a:r>
            <a:r>
              <a:rPr lang="pt-BR" dirty="0"/>
              <a:t>A, B, D, E, A, D, A, C, B, F, A</a:t>
            </a:r>
            <a:endParaRPr lang="en-US" dirty="0"/>
          </a:p>
          <a:p>
            <a:r>
              <a:rPr lang="en-US" dirty="0"/>
              <a:t>The CPU’s cache has 4 blocks and uses FIFO as the replacement policy</a:t>
            </a:r>
          </a:p>
          <a:p>
            <a:r>
              <a:rPr lang="en-US" dirty="0"/>
              <a:t>Show the state of the cache after each memory block access</a:t>
            </a:r>
          </a:p>
          <a:p>
            <a:r>
              <a:rPr lang="en-US" dirty="0"/>
              <a:t>Assume the left-hand side of the queue is the head of the queue. Use an arrow to mark the oldest block in the queue.</a:t>
            </a:r>
          </a:p>
          <a:p>
            <a:r>
              <a:rPr lang="en-US" dirty="0"/>
              <a:t>Empty queue: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3369"/>
              </p:ext>
            </p:extLst>
          </p:nvPr>
        </p:nvGraphicFramePr>
        <p:xfrm>
          <a:off x="2679031" y="5689283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85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FIFO Block Replacement: Homework 5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088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Block access sequence: </a:t>
            </a:r>
            <a:r>
              <a:rPr lang="pt-BR" b="1" dirty="0"/>
              <a:t>A</a:t>
            </a:r>
            <a:r>
              <a:rPr lang="pt-BR" dirty="0"/>
              <a:t>, B, D, E, A, D, A, C, B, F,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Block access sequence: </a:t>
            </a:r>
            <a:r>
              <a:rPr lang="pt-BR" dirty="0"/>
              <a:t>A, </a:t>
            </a:r>
            <a:r>
              <a:rPr lang="pt-BR" b="1" dirty="0"/>
              <a:t>B</a:t>
            </a:r>
            <a:r>
              <a:rPr lang="pt-BR" dirty="0"/>
              <a:t>, D, E, A, D, A, C, B, F,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Block access sequence: </a:t>
            </a:r>
            <a:r>
              <a:rPr lang="pt-BR" dirty="0"/>
              <a:t>A, B, </a:t>
            </a:r>
            <a:r>
              <a:rPr lang="pt-BR" b="1" dirty="0"/>
              <a:t>D</a:t>
            </a:r>
            <a:r>
              <a:rPr lang="pt-BR" dirty="0"/>
              <a:t>, E, A, D, A, C, B, F, A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95627"/>
              </p:ext>
            </p:extLst>
          </p:nvPr>
        </p:nvGraphicFramePr>
        <p:xfrm>
          <a:off x="1223211" y="2450465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276042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1985211" y="3080084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346158"/>
              </p:ext>
            </p:extLst>
          </p:nvPr>
        </p:nvGraphicFramePr>
        <p:xfrm>
          <a:off x="1066800" y="3980765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035068"/>
              </p:ext>
            </p:extLst>
          </p:nvPr>
        </p:nvGraphicFramePr>
        <p:xfrm>
          <a:off x="1066800" y="5636034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48423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V="1">
            <a:off x="1985211" y="4564698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816547" y="6252410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23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FIFO Block Replacement: Homework 5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417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Block access sequence: </a:t>
            </a:r>
            <a:r>
              <a:rPr lang="pt-BR" dirty="0"/>
              <a:t>A, B, D, </a:t>
            </a:r>
            <a:r>
              <a:rPr lang="pt-BR" b="1" dirty="0"/>
              <a:t>E</a:t>
            </a:r>
            <a:r>
              <a:rPr lang="pt-BR" dirty="0"/>
              <a:t>, A, D, A, C, B, F,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Block access sequence: </a:t>
            </a:r>
            <a:r>
              <a:rPr lang="pt-BR" dirty="0">
                <a:solidFill>
                  <a:srgbClr val="0070C0"/>
                </a:solidFill>
              </a:rPr>
              <a:t>A, B, D, E, </a:t>
            </a:r>
            <a:r>
              <a:rPr lang="pt-BR" b="1" dirty="0">
                <a:solidFill>
                  <a:srgbClr val="0070C0"/>
                </a:solidFill>
              </a:rPr>
              <a:t>A</a:t>
            </a:r>
            <a:r>
              <a:rPr lang="pt-BR" dirty="0">
                <a:solidFill>
                  <a:srgbClr val="0070C0"/>
                </a:solidFill>
              </a:rPr>
              <a:t>, D, A, C, B, F,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Block access sequence: </a:t>
            </a:r>
            <a:r>
              <a:rPr lang="pt-BR" dirty="0"/>
              <a:t>A, B, D, E, A, </a:t>
            </a:r>
            <a:r>
              <a:rPr lang="pt-BR" b="1" dirty="0"/>
              <a:t>D</a:t>
            </a:r>
            <a:r>
              <a:rPr lang="pt-BR" dirty="0"/>
              <a:t>, A, C, B, F, A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236736"/>
              </p:ext>
            </p:extLst>
          </p:nvPr>
        </p:nvGraphicFramePr>
        <p:xfrm>
          <a:off x="1066800" y="2438481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1840832" y="2971800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173087"/>
              </p:ext>
            </p:extLst>
          </p:nvPr>
        </p:nvGraphicFramePr>
        <p:xfrm>
          <a:off x="1066800" y="4144247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364426"/>
              </p:ext>
            </p:extLst>
          </p:nvPr>
        </p:nvGraphicFramePr>
        <p:xfrm>
          <a:off x="1066800" y="5800825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V="1">
            <a:off x="1840832" y="4631927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816547" y="6288505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11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FIFO Block Replacement: Homework 5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417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Block access sequence: </a:t>
            </a:r>
            <a:r>
              <a:rPr lang="pt-BR" dirty="0"/>
              <a:t>A, B, D, E, A, D, </a:t>
            </a:r>
            <a:r>
              <a:rPr lang="pt-BR" b="1" dirty="0"/>
              <a:t>A</a:t>
            </a:r>
            <a:r>
              <a:rPr lang="pt-BR" dirty="0"/>
              <a:t>, C, B, F,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Block access sequence: </a:t>
            </a:r>
            <a:r>
              <a:rPr lang="pt-BR" dirty="0">
                <a:solidFill>
                  <a:srgbClr val="0070C0"/>
                </a:solidFill>
              </a:rPr>
              <a:t>A, B, D, E, A, D, A, </a:t>
            </a:r>
            <a:r>
              <a:rPr lang="pt-BR" b="1" dirty="0">
                <a:solidFill>
                  <a:srgbClr val="0070C0"/>
                </a:solidFill>
              </a:rPr>
              <a:t>C</a:t>
            </a:r>
            <a:r>
              <a:rPr lang="pt-BR" dirty="0">
                <a:solidFill>
                  <a:srgbClr val="0070C0"/>
                </a:solidFill>
              </a:rPr>
              <a:t>, B, F,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Block access sequence: </a:t>
            </a:r>
            <a:r>
              <a:rPr lang="pt-BR" dirty="0">
                <a:solidFill>
                  <a:srgbClr val="0070C0"/>
                </a:solidFill>
              </a:rPr>
              <a:t>A, B, D, E, A, D, A, C, </a:t>
            </a:r>
            <a:r>
              <a:rPr lang="pt-BR" b="1" dirty="0">
                <a:solidFill>
                  <a:srgbClr val="0070C0"/>
                </a:solidFill>
              </a:rPr>
              <a:t>B</a:t>
            </a:r>
            <a:r>
              <a:rPr lang="pt-BR" dirty="0">
                <a:solidFill>
                  <a:srgbClr val="0070C0"/>
                </a:solidFill>
              </a:rPr>
              <a:t>, F, A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47355"/>
              </p:ext>
            </p:extLst>
          </p:nvPr>
        </p:nvGraphicFramePr>
        <p:xfrm>
          <a:off x="1066800" y="2408871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1876927" y="2971800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867814"/>
              </p:ext>
            </p:extLst>
          </p:nvPr>
        </p:nvGraphicFramePr>
        <p:xfrm>
          <a:off x="946484" y="3984859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627769"/>
              </p:ext>
            </p:extLst>
          </p:nvPr>
        </p:nvGraphicFramePr>
        <p:xfrm>
          <a:off x="838200" y="5481563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V="1">
            <a:off x="3288734" y="4472539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163747" y="5969243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98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FIFO Block Replacement: Homework 5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Block access sequence: </a:t>
            </a:r>
            <a:r>
              <a:rPr lang="pt-BR" dirty="0">
                <a:solidFill>
                  <a:srgbClr val="0070C0"/>
                </a:solidFill>
              </a:rPr>
              <a:t>A, B, D, E, A, D, A, C, B, </a:t>
            </a:r>
            <a:r>
              <a:rPr lang="pt-BR" b="1" dirty="0">
                <a:solidFill>
                  <a:srgbClr val="0070C0"/>
                </a:solidFill>
              </a:rPr>
              <a:t>F</a:t>
            </a:r>
            <a:r>
              <a:rPr lang="pt-BR" dirty="0">
                <a:solidFill>
                  <a:srgbClr val="0070C0"/>
                </a:solidFill>
              </a:rPr>
              <a:t>,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Block access sequence: </a:t>
            </a:r>
            <a:r>
              <a:rPr lang="pt-BR" dirty="0">
                <a:solidFill>
                  <a:srgbClr val="0070C0"/>
                </a:solidFill>
              </a:rPr>
              <a:t>A, B, D, E, A, D, A, C, B, F, </a:t>
            </a:r>
            <a:r>
              <a:rPr lang="pt-BR" b="1" dirty="0">
                <a:solidFill>
                  <a:srgbClr val="0070C0"/>
                </a:solidFill>
              </a:rPr>
              <a:t>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0FA49-14E1-428A-A8D5-6247F6D71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31206"/>
              </p:ext>
            </p:extLst>
          </p:nvPr>
        </p:nvGraphicFramePr>
        <p:xfrm>
          <a:off x="1066800" y="2761499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4885430" y="3249179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6D6286-ED08-4CCF-ACBB-95CC5E9F0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01441"/>
              </p:ext>
            </p:extLst>
          </p:nvPr>
        </p:nvGraphicFramePr>
        <p:xfrm>
          <a:off x="1066800" y="4630737"/>
          <a:ext cx="6096000" cy="487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78976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5683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8249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38644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+mj-lt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891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775D5E-736C-4D82-9871-331E2105EB0A}"/>
              </a:ext>
            </a:extLst>
          </p:cNvPr>
          <p:cNvCxnSpPr/>
          <p:nvPr/>
        </p:nvCxnSpPr>
        <p:spPr>
          <a:xfrm flipV="1">
            <a:off x="6412375" y="5118417"/>
            <a:ext cx="0" cy="457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95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Cache Memory: Effective Access Time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performance of hierarchical memory is measured by its effective access time (EAT).</a:t>
                </a:r>
              </a:p>
              <a:p>
                <a:r>
                  <a:rPr lang="en-US" dirty="0"/>
                  <a:t>EAT is a weighted average that takes into account the hit ratio and relative access times of successive levels of memory.</a:t>
                </a:r>
              </a:p>
              <a:p>
                <a:r>
                  <a:rPr lang="en-US" dirty="0"/>
                  <a:t>The EAT for a two-level memory is given by:</a:t>
                </a:r>
              </a:p>
              <a:p>
                <a:pPr marL="11430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𝐸𝐴𝑇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𝐴𝑐𝑐𝑒𝑠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𝐴𝑐𝑐𝑒𝑠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𝑀𝑀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</a:p>
              <a:p>
                <a:pPr marL="344488" indent="0">
                  <a:buNone/>
                </a:pPr>
                <a:r>
                  <a:rPr lang="en-US" dirty="0"/>
                  <a:t>where </a:t>
                </a:r>
                <a:r>
                  <a:rPr lang="en-US" i="1" dirty="0"/>
                  <a:t>H</a:t>
                </a:r>
                <a:r>
                  <a:rPr lang="en-US" dirty="0"/>
                  <a:t> is the cache hit rate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𝐴𝑐𝑐𝑒𝑠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𝐴𝑐𝑐𝑒𝑠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𝑀𝑀</m:t>
                        </m:r>
                      </m:sub>
                    </m:sSub>
                  </m:oMath>
                </a14:m>
                <a:r>
                  <a:rPr lang="en-US" dirty="0"/>
                  <a:t> are the access times for cache and main memory, respectively.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928" r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623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Effective Access Time: Example #1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example, consider a system with a main memory access time of 200ns supported by a cache having a 10ns access time and a hit rate of 99%.</a:t>
            </a:r>
          </a:p>
          <a:p>
            <a:r>
              <a:rPr lang="en-US" dirty="0"/>
              <a:t>Suppose access to cache and main memory occurs concurrently, as opposed to sequentially. </a:t>
            </a:r>
          </a:p>
          <a:p>
            <a:r>
              <a:rPr lang="en-US" dirty="0"/>
              <a:t>In this scenario, the CPU initiates requests to cache and main memory simultaneously.</a:t>
            </a:r>
          </a:p>
          <a:p>
            <a:r>
              <a:rPr lang="en-US" dirty="0"/>
              <a:t>That is, the two requests overlap, so that if the block is not in cache, the request to main memory is already on its way.</a:t>
            </a:r>
          </a:p>
          <a:p>
            <a:r>
              <a:rPr lang="en-US" dirty="0"/>
              <a:t>The EAT is 0.99(10ns) + 0.01(200ns) = 9.9ns + 2ns = 11.9ns.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894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Effective Access Time: Example #2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accesses do not overlap, they must instead happen sequentially</a:t>
            </a:r>
          </a:p>
          <a:p>
            <a:r>
              <a:rPr lang="en-US" dirty="0"/>
              <a:t>In this scenario, the CPU first checks the cache for the block. If the block is not in the cache, the CPU initiates a request to main memory.</a:t>
            </a:r>
          </a:p>
          <a:p>
            <a:r>
              <a:rPr lang="en-US" dirty="0"/>
              <a:t>The EAT is 0.99(10ns) + 0.01(10ns + 200ns) = 9.9ns + 2.1ns = 12ns.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73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define input/output as a subsystem of components that moves coded data between external devices and a host system.</a:t>
            </a:r>
          </a:p>
          <a:p>
            <a:r>
              <a:rPr lang="en-US" dirty="0"/>
              <a:t>I/O subsystems include:</a:t>
            </a:r>
          </a:p>
          <a:p>
            <a:pPr lvl="1"/>
            <a:r>
              <a:rPr lang="en-US" dirty="0"/>
              <a:t>Blocks of main memory that are devoted to I/O functions.</a:t>
            </a:r>
          </a:p>
          <a:p>
            <a:pPr lvl="1"/>
            <a:r>
              <a:rPr lang="en-US" dirty="0"/>
              <a:t>Buses that move data into and out of the system. </a:t>
            </a:r>
          </a:p>
          <a:p>
            <a:pPr lvl="1"/>
            <a:r>
              <a:rPr lang="en-US" dirty="0"/>
              <a:t>Control modules in the host and in peripheral devices</a:t>
            </a:r>
          </a:p>
          <a:p>
            <a:pPr lvl="1"/>
            <a:r>
              <a:rPr lang="en-US" dirty="0"/>
              <a:t>Interfaces to external components such as keyboards and disks.</a:t>
            </a:r>
          </a:p>
          <a:p>
            <a:pPr lvl="1"/>
            <a:r>
              <a:rPr lang="en-US" dirty="0"/>
              <a:t>Cabling or communications links between the host system and its peripherals.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83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5181600" cy="5257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This figure shows an integrated I/O subsystem</a:t>
            </a:r>
          </a:p>
          <a:p>
            <a:r>
              <a:rPr lang="en-US" dirty="0"/>
              <a:t>Slower I/O devices like printers need to </a:t>
            </a:r>
            <a:r>
              <a:rPr lang="en-US" b="1" dirty="0"/>
              <a:t>buffer</a:t>
            </a:r>
            <a:r>
              <a:rPr lang="en-US" dirty="0"/>
              <a:t> the data sent to them by the CPU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953093"/>
            <a:ext cx="6705600" cy="542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55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devices is defined by a set of rules called a </a:t>
            </a:r>
            <a:r>
              <a:rPr lang="en-US" b="1" dirty="0"/>
              <a:t>protocol</a:t>
            </a:r>
          </a:p>
          <a:p>
            <a:r>
              <a:rPr lang="en-US" dirty="0"/>
              <a:t>As an example, one rule might be that the receiver acknowledge commands and data sent to it</a:t>
            </a:r>
          </a:p>
          <a:p>
            <a:pPr lvl="1"/>
            <a:r>
              <a:rPr lang="en-US" dirty="0"/>
              <a:t>“I am ready for your data!”</a:t>
            </a:r>
          </a:p>
          <a:p>
            <a:pPr lvl="1"/>
            <a:r>
              <a:rPr lang="en-US" dirty="0"/>
              <a:t>“I received your data!”</a:t>
            </a:r>
          </a:p>
          <a:p>
            <a:r>
              <a:rPr lang="en-US" dirty="0"/>
              <a:t>This type of protocol, when the two parties establish the communication parameters before communicating, is called a </a:t>
            </a:r>
            <a:r>
              <a:rPr lang="en-US" b="1" dirty="0"/>
              <a:t>handshake</a:t>
            </a:r>
            <a:r>
              <a:rPr lang="en-US" dirty="0"/>
              <a:t> protocol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24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76"/>
              </a:spcBef>
            </a:pPr>
            <a:r>
              <a:rPr lang="en-US" altLang="en-US" dirty="0"/>
              <a:t>I/O can be controlled in five general ways: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Programmed I/O</a:t>
            </a:r>
            <a:r>
              <a:rPr lang="en-US" altLang="en-US" dirty="0"/>
              <a:t> reserves a register for each I/O device. Each register is continually polled by the CPU to detect data arrival.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Interrupt-Driven I/O</a:t>
            </a:r>
            <a:r>
              <a:rPr lang="en-US" altLang="en-US" dirty="0"/>
              <a:t> allows the CPU to do other things until I/O is requested.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Memory-Mapped I/O</a:t>
            </a:r>
            <a:r>
              <a:rPr lang="en-US" altLang="en-US" dirty="0"/>
              <a:t> shares memory address space between I/O devices and program memory.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Direct Memory Access (DMA)</a:t>
            </a:r>
            <a:r>
              <a:rPr lang="en-US" altLang="en-US" dirty="0"/>
              <a:t> offloads I/O processing to a special-purpose chip that takes care of the details.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Channel I/O</a:t>
            </a:r>
            <a:r>
              <a:rPr lang="en-US" altLang="en-US" dirty="0"/>
              <a:t> uses dedicated I/O processors.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60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 –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Which of these mechanisms is used to temporarily store data to balance the speed between a slow I/O device and a fast CPU? [Multiple Choice]</a:t>
            </a:r>
          </a:p>
          <a:p>
            <a:pPr marL="0" indent="0">
              <a:buNone/>
            </a:pPr>
            <a:r>
              <a:rPr lang="en-US" altLang="zh-CN" dirty="0"/>
              <a:t>	A. DMA  B. Registers  C. Buffers  D. ALU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C - Buffers.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28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is an idealized I/O subsystem that uses interrupts.</a:t>
            </a:r>
          </a:p>
          <a:p>
            <a:r>
              <a:rPr lang="en-US" dirty="0"/>
              <a:t>Each device connects its interrupt line to the interrupt controller.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7_FIG02.jpg">
            <a:extLst>
              <a:ext uri="{FF2B5EF4-FFF2-40B4-BE49-F238E27FC236}">
                <a16:creationId xmlns:a16="http://schemas.microsoft.com/office/drawing/2014/main" id="{663A55A3-1478-4086-B0E5-D365F49D3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59818"/>
            <a:ext cx="7564489" cy="331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48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controller signals the CPU on the Interrupt (INT) line when any of the interrupt lines are asserted.</a:t>
            </a:r>
          </a:p>
          <a:p>
            <a:r>
              <a:rPr lang="en-US" dirty="0"/>
              <a:t>The CPU asserts the Interrupt Acknowledge (INTA) signal to tell the interrupt controller that it got the message and will start processing the interrupt.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7_FIG02.jpg">
            <a:extLst>
              <a:ext uri="{FF2B5EF4-FFF2-40B4-BE49-F238E27FC236}">
                <a16:creationId xmlns:a16="http://schemas.microsoft.com/office/drawing/2014/main" id="{663A55A3-1478-4086-B0E5-D365F49D3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568" y="3579335"/>
            <a:ext cx="5932205" cy="2597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278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Recall that in a system that uses interrupts, the status of the interrupt signal is checked at the start of the fetch-decode-execute cycle.</a:t>
            </a:r>
          </a:p>
          <a:p>
            <a:r>
              <a:rPr lang="en-US" altLang="en-US" dirty="0"/>
              <a:t>The particular code that is executed whenever an interrupt occurs is determined by a set of addresses called </a:t>
            </a:r>
            <a:r>
              <a:rPr lang="en-US" altLang="en-US" b="1" dirty="0"/>
              <a:t>interrupt vectors</a:t>
            </a:r>
            <a:r>
              <a:rPr lang="en-US" altLang="en-US" dirty="0"/>
              <a:t> that are stored in main memory. </a:t>
            </a:r>
          </a:p>
          <a:p>
            <a:r>
              <a:rPr lang="en-US" altLang="en-US" dirty="0"/>
              <a:t>An interrupt vector points to the </a:t>
            </a:r>
            <a:r>
              <a:rPr lang="en-US" altLang="en-US" b="1" dirty="0"/>
              <a:t>device driver</a:t>
            </a:r>
            <a:r>
              <a:rPr lang="en-US" altLang="en-US" dirty="0"/>
              <a:t> code that processes the interrupt.</a:t>
            </a:r>
          </a:p>
          <a:p>
            <a:r>
              <a:rPr lang="en-US" altLang="en-US" dirty="0"/>
              <a:t>The system state is saved before the </a:t>
            </a:r>
            <a:r>
              <a:rPr lang="en-US" altLang="en-US" b="1" dirty="0"/>
              <a:t>interrupt service routine</a:t>
            </a:r>
            <a:r>
              <a:rPr lang="en-US" altLang="en-US" dirty="0"/>
              <a:t> is executed and is restored afterward. Flowchart on the next slide.</a:t>
            </a:r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805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719136" y="1540041"/>
            <a:ext cx="5983705" cy="4952833"/>
            <a:chOff x="685800" y="1150961"/>
            <a:chExt cx="6477000" cy="5213746"/>
          </a:xfrm>
        </p:grpSpPr>
        <p:pic>
          <p:nvPicPr>
            <p:cNvPr id="5" name="Picture 5" descr="9781284033144_CH07_FIG04.jpg">
              <a:extLst>
                <a:ext uri="{FF2B5EF4-FFF2-40B4-BE49-F238E27FC236}">
                  <a16:creationId xmlns:a16="http://schemas.microsoft.com/office/drawing/2014/main" id="{CC8933C3-AA4E-4BF5-99B6-1D2D620288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4569" b="42034"/>
            <a:stretch/>
          </p:blipFill>
          <p:spPr bwMode="auto">
            <a:xfrm>
              <a:off x="685800" y="1150961"/>
              <a:ext cx="1457929" cy="5213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 descr="9781284033144_CH07_FIG04.jpg">
              <a:extLst>
                <a:ext uri="{FF2B5EF4-FFF2-40B4-BE49-F238E27FC236}">
                  <a16:creationId xmlns:a16="http://schemas.microsoft.com/office/drawing/2014/main" id="{647B7531-54F0-4C9F-8637-2C9E32962B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085"/>
            <a:stretch/>
          </p:blipFill>
          <p:spPr bwMode="auto">
            <a:xfrm>
              <a:off x="3048000" y="1684361"/>
              <a:ext cx="4114800" cy="359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251804-7E1E-42F5-B9C6-8A86BB783B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72640" y="5921081"/>
              <a:ext cx="543560" cy="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02019F-7A40-4A99-B3CF-F96ACE391DD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606040" y="1364321"/>
              <a:ext cx="0" cy="456184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4FB9AA9-CE73-4ADF-91AD-581B2E5671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06040" y="1364321"/>
              <a:ext cx="1168400" cy="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64746C0-2DEA-483D-A57F-EF6C6CCC2FC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768090" y="1356701"/>
              <a:ext cx="0" cy="39878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2234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Memory-mapped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memory-mapped I/O, devices and main memory share the same address space. </a:t>
            </a:r>
          </a:p>
          <a:p>
            <a:r>
              <a:rPr lang="en-US" dirty="0"/>
              <a:t>Each I/O device has its own reserved block of memory. </a:t>
            </a:r>
          </a:p>
          <a:p>
            <a:r>
              <a:rPr lang="en-US" dirty="0"/>
              <a:t>Memory-mapped I/O therefore looks just like a memory access from the point of view of the CPU. </a:t>
            </a:r>
          </a:p>
          <a:p>
            <a:r>
              <a:rPr lang="en-US" dirty="0"/>
              <a:t>Thus the same instructions are used to move data to and from both I/O and memory, greatly simplifying system design.</a:t>
            </a:r>
          </a:p>
          <a:p>
            <a:r>
              <a:rPr lang="en-US" dirty="0"/>
              <a:t>Each I/O device controller monitors the CPU’s address bus to see if the CPU is accessing a memory address assigned to the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064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Memory Access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 DMA, the CPU offloads execution of simple I/O instructions to a dedicated </a:t>
            </a:r>
            <a:r>
              <a:rPr lang="en-US" b="1" dirty="0"/>
              <a:t>DMA controller</a:t>
            </a:r>
          </a:p>
          <a:p>
            <a:pPr>
              <a:lnSpc>
                <a:spcPct val="120000"/>
              </a:lnSpc>
            </a:pPr>
            <a:r>
              <a:rPr lang="en-US" dirty="0"/>
              <a:t>The CPU gives the DMA controller the details of the I/O request (location and number of bytes to transfer, destination device or memory address)</a:t>
            </a:r>
          </a:p>
          <a:p>
            <a:pPr>
              <a:lnSpc>
                <a:spcPct val="120000"/>
              </a:lnSpc>
            </a:pPr>
            <a:r>
              <a:rPr lang="en-US" dirty="0"/>
              <a:t>The DMA controller executes the request, writing the data directly to main memory</a:t>
            </a:r>
          </a:p>
          <a:p>
            <a:pPr>
              <a:lnSpc>
                <a:spcPct val="120000"/>
              </a:lnSpc>
            </a:pPr>
            <a:r>
              <a:rPr lang="en-US" dirty="0"/>
              <a:t>When the I/O is complete, the DMA sends an interrupt signal to the CPU, so the CPU can process the data</a:t>
            </a:r>
          </a:p>
          <a:p>
            <a:pPr>
              <a:lnSpc>
                <a:spcPct val="120000"/>
              </a:lnSpc>
            </a:pPr>
            <a:r>
              <a:rPr lang="en-US" dirty="0"/>
              <a:t>The CPU and DMA controller share the system bus, so when the DMA controller is using the system bus for memory transfers we call it </a:t>
            </a:r>
            <a:r>
              <a:rPr lang="en-US" b="1" dirty="0"/>
              <a:t>cycle</a:t>
            </a:r>
            <a:r>
              <a:rPr lang="en-US" dirty="0"/>
              <a:t> </a:t>
            </a:r>
            <a:r>
              <a:rPr lang="en-US" b="1" dirty="0"/>
              <a:t>stealing</a:t>
            </a:r>
            <a:r>
              <a:rPr lang="en-US" dirty="0"/>
              <a:t> because the CPU can’t use the system bus itself during that time to perform other I/O operations or access main memory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154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Memory Access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48308"/>
            <a:ext cx="3657600" cy="4852491"/>
          </a:xfrm>
        </p:spPr>
        <p:txBody>
          <a:bodyPr/>
          <a:lstStyle/>
          <a:p>
            <a:r>
              <a:rPr lang="en-US" dirty="0"/>
              <a:t>This is a DMA configuration. Notice that the DMA controller and the CPU share the data bus.</a:t>
            </a:r>
          </a:p>
          <a:p>
            <a:endParaRPr lang="en-US" dirty="0"/>
          </a:p>
          <a:p>
            <a:r>
              <a:rPr lang="en-US" dirty="0"/>
              <a:t>The DMA runs at a higher priority and </a:t>
            </a:r>
            <a:r>
              <a:rPr lang="en-US" b="1" dirty="0"/>
              <a:t>steals</a:t>
            </a:r>
            <a:r>
              <a:rPr lang="en-US" dirty="0"/>
              <a:t> memory cycles from the CPU.</a:t>
            </a:r>
          </a:p>
          <a:p>
            <a:endParaRPr lang="en-US" dirty="0"/>
          </a:p>
        </p:txBody>
      </p:sp>
      <p:pic>
        <p:nvPicPr>
          <p:cNvPr id="4" name="Picture 3" descr="9781284033144_CH07_FIG05.jpg">
            <a:extLst>
              <a:ext uri="{FF2B5EF4-FFF2-40B4-BE49-F238E27FC236}">
                <a16:creationId xmlns:a16="http://schemas.microsoft.com/office/drawing/2014/main" id="{7D753A1D-654A-4A39-9513-713C1394A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63" y="1371600"/>
            <a:ext cx="71945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98045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Channel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42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Very large systems employ channel I/O, which is a form of DMA used on mainframe computers and file servers.</a:t>
            </a:r>
          </a:p>
          <a:p>
            <a:pPr>
              <a:lnSpc>
                <a:spcPct val="120000"/>
              </a:lnSpc>
            </a:pPr>
            <a:r>
              <a:rPr lang="en-US" dirty="0"/>
              <a:t>Channel I/O consists of one or more I/O processors (IOPs) that control various channel paths.</a:t>
            </a:r>
          </a:p>
          <a:p>
            <a:pPr>
              <a:lnSpc>
                <a:spcPct val="120000"/>
              </a:lnSpc>
            </a:pPr>
            <a:r>
              <a:rPr lang="en-US" dirty="0"/>
              <a:t>Slower devices such as terminals and printers are combined (</a:t>
            </a:r>
            <a:r>
              <a:rPr lang="en-US" i="1" dirty="0"/>
              <a:t>multiplexed</a:t>
            </a:r>
            <a:r>
              <a:rPr lang="en-US" dirty="0"/>
              <a:t>) into a single faster channel.</a:t>
            </a:r>
          </a:p>
          <a:p>
            <a:pPr>
              <a:lnSpc>
                <a:spcPct val="120000"/>
              </a:lnSpc>
            </a:pPr>
            <a:r>
              <a:rPr lang="en-US" dirty="0"/>
              <a:t>Channel I/O is distinguished from DMA by the “intelligence” of the IOPs.</a:t>
            </a:r>
          </a:p>
          <a:p>
            <a:pPr>
              <a:lnSpc>
                <a:spcPct val="120000"/>
              </a:lnSpc>
            </a:pPr>
            <a:r>
              <a:rPr lang="en-US" dirty="0"/>
              <a:t>The IOP negotiates protocols, issues device commands, translates storage coding to memory coding (i.e., data formats), and can transfer entire files independent of the host CPU.  </a:t>
            </a:r>
          </a:p>
          <a:p>
            <a:pPr>
              <a:lnSpc>
                <a:spcPct val="120000"/>
              </a:lnSpc>
            </a:pPr>
            <a:r>
              <a:rPr lang="en-US" dirty="0"/>
              <a:t>The host has only to create the program instructions for the I/O operation and tell the IOP where to find them.</a:t>
            </a:r>
          </a:p>
        </p:txBody>
      </p:sp>
    </p:spTree>
    <p:extLst>
      <p:ext uri="{BB962C8B-B14F-4D97-AF65-F5344CB8AC3E}">
        <p14:creationId xmlns:p14="http://schemas.microsoft.com/office/powerpoint/2010/main" val="808823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Channel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598"/>
            <a:ext cx="3581400" cy="5029201"/>
          </a:xfrm>
        </p:spPr>
        <p:txBody>
          <a:bodyPr>
            <a:normAutofit fontScale="92500"/>
          </a:bodyPr>
          <a:lstStyle/>
          <a:p>
            <a:r>
              <a:rPr lang="en-US" dirty="0"/>
              <a:t>Like DMA, channel I/O uses cycle stealing, but unlike DMA, uses the system bus only to fetch its instructions from the main memory.</a:t>
            </a:r>
          </a:p>
          <a:p>
            <a:endParaRPr lang="en-US" dirty="0"/>
          </a:p>
          <a:p>
            <a:r>
              <a:rPr lang="en-US" dirty="0"/>
              <a:t>A dedicated I/O bus is used to transfer the actual data between I/O devices </a:t>
            </a:r>
            <a:br>
              <a:rPr lang="en-US" dirty="0"/>
            </a:br>
            <a:r>
              <a:rPr lang="en-US" dirty="0"/>
              <a:t>(e.g., disk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tape).</a:t>
            </a:r>
          </a:p>
          <a:p>
            <a:endParaRPr lang="en-US" dirty="0"/>
          </a:p>
        </p:txBody>
      </p:sp>
      <p:pic>
        <p:nvPicPr>
          <p:cNvPr id="4" name="Picture 3" descr="9781284033144_CH07_FIG07.jpg">
            <a:extLst>
              <a:ext uri="{FF2B5EF4-FFF2-40B4-BE49-F238E27FC236}">
                <a16:creationId xmlns:a16="http://schemas.microsoft.com/office/drawing/2014/main" id="{09DEF39F-A344-49D1-9621-EFDF05A52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43000"/>
            <a:ext cx="72199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4680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 I/O vs. Block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Character I/O</a:t>
            </a:r>
            <a:r>
              <a:rPr lang="en-US" dirty="0"/>
              <a:t> devices process one byte (or character) at a time.</a:t>
            </a:r>
          </a:p>
          <a:p>
            <a:pPr lvl="1"/>
            <a:r>
              <a:rPr lang="en-US" dirty="0"/>
              <a:t>Examples include modems, keyboards, and mice.</a:t>
            </a:r>
          </a:p>
          <a:p>
            <a:pPr lvl="1"/>
            <a:r>
              <a:rPr lang="en-US" dirty="0"/>
              <a:t>Keyboards are usually connected through an interrupt-driven I/O system.</a:t>
            </a:r>
          </a:p>
          <a:p>
            <a:r>
              <a:rPr lang="en-US" b="1" dirty="0"/>
              <a:t>Block I/O</a:t>
            </a:r>
            <a:r>
              <a:rPr lang="en-US" dirty="0"/>
              <a:t> devices handle bytes in groups.</a:t>
            </a:r>
          </a:p>
          <a:p>
            <a:pPr lvl="1"/>
            <a:r>
              <a:rPr lang="en-US" dirty="0"/>
              <a:t>Most mass storage devices (disk and tape) are block I/O devices.</a:t>
            </a:r>
          </a:p>
          <a:p>
            <a:pPr lvl="1"/>
            <a:r>
              <a:rPr lang="en-US" dirty="0"/>
              <a:t>Block I/O systems are most efficiently connected through DMA or channel I/O, which handle large data transfers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603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 – Q1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Which I/O method is most likely to cause the CPU to check the status of a device repeatedly in a loop? [Multiple Choice]</a:t>
            </a:r>
          </a:p>
          <a:p>
            <a:pPr marL="914400" lvl="1" indent="-457200">
              <a:lnSpc>
                <a:spcPct val="110000"/>
              </a:lnSpc>
              <a:buAutoNum type="alphaUcPeriod"/>
            </a:pPr>
            <a:r>
              <a:rPr lang="en-US" dirty="0"/>
              <a:t>DMA  B. Programmed I/O  C. Interrupt-driven I/O  D. Channel I/O</a:t>
            </a:r>
          </a:p>
          <a:p>
            <a:pPr marL="914400" lvl="1" indent="-457200">
              <a:lnSpc>
                <a:spcPct val="110000"/>
              </a:lnSpc>
              <a:buAutoNum type="alphaUcPeriod"/>
            </a:pPr>
            <a:endParaRPr lang="en-US" dirty="0"/>
          </a:p>
          <a:p>
            <a:pPr marL="914400" lvl="1" indent="-457200">
              <a:lnSpc>
                <a:spcPct val="110000"/>
              </a:lnSpc>
              <a:buAutoNum type="alphaUcPeriod"/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0070C0"/>
                </a:solidFill>
              </a:rPr>
              <a:t>B – Polling takes CPU time. </a:t>
            </a:r>
          </a:p>
        </p:txBody>
      </p:sp>
    </p:spTree>
    <p:extLst>
      <p:ext uri="{BB962C8B-B14F-4D97-AF65-F5344CB8AC3E}">
        <p14:creationId xmlns:p14="http://schemas.microsoft.com/office/powerpoint/2010/main" val="246647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 – Q2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What is the main function of a channel controller in a computer system? [Multiple Choice]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800" dirty="0"/>
              <a:t>A. Handles screen refresh cycles</a:t>
            </a:r>
            <a:br>
              <a:rPr lang="en-US" altLang="zh-CN" sz="2800" dirty="0"/>
            </a:br>
            <a:r>
              <a:rPr lang="en-US" altLang="zh-CN" sz="2800" dirty="0"/>
              <a:t>B. Controls the clock rate of the CPU</a:t>
            </a:r>
            <a:br>
              <a:rPr lang="en-US" altLang="zh-CN" sz="2800" dirty="0"/>
            </a:br>
            <a:r>
              <a:rPr lang="en-US" altLang="zh-CN" sz="2800" dirty="0"/>
              <a:t>C. Manages complex I/O operations independently</a:t>
            </a:r>
            <a:br>
              <a:rPr lang="en-US" altLang="zh-CN" sz="2800" dirty="0"/>
            </a:br>
            <a:r>
              <a:rPr lang="en-US" altLang="zh-CN" sz="2800" dirty="0"/>
              <a:t>D. Maintains cache coherence</a:t>
            </a:r>
            <a:endParaRPr lang="zh-CN" altLang="zh-CN" sz="2800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0070C0"/>
                </a:solidFill>
              </a:rPr>
              <a:t>C - The IOP negotiates protocols, issues device commands, translates storage coding to memory coding (i.e., data formats), and can transfer entire files independent of the host CPU. </a:t>
            </a:r>
          </a:p>
        </p:txBody>
      </p:sp>
    </p:spTree>
    <p:extLst>
      <p:ext uri="{BB962C8B-B14F-4D97-AF65-F5344CB8AC3E}">
        <p14:creationId xmlns:p14="http://schemas.microsoft.com/office/powerpoint/2010/main" val="86001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88A4-BCEA-F820-7D6F-ECD807A1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844A-014B-81F5-1AE7-68F86E7C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 – Q3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78F4-6058-225E-2E27-E3FA0019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Which of the following is a common use case for DMA in modern systems? [Multiple Choice]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800" dirty="0"/>
              <a:t>A. Executing conditional branches</a:t>
            </a:r>
            <a:br>
              <a:rPr lang="en-US" altLang="zh-CN" sz="2800" dirty="0"/>
            </a:br>
            <a:r>
              <a:rPr lang="en-US" altLang="zh-CN" sz="2800" dirty="0"/>
              <a:t>B. Managing memory segmentation</a:t>
            </a:r>
            <a:br>
              <a:rPr lang="en-US" altLang="zh-CN" sz="2800" dirty="0"/>
            </a:br>
            <a:r>
              <a:rPr lang="en-US" altLang="zh-CN" sz="2800" dirty="0"/>
              <a:t>C. Performing large block transfers from disk to RAM</a:t>
            </a:r>
            <a:br>
              <a:rPr lang="en-US" altLang="zh-CN" sz="2800" dirty="0"/>
            </a:br>
            <a:r>
              <a:rPr lang="en-US" altLang="zh-CN" sz="2800" dirty="0"/>
              <a:t>D. Updating the program counter</a:t>
            </a:r>
            <a:endParaRPr lang="en-US" sz="2800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0070C0"/>
                </a:solidFill>
              </a:rPr>
              <a:t>C – DMA is used for data transfer with RAM</a:t>
            </a:r>
          </a:p>
        </p:txBody>
      </p:sp>
    </p:spTree>
    <p:extLst>
      <p:ext uri="{BB962C8B-B14F-4D97-AF65-F5344CB8AC3E}">
        <p14:creationId xmlns:p14="http://schemas.microsoft.com/office/powerpoint/2010/main" val="158244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Transmission Modes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Bytes can be conveyed from one point to another by sending their encoding signals simultaneously using </a:t>
            </a:r>
            <a:r>
              <a:rPr lang="en-US" b="1" dirty="0"/>
              <a:t>parallel data transmission</a:t>
            </a:r>
            <a:r>
              <a:rPr lang="en-US" dirty="0"/>
              <a:t> or by sending them one bit at a time in </a:t>
            </a:r>
            <a:r>
              <a:rPr lang="en-US" b="1" dirty="0"/>
              <a:t>serial data transmission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In parallel data transmission, the interface requires one wire for each bit.</a:t>
            </a:r>
          </a:p>
          <a:p>
            <a:pPr>
              <a:lnSpc>
                <a:spcPct val="120000"/>
              </a:lnSpc>
            </a:pPr>
            <a:r>
              <a:rPr lang="en-US" dirty="0"/>
              <a:t>Parallel cables are fatter than serial cables.</a:t>
            </a:r>
          </a:p>
          <a:p>
            <a:pPr>
              <a:lnSpc>
                <a:spcPct val="120000"/>
              </a:lnSpc>
            </a:pPr>
            <a:r>
              <a:rPr lang="en-US" dirty="0"/>
              <a:t>Compared with parallel data interfaces, serial communications interfaces: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Require fewer conductors (wires), making them cheaper.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Are less susceptible to </a:t>
            </a:r>
            <a:r>
              <a:rPr lang="en-US" b="1" dirty="0"/>
              <a:t>attenuation</a:t>
            </a:r>
            <a:r>
              <a:rPr lang="en-US" dirty="0"/>
              <a:t> (loss of signal strength), which is caused when multiple wires are adjacent to each other (as in parallel cables).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Can transmit data farther and faster more reliably.</a:t>
            </a:r>
          </a:p>
          <a:p>
            <a:pPr>
              <a:lnSpc>
                <a:spcPct val="120000"/>
              </a:lnSpc>
            </a:pPr>
            <a:r>
              <a:rPr lang="en-US" dirty="0"/>
              <a:t>With parallel transmission the multiple bits might not arrive at exactly the same time, further complicating matters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A694A-FAB4-3613-9363-04E94A25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025" y="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549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6553200" cy="52578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Magnetic disks offer large amounts of durable storage that can be accessed quickly.</a:t>
            </a:r>
          </a:p>
          <a:p>
            <a:r>
              <a:rPr lang="en-US" dirty="0"/>
              <a:t>Disk drives are called </a:t>
            </a:r>
            <a:r>
              <a:rPr lang="en-US" b="1" dirty="0"/>
              <a:t>random</a:t>
            </a:r>
            <a:r>
              <a:rPr lang="en-US" dirty="0"/>
              <a:t> (or </a:t>
            </a:r>
            <a:r>
              <a:rPr lang="en-US" b="1" dirty="0"/>
              <a:t>direct</a:t>
            </a:r>
            <a:r>
              <a:rPr lang="en-US" dirty="0"/>
              <a:t>) </a:t>
            </a:r>
            <a:r>
              <a:rPr lang="en-US" b="1" dirty="0"/>
              <a:t>access </a:t>
            </a:r>
            <a:r>
              <a:rPr lang="en-US" dirty="0"/>
              <a:t>storage devices, because blocks of data can be accessed according to their location on the disk.</a:t>
            </a:r>
          </a:p>
          <a:p>
            <a:pPr lvl="1"/>
            <a:r>
              <a:rPr lang="en-US" dirty="0"/>
              <a:t>This term was coined when all other durable storage (e.g., tape) was sequentially accessed.</a:t>
            </a:r>
          </a:p>
          <a:p>
            <a:r>
              <a:rPr lang="en-US" dirty="0"/>
              <a:t>Disk tracks are numbered from the outside edge, starting with zero.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836" y="1143000"/>
            <a:ext cx="4493564" cy="516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076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338" y="1143000"/>
            <a:ext cx="5681662" cy="396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6BF2E95-2867-D7B2-7617-9CA68CEA7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840" y="511175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70748"/>
            <a:ext cx="5791200" cy="48300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Hard disk platters are mounted on spindles.</a:t>
            </a:r>
          </a:p>
          <a:p>
            <a:r>
              <a:rPr lang="en-US" dirty="0"/>
              <a:t>Read/write heads are mounted on a comb that swings radially to read the disk.</a:t>
            </a:r>
          </a:p>
          <a:p>
            <a:r>
              <a:rPr lang="en-US" dirty="0"/>
              <a:t>The rotating disk forms a logical </a:t>
            </a:r>
            <a:r>
              <a:rPr lang="en-US" b="1" dirty="0"/>
              <a:t>cylinder</a:t>
            </a:r>
            <a:r>
              <a:rPr lang="en-US" dirty="0"/>
              <a:t> beneath the read/write heads.</a:t>
            </a:r>
          </a:p>
          <a:p>
            <a:r>
              <a:rPr lang="en-US" dirty="0"/>
              <a:t>Data blocks are addressed by their cylinder, surface, and sector.</a:t>
            </a:r>
          </a:p>
          <a:p>
            <a:r>
              <a:rPr lang="en-US" dirty="0"/>
              <a:t>Head touching platter </a:t>
            </a:r>
            <a:r>
              <a:rPr lang="en-US" altLang="zh-CN" dirty="0"/>
              <a:t>(head crash) </a:t>
            </a:r>
            <a:r>
              <a:rPr lang="en-US" dirty="0"/>
              <a:t>results in loss of data! </a:t>
            </a:r>
          </a:p>
        </p:txBody>
      </p:sp>
    </p:spTree>
    <p:extLst>
      <p:ext uri="{BB962C8B-B14F-4D97-AF65-F5344CB8AC3E}">
        <p14:creationId xmlns:p14="http://schemas.microsoft.com/office/powerpoint/2010/main" val="401749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number of electromechanical properties of hard disk drives that determine how fast its data can be accessed.</a:t>
            </a:r>
          </a:p>
          <a:p>
            <a:r>
              <a:rPr lang="en-US" b="1" dirty="0"/>
              <a:t>Seek time</a:t>
            </a:r>
            <a:r>
              <a:rPr lang="en-US" dirty="0"/>
              <a:t> is the time that </a:t>
            </a:r>
            <a:r>
              <a:rPr lang="en-US" b="1" dirty="0"/>
              <a:t>it takes for a disk arm to move into position over the desired cylinder.</a:t>
            </a:r>
          </a:p>
          <a:p>
            <a:r>
              <a:rPr lang="en-US" b="1" dirty="0"/>
              <a:t>Rotational delay</a:t>
            </a:r>
            <a:r>
              <a:rPr lang="en-US" dirty="0"/>
              <a:t> is the time </a:t>
            </a:r>
            <a:r>
              <a:rPr lang="en-US" b="1" dirty="0"/>
              <a:t>that it takes for the desired sector to move into position beneath the read/write head</a:t>
            </a:r>
            <a:r>
              <a:rPr lang="en-US" dirty="0"/>
              <a:t>.</a:t>
            </a:r>
          </a:p>
          <a:p>
            <a:r>
              <a:rPr lang="en-US" dirty="0"/>
              <a:t>Seek time + rotational delay = </a:t>
            </a:r>
            <a:r>
              <a:rPr lang="en-US" b="1" dirty="0"/>
              <a:t>access time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756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576"/>
                  </a:spcBef>
                </a:pPr>
                <a:r>
                  <a:rPr lang="en-US" altLang="en-US" b="1" dirty="0"/>
                  <a:t>Transfer rate</a:t>
                </a:r>
                <a:r>
                  <a:rPr lang="en-US" altLang="en-US" dirty="0"/>
                  <a:t> gives us the rate at which data can be read from the disk.</a:t>
                </a:r>
              </a:p>
              <a:p>
                <a:pPr>
                  <a:spcBef>
                    <a:spcPts val="576"/>
                  </a:spcBef>
                  <a:spcAft>
                    <a:spcPts val="1200"/>
                  </a:spcAft>
                </a:pPr>
                <a:r>
                  <a:rPr lang="en-US" altLang="en-US" b="1" dirty="0"/>
                  <a:t>Average latency</a:t>
                </a:r>
                <a:r>
                  <a:rPr lang="en-US" altLang="en-US" dirty="0"/>
                  <a:t> is a function of the rotational speed:</a:t>
                </a:r>
                <a:endParaRPr lang="en-US" altLang="en-US" i="1" dirty="0"/>
              </a:p>
              <a:p>
                <a:pPr marL="0" indent="0">
                  <a:spcBef>
                    <a:spcPts val="576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60 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seconds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disk</m:t>
                              </m:r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rotation</m:t>
                              </m:r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speed</m:t>
                              </m:r>
                            </m:den>
                          </m:f>
                          <m:r>
                            <a:rPr lang="en-US" altLang="en-US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1000 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den>
                          </m:f>
                        </m:num>
                        <m:den>
                          <m:r>
                            <a:rPr lang="en-US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altLang="en-US" b="1" dirty="0"/>
                  <a:t>Mean Time To Failure (MTTF)</a:t>
                </a:r>
                <a:r>
                  <a:rPr lang="en-US" altLang="en-US" dirty="0"/>
                  <a:t> is a statistically-determined value often calculated experimentally.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altLang="en-US" dirty="0"/>
                  <a:t>It usually doesn’t tell us much about the actual expected life of the disk. </a:t>
                </a:r>
                <a:r>
                  <a:rPr lang="en-US" altLang="en-US" b="1" dirty="0"/>
                  <a:t>Design life</a:t>
                </a:r>
                <a:r>
                  <a:rPr lang="en-US" altLang="en-US" dirty="0"/>
                  <a:t> (the intended/designed life span) is usually more realistic.</a:t>
                </a:r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254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Disks: Example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disk drive has the following characteristics:</a:t>
                </a:r>
              </a:p>
              <a:p>
                <a:pPr lvl="1"/>
                <a:r>
                  <a:rPr lang="en-US" dirty="0"/>
                  <a:t>4 surfaces with 1024 tracks per surface</a:t>
                </a:r>
              </a:p>
              <a:p>
                <a:pPr lvl="1"/>
                <a:r>
                  <a:rPr lang="en-US" dirty="0"/>
                  <a:t>128 sectors per track with 512 bytes/sector</a:t>
                </a:r>
              </a:p>
              <a:p>
                <a:pPr lvl="1"/>
                <a:r>
                  <a:rPr lang="en-US" dirty="0"/>
                  <a:t>Track-to-track seek time of 5 milliseconds</a:t>
                </a:r>
              </a:p>
              <a:p>
                <a:pPr lvl="1"/>
                <a:r>
                  <a:rPr lang="en-US" dirty="0"/>
                  <a:t>Rotational speed of 5000 RPM</a:t>
                </a:r>
              </a:p>
              <a:p>
                <a:r>
                  <a:rPr lang="en-US" dirty="0"/>
                  <a:t>What is the capacity of the drive in MB?</a:t>
                </a:r>
              </a:p>
              <a:p>
                <a:r>
                  <a:rPr lang="en-US" altLang="en-US" dirty="0"/>
                  <a:t>4 surfaces x 1024 tracks/surface x 128 sectors/track x 512 bytes/sector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altLang="en-US" dirty="0"/>
                  <a:t> bytes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lang="en-US" altLang="en-US" dirty="0"/>
                  <a:t> bytes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256×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altLang="en-US" dirty="0"/>
                  <a:t> bytes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256 MB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704444E-2600-24B8-01F6-6E86E151FC77}"/>
              </a:ext>
            </a:extLst>
          </p:cNvPr>
          <p:cNvSpPr txBox="1"/>
          <p:nvPr/>
        </p:nvSpPr>
        <p:spPr>
          <a:xfrm>
            <a:off x="5348025" y="4549676"/>
            <a:ext cx="68439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Real-life example: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Surfaces: 8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Tracks per surface: 500,000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Average sectors per track: 550</a:t>
            </a:r>
          </a:p>
          <a:p>
            <a:r>
              <a:rPr lang="en-US" sz="2400" dirty="0">
                <a:solidFill>
                  <a:srgbClr val="0070C0"/>
                </a:solidFill>
              </a:rPr>
              <a:t>Bytes per sector: 4096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Total capacity ≈ 8 × 500,000 × 550 × 4096 bytes ≈ 9 TB</a:t>
            </a:r>
          </a:p>
        </p:txBody>
      </p:sp>
      <p:pic>
        <p:nvPicPr>
          <p:cNvPr id="13318" name="Picture 6" descr="Amazon | ウエスタンデジタル WD101EFBX ［WD Red Plus（10TB 3.5インチ SATA 6G 7200rpm 256MB  CMR）］ | ウエスタンデジタル(Western Digital) | 内蔵ハードディスク 通販">
            <a:extLst>
              <a:ext uri="{FF2B5EF4-FFF2-40B4-BE49-F238E27FC236}">
                <a16:creationId xmlns:a16="http://schemas.microsoft.com/office/drawing/2014/main" id="{5DE4C1AF-DAFA-23AE-9C3F-613154508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294" y="354622"/>
            <a:ext cx="2094506" cy="280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87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396D4F3FBE81459556FDCA3F477A03" ma:contentTypeVersion="4" ma:contentTypeDescription="Create a new document." ma:contentTypeScope="" ma:versionID="b755ac89c73d1625610c43508c66eda4">
  <xsd:schema xmlns:xsd="http://www.w3.org/2001/XMLSchema" xmlns:xs="http://www.w3.org/2001/XMLSchema" xmlns:p="http://schemas.microsoft.com/office/2006/metadata/properties" xmlns:ns2="1a22e323-47b0-4d47-8cfa-1000afc68f2b" targetNamespace="http://schemas.microsoft.com/office/2006/metadata/properties" ma:root="true" ma:fieldsID="58f068782b86ca64c32db991266d7ab4" ns2:_="">
    <xsd:import namespace="1a22e323-47b0-4d47-8cfa-1000afc68f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2e323-47b0-4d47-8cfa-1000afc68f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91C7DB-B37E-40A5-A157-AD16BEA8C87F}"/>
</file>

<file path=customXml/itemProps2.xml><?xml version="1.0" encoding="utf-8"?>
<ds:datastoreItem xmlns:ds="http://schemas.openxmlformats.org/officeDocument/2006/customXml" ds:itemID="{5345D04F-B17F-41C6-BC87-379EF798A97A}"/>
</file>

<file path=customXml/itemProps3.xml><?xml version="1.0" encoding="utf-8"?>
<ds:datastoreItem xmlns:ds="http://schemas.openxmlformats.org/officeDocument/2006/customXml" ds:itemID="{2ED5A591-729C-4716-A53E-5597D86BAF23}"/>
</file>

<file path=docProps/app.xml><?xml version="1.0" encoding="utf-8"?>
<Properties xmlns="http://schemas.openxmlformats.org/officeDocument/2006/extended-properties" xmlns:vt="http://schemas.openxmlformats.org/officeDocument/2006/docPropsVTypes">
  <TotalTime>3785</TotalTime>
  <Words>4859</Words>
  <Application>Microsoft Office PowerPoint</Application>
  <PresentationFormat>Widescreen</PresentationFormat>
  <Paragraphs>472</Paragraphs>
  <Slides>59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Google Sans</vt:lpstr>
      <vt:lpstr>Arial</vt:lpstr>
      <vt:lpstr>Calibri</vt:lpstr>
      <vt:lpstr>Calibri Light</vt:lpstr>
      <vt:lpstr>Cambria Math</vt:lpstr>
      <vt:lpstr>Wingdings</vt:lpstr>
      <vt:lpstr>Office Theme</vt:lpstr>
      <vt:lpstr>ISE 218: Fundamentals of Information Technology Unit 05 and Unit 06 Review</vt:lpstr>
      <vt:lpstr>Class Hours for Weeks 15 and 16</vt:lpstr>
      <vt:lpstr>Midterm 05/30</vt:lpstr>
      <vt:lpstr>PowerPoint Presentation</vt:lpstr>
      <vt:lpstr>Types of Memory</vt:lpstr>
      <vt:lpstr>Types of Memory</vt:lpstr>
      <vt:lpstr>Types of Memory – Q1</vt:lpstr>
      <vt:lpstr>Types of Memory – Q2</vt:lpstr>
      <vt:lpstr>The Memory Hierarchy</vt:lpstr>
      <vt:lpstr>The Memory Hierarchy</vt:lpstr>
      <vt:lpstr>The Memory Hierarchy</vt:lpstr>
      <vt:lpstr>The Memory Hierarchy</vt:lpstr>
      <vt:lpstr>Data Storage – Q1</vt:lpstr>
      <vt:lpstr>Cache Memory</vt:lpstr>
      <vt:lpstr>Virtual Memory</vt:lpstr>
      <vt:lpstr>Cache Memory</vt:lpstr>
      <vt:lpstr>Cache Memory: Direct Mapped Cache</vt:lpstr>
      <vt:lpstr>Direct Mapped Cache</vt:lpstr>
      <vt:lpstr>Associative Cache</vt:lpstr>
      <vt:lpstr>Direct Mapped Cache: Homework 5 Q5</vt:lpstr>
      <vt:lpstr>Direct Mapped Cache: Homework 5 Q5 Extra</vt:lpstr>
      <vt:lpstr>Fully Associative Cache: Homework 5 Q4</vt:lpstr>
      <vt:lpstr>Block Replacement Policy</vt:lpstr>
      <vt:lpstr>Block Replacement Policy</vt:lpstr>
      <vt:lpstr>LRU Block Replacement: Homework 5 Q1</vt:lpstr>
      <vt:lpstr>LRU Block Replacement: Homework 5 Q1</vt:lpstr>
      <vt:lpstr>LRU Block Replacement: Homework 5 Q1</vt:lpstr>
      <vt:lpstr>FIFO Block Replacement: Homework 5 Q2</vt:lpstr>
      <vt:lpstr>FIFO Block Replacement: Homework 5 Q2</vt:lpstr>
      <vt:lpstr>FIFO Block Replacement: Homework 5 Q2</vt:lpstr>
      <vt:lpstr>FIFO Block Replacement: Homework 5 Q2</vt:lpstr>
      <vt:lpstr>FIFO Block Replacement: Homework 5 Q2</vt:lpstr>
      <vt:lpstr>Cache Memory: Effective Access Time</vt:lpstr>
      <vt:lpstr>Effective Access Time: Example #1</vt:lpstr>
      <vt:lpstr>Effective Access Time: Example #2</vt:lpstr>
      <vt:lpstr>I/O Architectures</vt:lpstr>
      <vt:lpstr>I/O Architectures</vt:lpstr>
      <vt:lpstr>I/O Architectures</vt:lpstr>
      <vt:lpstr>I/O Architectures</vt:lpstr>
      <vt:lpstr>I/O Architectures – Q1</vt:lpstr>
      <vt:lpstr>Interrupt-driven I/O</vt:lpstr>
      <vt:lpstr>Interrupt-driven I/O</vt:lpstr>
      <vt:lpstr>Interrupt-driven I/O</vt:lpstr>
      <vt:lpstr>Interrupt-driven I/O</vt:lpstr>
      <vt:lpstr>Memory-mapped I/O</vt:lpstr>
      <vt:lpstr>Direct Memory Access</vt:lpstr>
      <vt:lpstr>Direct Memory Access</vt:lpstr>
      <vt:lpstr>Channel I/O</vt:lpstr>
      <vt:lpstr>Channel I/O</vt:lpstr>
      <vt:lpstr>Character I/O vs. Block I/O</vt:lpstr>
      <vt:lpstr>I/O Architectures – Q1</vt:lpstr>
      <vt:lpstr>I/O Architectures – Q2</vt:lpstr>
      <vt:lpstr>I/O Architectures – Q3</vt:lpstr>
      <vt:lpstr>Data Transmission Modes</vt:lpstr>
      <vt:lpstr>Magnetic Disk Technology</vt:lpstr>
      <vt:lpstr>Magnetic Disk Technology</vt:lpstr>
      <vt:lpstr>Magnetic Disk Technology</vt:lpstr>
      <vt:lpstr>Magnetic Disk Technology</vt:lpstr>
      <vt:lpstr>Magnetic Disks: Example #1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Raza, Ali x58396</dc:creator>
  <cp:lastModifiedBy>于 心瑞 Xinrui YU</cp:lastModifiedBy>
  <cp:revision>29</cp:revision>
  <dcterms:created xsi:type="dcterms:W3CDTF">2019-10-22T10:01:53Z</dcterms:created>
  <dcterms:modified xsi:type="dcterms:W3CDTF">2025-05-23T08:19:19Z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0x010100AC396D4F3FBE81459556FDCA3F477A03</vt:lpwstr>
  </property>
</Properties>
</file>