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32"/>
  </p:notesMasterIdLst>
  <p:handoutMasterIdLst>
    <p:handoutMasterId r:id="rId33"/>
  </p:handoutMasterIdLst>
  <p:sldIdLst>
    <p:sldId id="569" r:id="rId4"/>
    <p:sldId id="564" r:id="rId5"/>
    <p:sldId id="704" r:id="rId6"/>
    <p:sldId id="706" r:id="rId7"/>
    <p:sldId id="709" r:id="rId8"/>
    <p:sldId id="708" r:id="rId9"/>
    <p:sldId id="710" r:id="rId10"/>
    <p:sldId id="712" r:id="rId11"/>
    <p:sldId id="713" r:id="rId12"/>
    <p:sldId id="714" r:id="rId13"/>
    <p:sldId id="716" r:id="rId14"/>
    <p:sldId id="717" r:id="rId15"/>
    <p:sldId id="718" r:id="rId16"/>
    <p:sldId id="719" r:id="rId17"/>
    <p:sldId id="721" r:id="rId18"/>
    <p:sldId id="722" r:id="rId19"/>
    <p:sldId id="724" r:id="rId20"/>
    <p:sldId id="725" r:id="rId21"/>
    <p:sldId id="726" r:id="rId22"/>
    <p:sldId id="727" r:id="rId23"/>
    <p:sldId id="728" r:id="rId24"/>
    <p:sldId id="729" r:id="rId25"/>
    <p:sldId id="730" r:id="rId26"/>
    <p:sldId id="731" r:id="rId27"/>
    <p:sldId id="732" r:id="rId28"/>
    <p:sldId id="733" r:id="rId29"/>
    <p:sldId id="734" r:id="rId30"/>
    <p:sldId id="703" r:id="rId31"/>
  </p:sldIdLst>
  <p:sldSz cx="12192000" cy="6858000"/>
  <p:notesSz cx="6858000" cy="9144000"/>
  <p:custDataLst>
    <p:tags r:id="rId34"/>
  </p:custDataLst>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Calibri" panose="020F0502020204030204" pitchFamily="34" charset="0"/>
        <a:ea typeface="+mn-ea"/>
        <a:cs typeface="+mn-cs"/>
      </a:defRPr>
    </a:lvl2pPr>
    <a:lvl3pPr marL="914400" algn="l" rtl="0" fontAlgn="base">
      <a:spcBef>
        <a:spcPct val="0"/>
      </a:spcBef>
      <a:spcAft>
        <a:spcPct val="0"/>
      </a:spcAft>
      <a:defRPr kern="1200">
        <a:solidFill>
          <a:schemeClr val="tx1"/>
        </a:solidFill>
        <a:latin typeface="Calibri" panose="020F0502020204030204" pitchFamily="34" charset="0"/>
        <a:ea typeface="+mn-ea"/>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74">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蔡 之奡"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p:cViewPr varScale="1">
        <p:scale>
          <a:sx n="86" d="100"/>
          <a:sy n="86" d="100"/>
        </p:scale>
        <p:origin x="738" y="96"/>
      </p:cViewPr>
      <p:guideLst>
        <p:guide orient="horz" pos="2174"/>
        <p:guide pos="384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commentAuthors" Target="commentAuthors.xml"/><Relationship Id="rId8" Type="http://schemas.openxmlformats.org/officeDocument/2006/relationships/slide" Target="slides/slide5.xml"/><Relationship Id="rId3"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F04D0DD-6FD6-281A-BCB7-42144CA53F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id="{C19A1A96-2F16-BE91-86FE-68FE8D6CEBA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defRPr>
            </a:lvl1pPr>
          </a:lstStyle>
          <a:p>
            <a:fld id="{0F9B84EA-7D68-4D60-9CB1-D50884785D1C}" type="datetimeFigureOut">
              <a:rPr lang="zh-CN" altLang="en-US"/>
              <a:pPr/>
              <a:t>2026/4/28</a:t>
            </a:fld>
            <a:endParaRPr lang="zh-CN" altLang="en-US"/>
          </a:p>
        </p:txBody>
      </p:sp>
      <p:sp>
        <p:nvSpPr>
          <p:cNvPr id="4" name="页脚占位符 3">
            <a:extLst>
              <a:ext uri="{FF2B5EF4-FFF2-40B4-BE49-F238E27FC236}">
                <a16:creationId xmlns:a16="http://schemas.microsoft.com/office/drawing/2014/main" id="{2D440DF2-3042-0FA9-D72A-FD2D5AC0A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id="{EE5329AB-C756-3FB4-2E5E-490A3631A676}"/>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solidFill>
                  <a:srgbClr val="898989"/>
                </a:solidFill>
              </a:defRPr>
            </a:lvl1pPr>
          </a:lstStyle>
          <a:p>
            <a:fld id="{ADFAFA34-8B85-4199-97E2-BD77E1DB7A97}"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936FAA-6316-F675-E19F-03EE97E118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en-US"/>
          </a:p>
        </p:txBody>
      </p:sp>
      <p:sp>
        <p:nvSpPr>
          <p:cNvPr id="3" name="Date Placeholder 2">
            <a:extLst>
              <a:ext uri="{FF2B5EF4-FFF2-40B4-BE49-F238E27FC236}">
                <a16:creationId xmlns:a16="http://schemas.microsoft.com/office/drawing/2014/main" id="{EFBA0A2D-89A4-3BB9-4CAE-9C46FE2EA94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defRPr>
            </a:lvl1pPr>
          </a:lstStyle>
          <a:p>
            <a:fld id="{AD803431-147E-41C7-B20A-C5FF66517516}" type="datetimeFigureOut">
              <a:rPr lang="en-US"/>
              <a:pPr/>
              <a:t>4/28/2026</a:t>
            </a:fld>
            <a:endParaRPr lang="en-US"/>
          </a:p>
        </p:txBody>
      </p:sp>
      <p:sp>
        <p:nvSpPr>
          <p:cNvPr id="4100" name="Slide Image Placeholder 3">
            <a:extLst>
              <a:ext uri="{FF2B5EF4-FFF2-40B4-BE49-F238E27FC236}">
                <a16:creationId xmlns:a16="http://schemas.microsoft.com/office/drawing/2014/main" id="{AE95A9CC-00ED-ECED-EEA8-EF89F3ADC38B}"/>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4101" name="Notes Placeholder 4">
            <a:extLst>
              <a:ext uri="{FF2B5EF4-FFF2-40B4-BE49-F238E27FC236}">
                <a16:creationId xmlns:a16="http://schemas.microsoft.com/office/drawing/2014/main" id="{AD623F05-86DC-9F01-3869-E71E0F4831C2}"/>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6" name="Footer Placeholder 5">
            <a:extLst>
              <a:ext uri="{FF2B5EF4-FFF2-40B4-BE49-F238E27FC236}">
                <a16:creationId xmlns:a16="http://schemas.microsoft.com/office/drawing/2014/main" id="{FE7E1567-A2D0-8FC4-8B02-105F63BEA8D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en-US"/>
          </a:p>
        </p:txBody>
      </p:sp>
      <p:sp>
        <p:nvSpPr>
          <p:cNvPr id="7" name="Slide Number Placeholder 6">
            <a:extLst>
              <a:ext uri="{FF2B5EF4-FFF2-40B4-BE49-F238E27FC236}">
                <a16:creationId xmlns:a16="http://schemas.microsoft.com/office/drawing/2014/main" id="{6D553933-97CF-BA75-4157-26D856E2CE1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ea typeface="宋体" panose="02010600030101010101" pitchFamily="2" charset="-122"/>
              </a:defRPr>
            </a:lvl1pPr>
          </a:lstStyle>
          <a:p>
            <a:fld id="{4A202DB1-28F0-4B03-B3D3-5FD61859BD3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a:extLst>
              <a:ext uri="{FF2B5EF4-FFF2-40B4-BE49-F238E27FC236}">
                <a16:creationId xmlns:a16="http://schemas.microsoft.com/office/drawing/2014/main" id="{CC9DB4E2-0D97-460D-71EC-D945F5D5AA55}"/>
              </a:ext>
            </a:extLst>
          </p:cNvPr>
          <p:cNvSpPr>
            <a:spLocks noGrp="1" noRot="1" noChangeAspect="1" noChangeArrowheads="1"/>
          </p:cNvSpPr>
          <p:nvPr>
            <p:ph type="sldImg" idx="4294967295"/>
          </p:nvPr>
        </p:nvSpPr>
        <p:spPr>
          <a:ln>
            <a:miter lim="800000"/>
          </a:ln>
        </p:spPr>
      </p:sp>
      <p:sp>
        <p:nvSpPr>
          <p:cNvPr id="7170" name="文本占位符 2">
            <a:extLst>
              <a:ext uri="{FF2B5EF4-FFF2-40B4-BE49-F238E27FC236}">
                <a16:creationId xmlns:a16="http://schemas.microsoft.com/office/drawing/2014/main" id="{64F88675-EAD7-BAA9-6435-CEF3CE50B5E6}"/>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a:extLst>
              <a:ext uri="{FF2B5EF4-FFF2-40B4-BE49-F238E27FC236}">
                <a16:creationId xmlns:a16="http://schemas.microsoft.com/office/drawing/2014/main" id="{AFEDEAE3-CEC2-2DD3-5B49-8EEEF6F35A5D}"/>
              </a:ext>
            </a:extLst>
          </p:cNvPr>
          <p:cNvSpPr>
            <a:spLocks noGrp="1" noRot="1" noChangeAspect="1" noChangeArrowheads="1"/>
          </p:cNvSpPr>
          <p:nvPr>
            <p:ph type="sldImg" idx="4294967295"/>
          </p:nvPr>
        </p:nvSpPr>
        <p:spPr>
          <a:ln>
            <a:miter lim="800000"/>
          </a:ln>
        </p:spPr>
      </p:sp>
      <p:sp>
        <p:nvSpPr>
          <p:cNvPr id="9218" name="文本占位符 2">
            <a:extLst>
              <a:ext uri="{FF2B5EF4-FFF2-40B4-BE49-F238E27FC236}">
                <a16:creationId xmlns:a16="http://schemas.microsoft.com/office/drawing/2014/main" id="{4ADB62CB-C653-A694-ABDF-223489635A9B}"/>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a:extLst>
              <a:ext uri="{FF2B5EF4-FFF2-40B4-BE49-F238E27FC236}">
                <a16:creationId xmlns:a16="http://schemas.microsoft.com/office/drawing/2014/main" id="{AF694B97-F130-FF33-1A27-D0905457E352}"/>
              </a:ext>
            </a:extLst>
          </p:cNvPr>
          <p:cNvSpPr>
            <a:spLocks noGrp="1" noRot="1" noChangeAspect="1" noChangeArrowheads="1"/>
          </p:cNvSpPr>
          <p:nvPr>
            <p:ph type="sldImg" idx="4294967295"/>
          </p:nvPr>
        </p:nvSpPr>
        <p:spPr>
          <a:ln>
            <a:miter lim="800000"/>
          </a:ln>
        </p:spPr>
      </p:sp>
      <p:sp>
        <p:nvSpPr>
          <p:cNvPr id="11266" name="文本占位符 2">
            <a:extLst>
              <a:ext uri="{FF2B5EF4-FFF2-40B4-BE49-F238E27FC236}">
                <a16:creationId xmlns:a16="http://schemas.microsoft.com/office/drawing/2014/main" id="{50785084-AB4D-84CD-CCFA-30597B8A7AB9}"/>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a:extLst>
              <a:ext uri="{FF2B5EF4-FFF2-40B4-BE49-F238E27FC236}">
                <a16:creationId xmlns:a16="http://schemas.microsoft.com/office/drawing/2014/main" id="{A1B421EE-316C-2F9F-9377-A80EC6829BD4}"/>
              </a:ext>
            </a:extLst>
          </p:cNvPr>
          <p:cNvSpPr>
            <a:spLocks noGrp="1" noRot="1" noChangeAspect="1" noChangeArrowheads="1"/>
          </p:cNvSpPr>
          <p:nvPr>
            <p:ph type="sldImg" idx="4294967295"/>
          </p:nvPr>
        </p:nvSpPr>
        <p:spPr>
          <a:ln>
            <a:miter lim="800000"/>
          </a:ln>
        </p:spPr>
      </p:sp>
      <p:sp>
        <p:nvSpPr>
          <p:cNvPr id="13314" name="文本占位符 2">
            <a:extLst>
              <a:ext uri="{FF2B5EF4-FFF2-40B4-BE49-F238E27FC236}">
                <a16:creationId xmlns:a16="http://schemas.microsoft.com/office/drawing/2014/main" id="{9D6CBE64-969E-9B04-949E-9A03E28CAA1E}"/>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a:extLst>
              <a:ext uri="{FF2B5EF4-FFF2-40B4-BE49-F238E27FC236}">
                <a16:creationId xmlns:a16="http://schemas.microsoft.com/office/drawing/2014/main" id="{133A8A0E-E6F0-97D3-7D57-9D8C460A947B}"/>
              </a:ext>
            </a:extLst>
          </p:cNvPr>
          <p:cNvSpPr>
            <a:spLocks noGrp="1" noRot="1" noChangeAspect="1" noChangeArrowheads="1"/>
          </p:cNvSpPr>
          <p:nvPr>
            <p:ph type="sldImg" idx="4294967295"/>
          </p:nvPr>
        </p:nvSpPr>
        <p:spPr>
          <a:ln>
            <a:miter lim="800000"/>
          </a:ln>
        </p:spPr>
      </p:sp>
      <p:sp>
        <p:nvSpPr>
          <p:cNvPr id="15362" name="文本占位符 2">
            <a:extLst>
              <a:ext uri="{FF2B5EF4-FFF2-40B4-BE49-F238E27FC236}">
                <a16:creationId xmlns:a16="http://schemas.microsoft.com/office/drawing/2014/main" id="{D44E5469-175E-6275-F8B0-4D53382B989F}"/>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a:extLst>
              <a:ext uri="{FF2B5EF4-FFF2-40B4-BE49-F238E27FC236}">
                <a16:creationId xmlns:a16="http://schemas.microsoft.com/office/drawing/2014/main" id="{19ABCF08-6068-0C7A-FC28-4F67F452DEC3}"/>
              </a:ext>
            </a:extLst>
          </p:cNvPr>
          <p:cNvSpPr>
            <a:spLocks noGrp="1" noRot="1" noChangeAspect="1" noChangeArrowheads="1"/>
          </p:cNvSpPr>
          <p:nvPr>
            <p:ph type="sldImg" idx="4294967295"/>
          </p:nvPr>
        </p:nvSpPr>
        <p:spPr>
          <a:ln>
            <a:miter lim="800000"/>
          </a:ln>
        </p:spPr>
      </p:sp>
      <p:sp>
        <p:nvSpPr>
          <p:cNvPr id="17410" name="文本占位符 2">
            <a:extLst>
              <a:ext uri="{FF2B5EF4-FFF2-40B4-BE49-F238E27FC236}">
                <a16:creationId xmlns:a16="http://schemas.microsoft.com/office/drawing/2014/main" id="{0292ADF5-61A9-12D1-BCD6-7235B3F12FAC}"/>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C19B4E8E-B877-555E-DD1E-69A1C8EA23DF}"/>
              </a:ext>
            </a:extLst>
          </p:cNvPr>
          <p:cNvSpPr>
            <a:spLocks noGrp="1" noRot="1" noChangeAspect="1" noChangeArrowheads="1"/>
          </p:cNvSpPr>
          <p:nvPr>
            <p:ph type="sldImg" idx="4294967295"/>
          </p:nvPr>
        </p:nvSpPr>
        <p:spPr>
          <a:ln>
            <a:miter lim="800000"/>
          </a:ln>
        </p:spPr>
      </p:sp>
      <p:sp>
        <p:nvSpPr>
          <p:cNvPr id="19458" name="文本占位符 2">
            <a:extLst>
              <a:ext uri="{FF2B5EF4-FFF2-40B4-BE49-F238E27FC236}">
                <a16:creationId xmlns:a16="http://schemas.microsoft.com/office/drawing/2014/main" id="{A7EA9745-F92B-9AA5-3528-4C1F05CD5401}"/>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a:extLst>
              <a:ext uri="{FF2B5EF4-FFF2-40B4-BE49-F238E27FC236}">
                <a16:creationId xmlns:a16="http://schemas.microsoft.com/office/drawing/2014/main" id="{B88C9D3B-5F0B-EAEE-A9FC-1D5831C5171B}"/>
              </a:ext>
            </a:extLst>
          </p:cNvPr>
          <p:cNvSpPr>
            <a:spLocks noGrp="1" noRot="1" noChangeAspect="1" noChangeArrowheads="1"/>
          </p:cNvSpPr>
          <p:nvPr>
            <p:ph type="sldImg" idx="4294967295"/>
          </p:nvPr>
        </p:nvSpPr>
        <p:spPr>
          <a:ln>
            <a:miter lim="800000"/>
          </a:ln>
        </p:spPr>
      </p:sp>
      <p:sp>
        <p:nvSpPr>
          <p:cNvPr id="21506" name="文本占位符 2">
            <a:extLst>
              <a:ext uri="{FF2B5EF4-FFF2-40B4-BE49-F238E27FC236}">
                <a16:creationId xmlns:a16="http://schemas.microsoft.com/office/drawing/2014/main" id="{02BF6446-6C9E-527A-EF3E-43BF9D3528E9}"/>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a:extLst>
              <a:ext uri="{FF2B5EF4-FFF2-40B4-BE49-F238E27FC236}">
                <a16:creationId xmlns:a16="http://schemas.microsoft.com/office/drawing/2014/main" id="{79A31874-B1BC-C282-C413-2CA863EBCB1B}"/>
              </a:ext>
            </a:extLst>
          </p:cNvPr>
          <p:cNvSpPr>
            <a:spLocks noGrp="1" noRot="1" noChangeAspect="1" noChangeArrowheads="1"/>
          </p:cNvSpPr>
          <p:nvPr>
            <p:ph type="sldImg" idx="4294967295"/>
          </p:nvPr>
        </p:nvSpPr>
        <p:spPr>
          <a:ln>
            <a:miter lim="800000"/>
          </a:ln>
        </p:spPr>
      </p:sp>
      <p:sp>
        <p:nvSpPr>
          <p:cNvPr id="23554" name="文本占位符 2">
            <a:extLst>
              <a:ext uri="{FF2B5EF4-FFF2-40B4-BE49-F238E27FC236}">
                <a16:creationId xmlns:a16="http://schemas.microsoft.com/office/drawing/2014/main" id="{C30A6A43-DD23-2087-07D9-645BECBAF012}"/>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a:extLst>
              <a:ext uri="{FF2B5EF4-FFF2-40B4-BE49-F238E27FC236}">
                <a16:creationId xmlns:a16="http://schemas.microsoft.com/office/drawing/2014/main" id="{D73C0AC1-B9F4-100F-F0AD-24800C754456}"/>
              </a:ext>
            </a:extLst>
          </p:cNvPr>
          <p:cNvSpPr>
            <a:spLocks noGrp="1" noRot="1" noChangeAspect="1" noChangeArrowheads="1"/>
          </p:cNvSpPr>
          <p:nvPr>
            <p:ph type="sldImg" idx="4294967295"/>
          </p:nvPr>
        </p:nvSpPr>
        <p:spPr>
          <a:ln>
            <a:miter lim="800000"/>
          </a:ln>
        </p:spPr>
      </p:sp>
      <p:sp>
        <p:nvSpPr>
          <p:cNvPr id="25602" name="文本占位符 2">
            <a:extLst>
              <a:ext uri="{FF2B5EF4-FFF2-40B4-BE49-F238E27FC236}">
                <a16:creationId xmlns:a16="http://schemas.microsoft.com/office/drawing/2014/main" id="{A4A94330-E92B-230B-E2C7-11F2AE5D9A5F}"/>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EE4D841C-C5C3-D172-91DA-9010737FF268}"/>
              </a:ext>
            </a:extLst>
          </p:cNvPr>
          <p:cNvSpPr>
            <a:spLocks noGrp="1" noRot="1" noChangeAspect="1" noChangeArrowheads="1"/>
          </p:cNvSpPr>
          <p:nvPr>
            <p:ph type="sldImg" idx="4294967295"/>
          </p:nvPr>
        </p:nvSpPr>
        <p:spPr>
          <a:ln>
            <a:miter lim="800000"/>
          </a:ln>
        </p:spPr>
      </p:sp>
      <p:sp>
        <p:nvSpPr>
          <p:cNvPr id="27650" name="文本占位符 2">
            <a:extLst>
              <a:ext uri="{FF2B5EF4-FFF2-40B4-BE49-F238E27FC236}">
                <a16:creationId xmlns:a16="http://schemas.microsoft.com/office/drawing/2014/main" id="{4E15E2C9-A641-0946-4B82-5FE76F2FF36F}"/>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a:extLst>
              <a:ext uri="{FF2B5EF4-FFF2-40B4-BE49-F238E27FC236}">
                <a16:creationId xmlns:a16="http://schemas.microsoft.com/office/drawing/2014/main" id="{D63D0146-9880-32E3-057D-ECA6511E443D}"/>
              </a:ext>
            </a:extLst>
          </p:cNvPr>
          <p:cNvSpPr>
            <a:spLocks noGrp="1" noRot="1" noChangeAspect="1" noChangeArrowheads="1"/>
          </p:cNvSpPr>
          <p:nvPr>
            <p:ph type="sldImg" idx="4294967295"/>
          </p:nvPr>
        </p:nvSpPr>
        <p:spPr>
          <a:ln>
            <a:miter lim="800000"/>
          </a:ln>
        </p:spPr>
      </p:sp>
      <p:sp>
        <p:nvSpPr>
          <p:cNvPr id="29698" name="文本占位符 2">
            <a:extLst>
              <a:ext uri="{FF2B5EF4-FFF2-40B4-BE49-F238E27FC236}">
                <a16:creationId xmlns:a16="http://schemas.microsoft.com/office/drawing/2014/main" id="{C1B0131B-78CB-D12E-419A-3BB022BC1917}"/>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a:extLst>
              <a:ext uri="{FF2B5EF4-FFF2-40B4-BE49-F238E27FC236}">
                <a16:creationId xmlns:a16="http://schemas.microsoft.com/office/drawing/2014/main" id="{BCBAC255-6F3E-83D5-4A4E-2840FCD644A0}"/>
              </a:ext>
            </a:extLst>
          </p:cNvPr>
          <p:cNvSpPr>
            <a:spLocks noGrp="1" noRot="1" noChangeAspect="1" noChangeArrowheads="1"/>
          </p:cNvSpPr>
          <p:nvPr>
            <p:ph type="sldImg" idx="4294967295"/>
          </p:nvPr>
        </p:nvSpPr>
        <p:spPr>
          <a:ln>
            <a:miter lim="800000"/>
          </a:ln>
        </p:spPr>
      </p:sp>
      <p:sp>
        <p:nvSpPr>
          <p:cNvPr id="32770" name="文本占位符 2">
            <a:extLst>
              <a:ext uri="{FF2B5EF4-FFF2-40B4-BE49-F238E27FC236}">
                <a16:creationId xmlns:a16="http://schemas.microsoft.com/office/drawing/2014/main" id="{7738ACF1-7CBF-06E2-9433-908CC54F13F6}"/>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a:extLst>
              <a:ext uri="{FF2B5EF4-FFF2-40B4-BE49-F238E27FC236}">
                <a16:creationId xmlns:a16="http://schemas.microsoft.com/office/drawing/2014/main" id="{2F515764-E863-195F-10EB-A4FEC030CDF1}"/>
              </a:ext>
            </a:extLst>
          </p:cNvPr>
          <p:cNvSpPr>
            <a:spLocks noGrp="1" noRot="1" noChangeAspect="1" noChangeArrowheads="1"/>
          </p:cNvSpPr>
          <p:nvPr>
            <p:ph type="sldImg" idx="4294967295"/>
          </p:nvPr>
        </p:nvSpPr>
        <p:spPr>
          <a:ln>
            <a:miter lim="800000"/>
          </a:ln>
        </p:spPr>
      </p:sp>
      <p:sp>
        <p:nvSpPr>
          <p:cNvPr id="34818" name="文本占位符 2">
            <a:extLst>
              <a:ext uri="{FF2B5EF4-FFF2-40B4-BE49-F238E27FC236}">
                <a16:creationId xmlns:a16="http://schemas.microsoft.com/office/drawing/2014/main" id="{C444931A-8F7D-9D92-CE45-451D9413E0C5}"/>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09B8B7B6-20A5-E2C8-2B01-8C120E236D85}"/>
              </a:ext>
            </a:extLst>
          </p:cNvPr>
          <p:cNvSpPr>
            <a:spLocks noGrp="1" noRot="1" noChangeAspect="1" noChangeArrowheads="1"/>
          </p:cNvSpPr>
          <p:nvPr>
            <p:ph type="sldImg" idx="4294967295"/>
          </p:nvPr>
        </p:nvSpPr>
        <p:spPr>
          <a:ln>
            <a:miter lim="800000"/>
          </a:ln>
        </p:spPr>
      </p:sp>
      <p:sp>
        <p:nvSpPr>
          <p:cNvPr id="36866" name="文本占位符 2">
            <a:extLst>
              <a:ext uri="{FF2B5EF4-FFF2-40B4-BE49-F238E27FC236}">
                <a16:creationId xmlns:a16="http://schemas.microsoft.com/office/drawing/2014/main" id="{4C66AAB5-150E-F6B2-D65C-C1DFC1815DD4}"/>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a:extLst>
              <a:ext uri="{FF2B5EF4-FFF2-40B4-BE49-F238E27FC236}">
                <a16:creationId xmlns:a16="http://schemas.microsoft.com/office/drawing/2014/main" id="{A785ABCF-8C94-EA68-EFE9-BE504C9F2AB3}"/>
              </a:ext>
            </a:extLst>
          </p:cNvPr>
          <p:cNvSpPr>
            <a:spLocks noGrp="1" noRot="1" noChangeAspect="1" noChangeArrowheads="1"/>
          </p:cNvSpPr>
          <p:nvPr>
            <p:ph type="sldImg" idx="4294967295"/>
          </p:nvPr>
        </p:nvSpPr>
        <p:spPr>
          <a:ln>
            <a:miter lim="800000"/>
          </a:ln>
        </p:spPr>
      </p:sp>
      <p:sp>
        <p:nvSpPr>
          <p:cNvPr id="38914" name="文本占位符 2">
            <a:extLst>
              <a:ext uri="{FF2B5EF4-FFF2-40B4-BE49-F238E27FC236}">
                <a16:creationId xmlns:a16="http://schemas.microsoft.com/office/drawing/2014/main" id="{DC27FDEB-3996-AADE-75EC-86EDC30703DF}"/>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a:extLst>
              <a:ext uri="{FF2B5EF4-FFF2-40B4-BE49-F238E27FC236}">
                <a16:creationId xmlns:a16="http://schemas.microsoft.com/office/drawing/2014/main" id="{B89B8D12-E090-DF26-F500-8F0D2B45E5C7}"/>
              </a:ext>
            </a:extLst>
          </p:cNvPr>
          <p:cNvSpPr>
            <a:spLocks noGrp="1" noRot="1" noChangeAspect="1" noChangeArrowheads="1"/>
          </p:cNvSpPr>
          <p:nvPr>
            <p:ph type="sldImg" idx="4294967295"/>
          </p:nvPr>
        </p:nvSpPr>
        <p:spPr>
          <a:ln>
            <a:miter lim="800000"/>
          </a:ln>
        </p:spPr>
      </p:sp>
      <p:sp>
        <p:nvSpPr>
          <p:cNvPr id="40962" name="文本占位符 2">
            <a:extLst>
              <a:ext uri="{FF2B5EF4-FFF2-40B4-BE49-F238E27FC236}">
                <a16:creationId xmlns:a16="http://schemas.microsoft.com/office/drawing/2014/main" id="{11CFF2A1-05BF-0CAE-298F-4190B0B21E01}"/>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04500D28-B854-2E6C-2EC0-742E99093BBC}"/>
              </a:ext>
            </a:extLst>
          </p:cNvPr>
          <p:cNvSpPr>
            <a:spLocks noGrp="1" noRot="1" noChangeAspect="1" noChangeArrowheads="1"/>
          </p:cNvSpPr>
          <p:nvPr>
            <p:ph type="sldImg" idx="4294967295"/>
          </p:nvPr>
        </p:nvSpPr>
        <p:spPr>
          <a:ln>
            <a:miter lim="800000"/>
          </a:ln>
        </p:spPr>
      </p:sp>
      <p:sp>
        <p:nvSpPr>
          <p:cNvPr id="43010" name="文本占位符 2">
            <a:extLst>
              <a:ext uri="{FF2B5EF4-FFF2-40B4-BE49-F238E27FC236}">
                <a16:creationId xmlns:a16="http://schemas.microsoft.com/office/drawing/2014/main" id="{119755C4-BF2C-9E8F-1B5C-603063ABADAC}"/>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a:extLst>
              <a:ext uri="{FF2B5EF4-FFF2-40B4-BE49-F238E27FC236}">
                <a16:creationId xmlns:a16="http://schemas.microsoft.com/office/drawing/2014/main" id="{5405C2F2-180E-D2F7-D6B4-1E2C450A25A9}"/>
              </a:ext>
            </a:extLst>
          </p:cNvPr>
          <p:cNvSpPr>
            <a:spLocks noGrp="1" noRot="1" noChangeAspect="1" noChangeArrowheads="1"/>
          </p:cNvSpPr>
          <p:nvPr>
            <p:ph type="sldImg" idx="4294967295"/>
          </p:nvPr>
        </p:nvSpPr>
        <p:spPr>
          <a:ln>
            <a:miter lim="800000"/>
          </a:ln>
        </p:spPr>
      </p:sp>
      <p:sp>
        <p:nvSpPr>
          <p:cNvPr id="45058" name="文本占位符 2">
            <a:extLst>
              <a:ext uri="{FF2B5EF4-FFF2-40B4-BE49-F238E27FC236}">
                <a16:creationId xmlns:a16="http://schemas.microsoft.com/office/drawing/2014/main" id="{37244DA4-A52C-DC06-488D-5ECD045CEA3A}"/>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a:extLst>
              <a:ext uri="{FF2B5EF4-FFF2-40B4-BE49-F238E27FC236}">
                <a16:creationId xmlns:a16="http://schemas.microsoft.com/office/drawing/2014/main" id="{C787CA35-A1B9-28DC-9956-26FC2FC3730C}"/>
              </a:ext>
            </a:extLst>
          </p:cNvPr>
          <p:cNvSpPr>
            <a:spLocks noGrp="1" noRot="1" noChangeAspect="1" noChangeArrowheads="1"/>
          </p:cNvSpPr>
          <p:nvPr>
            <p:ph type="sldImg" idx="4294967295"/>
          </p:nvPr>
        </p:nvSpPr>
        <p:spPr>
          <a:ln>
            <a:miter lim="800000"/>
          </a:ln>
        </p:spPr>
      </p:sp>
      <p:sp>
        <p:nvSpPr>
          <p:cNvPr id="47106" name="文本占位符 2">
            <a:extLst>
              <a:ext uri="{FF2B5EF4-FFF2-40B4-BE49-F238E27FC236}">
                <a16:creationId xmlns:a16="http://schemas.microsoft.com/office/drawing/2014/main" id="{81A9910F-9620-B36A-3738-166CBA7B65D4}"/>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a:extLst>
              <a:ext uri="{FF2B5EF4-FFF2-40B4-BE49-F238E27FC236}">
                <a16:creationId xmlns:a16="http://schemas.microsoft.com/office/drawing/2014/main" id="{90B00160-569F-F5D3-3DD3-CC2D516FE102}"/>
              </a:ext>
            </a:extLst>
          </p:cNvPr>
          <p:cNvSpPr>
            <a:spLocks noGrp="1" noRot="1" noChangeAspect="1" noChangeArrowheads="1"/>
          </p:cNvSpPr>
          <p:nvPr>
            <p:ph type="sldImg" idx="4294967295"/>
          </p:nvPr>
        </p:nvSpPr>
        <p:spPr>
          <a:ln>
            <a:miter lim="800000"/>
          </a:ln>
        </p:spPr>
      </p:sp>
      <p:sp>
        <p:nvSpPr>
          <p:cNvPr id="49154" name="文本占位符 2">
            <a:extLst>
              <a:ext uri="{FF2B5EF4-FFF2-40B4-BE49-F238E27FC236}">
                <a16:creationId xmlns:a16="http://schemas.microsoft.com/office/drawing/2014/main" id="{DD81B86E-D7A9-F12F-7ED7-4912519D802D}"/>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a:extLst>
              <a:ext uri="{FF2B5EF4-FFF2-40B4-BE49-F238E27FC236}">
                <a16:creationId xmlns:a16="http://schemas.microsoft.com/office/drawing/2014/main" id="{8389A70F-7B20-310A-9FD9-44510756AE7D}"/>
              </a:ext>
            </a:extLst>
          </p:cNvPr>
          <p:cNvSpPr>
            <a:spLocks noGrp="1" noRot="1" noChangeAspect="1" noChangeArrowheads="1"/>
          </p:cNvSpPr>
          <p:nvPr>
            <p:ph type="sldImg" idx="4294967295"/>
          </p:nvPr>
        </p:nvSpPr>
        <p:spPr>
          <a:ln>
            <a:miter lim="800000"/>
          </a:ln>
        </p:spPr>
      </p:sp>
      <p:sp>
        <p:nvSpPr>
          <p:cNvPr id="51202" name="文本占位符 2">
            <a:extLst>
              <a:ext uri="{FF2B5EF4-FFF2-40B4-BE49-F238E27FC236}">
                <a16:creationId xmlns:a16="http://schemas.microsoft.com/office/drawing/2014/main" id="{8DF520BE-6F40-2C8A-CE51-C6D82E24D39F}"/>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a:extLst>
              <a:ext uri="{FF2B5EF4-FFF2-40B4-BE49-F238E27FC236}">
                <a16:creationId xmlns:a16="http://schemas.microsoft.com/office/drawing/2014/main" id="{09932446-BA5E-E2D8-1182-DCBF29869E96}"/>
              </a:ext>
            </a:extLst>
          </p:cNvPr>
          <p:cNvSpPr>
            <a:spLocks noGrp="1" noRot="1" noChangeAspect="1" noChangeArrowheads="1"/>
          </p:cNvSpPr>
          <p:nvPr>
            <p:ph type="sldImg" idx="4294967295"/>
          </p:nvPr>
        </p:nvSpPr>
        <p:spPr>
          <a:ln>
            <a:miter lim="800000"/>
          </a:ln>
        </p:spPr>
      </p:sp>
      <p:sp>
        <p:nvSpPr>
          <p:cNvPr id="53250" name="文本占位符 2">
            <a:extLst>
              <a:ext uri="{FF2B5EF4-FFF2-40B4-BE49-F238E27FC236}">
                <a16:creationId xmlns:a16="http://schemas.microsoft.com/office/drawing/2014/main" id="{B7D9F6ED-E7BB-FA9B-3DB6-1B60D69FC2B9}"/>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a:extLst>
              <a:ext uri="{FF2B5EF4-FFF2-40B4-BE49-F238E27FC236}">
                <a16:creationId xmlns:a16="http://schemas.microsoft.com/office/drawing/2014/main" id="{06150D18-0ECB-4E64-DE4A-2CD48D860C1A}"/>
              </a:ext>
            </a:extLst>
          </p:cNvPr>
          <p:cNvSpPr>
            <a:spLocks noGrp="1" noRot="1" noChangeAspect="1" noChangeArrowheads="1"/>
          </p:cNvSpPr>
          <p:nvPr>
            <p:ph type="sldImg" idx="4294967295"/>
          </p:nvPr>
        </p:nvSpPr>
        <p:spPr>
          <a:ln>
            <a:miter lim="800000"/>
          </a:ln>
        </p:spPr>
      </p:sp>
      <p:sp>
        <p:nvSpPr>
          <p:cNvPr id="55298" name="文本占位符 2">
            <a:extLst>
              <a:ext uri="{FF2B5EF4-FFF2-40B4-BE49-F238E27FC236}">
                <a16:creationId xmlns:a16="http://schemas.microsoft.com/office/drawing/2014/main" id="{8A7682EB-7DEC-C917-D231-729EB846724A}"/>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a:extLst>
              <a:ext uri="{FF2B5EF4-FFF2-40B4-BE49-F238E27FC236}">
                <a16:creationId xmlns:a16="http://schemas.microsoft.com/office/drawing/2014/main" id="{53A93B65-339C-D58E-D90E-435FF2D88F81}"/>
              </a:ext>
            </a:extLst>
          </p:cNvPr>
          <p:cNvSpPr>
            <a:spLocks noGrp="1" noRot="1" noChangeAspect="1" noChangeArrowheads="1"/>
          </p:cNvSpPr>
          <p:nvPr>
            <p:ph type="sldImg" idx="4294967295"/>
          </p:nvPr>
        </p:nvSpPr>
        <p:spPr>
          <a:ln>
            <a:miter lim="800000"/>
          </a:ln>
        </p:spPr>
      </p:sp>
      <p:sp>
        <p:nvSpPr>
          <p:cNvPr id="57346" name="文本占位符 2">
            <a:extLst>
              <a:ext uri="{FF2B5EF4-FFF2-40B4-BE49-F238E27FC236}">
                <a16:creationId xmlns:a16="http://schemas.microsoft.com/office/drawing/2014/main" id="{58199476-ED5B-E349-4B65-C8FDEFCD0043}"/>
              </a:ext>
            </a:extLst>
          </p:cNvPr>
          <p:cNvSpPr>
            <a:spLocks noGrp="1" noChangeArrowheads="1"/>
          </p:cNvSpPr>
          <p:nvPr>
            <p:ph type="body" idx="4294967295"/>
          </p:nvPr>
        </p:nvSpPr>
        <p:spPr/>
        <p:txBody>
          <a:bodyPr/>
          <a:lstStyle/>
          <a:p>
            <a:endParaRPr lang="en-US" altLang="zh-CN">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p>
        </p:txBody>
      </p:sp>
      <p:sp>
        <p:nvSpPr>
          <p:cNvPr id="4" name="Date Placeholder 3">
            <a:extLst>
              <a:ext uri="{FF2B5EF4-FFF2-40B4-BE49-F238E27FC236}">
                <a16:creationId xmlns:a16="http://schemas.microsoft.com/office/drawing/2014/main" id="{E7341683-0653-EC9A-5F76-48FA4B85EA93}"/>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5" name="Footer Placeholder 4">
            <a:extLst>
              <a:ext uri="{FF2B5EF4-FFF2-40B4-BE49-F238E27FC236}">
                <a16:creationId xmlns:a16="http://schemas.microsoft.com/office/drawing/2014/main" id="{B7E08848-80D8-B918-0C24-DFB11A50DE72}"/>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BB17B349-0253-E438-EE96-BDBF3D083CB6}"/>
              </a:ext>
            </a:extLst>
          </p:cNvPr>
          <p:cNvSpPr>
            <a:spLocks noGrp="1"/>
          </p:cNvSpPr>
          <p:nvPr>
            <p:ph type="sldNum" sz="quarter" idx="12"/>
          </p:nvPr>
        </p:nvSpPr>
        <p:spPr/>
        <p:txBody>
          <a:bodyPr/>
          <a:lstStyle>
            <a:lvl1pPr>
              <a:defRPr/>
            </a:lvl1pPr>
          </a:lstStyle>
          <a:p>
            <a:fld id="{938EE98C-8532-4AB8-827A-BBE07A859B74}" type="slidenum">
              <a:rPr lang="en-US" altLang="zh-CN"/>
              <a:pPr/>
              <a:t>‹#›</a:t>
            </a:fld>
            <a:endParaRPr lang="en-US" altLang="zh-CN"/>
          </a:p>
        </p:txBody>
      </p:sp>
    </p:spTree>
    <p:extLst>
      <p:ext uri="{BB962C8B-B14F-4D97-AF65-F5344CB8AC3E}">
        <p14:creationId xmlns:p14="http://schemas.microsoft.com/office/powerpoint/2010/main" val="300753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a:extLst>
              <a:ext uri="{FF2B5EF4-FFF2-40B4-BE49-F238E27FC236}">
                <a16:creationId xmlns:a16="http://schemas.microsoft.com/office/drawing/2014/main" id="{6093F8E1-F841-8BA3-1A84-C902DA549E2C}"/>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5" name="Footer Placeholder 4">
            <a:extLst>
              <a:ext uri="{FF2B5EF4-FFF2-40B4-BE49-F238E27FC236}">
                <a16:creationId xmlns:a16="http://schemas.microsoft.com/office/drawing/2014/main" id="{E1083290-AA4F-4A02-24DA-785D56E0555B}"/>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E95BC5DA-745F-0AEB-A7CB-DBC2E90D847A}"/>
              </a:ext>
            </a:extLst>
          </p:cNvPr>
          <p:cNvSpPr>
            <a:spLocks noGrp="1"/>
          </p:cNvSpPr>
          <p:nvPr>
            <p:ph type="sldNum" sz="quarter" idx="12"/>
          </p:nvPr>
        </p:nvSpPr>
        <p:spPr/>
        <p:txBody>
          <a:bodyPr/>
          <a:lstStyle>
            <a:lvl1pPr>
              <a:defRPr/>
            </a:lvl1pPr>
          </a:lstStyle>
          <a:p>
            <a:fld id="{03A963F5-E24C-4763-9136-8CE64357832E}" type="slidenum">
              <a:rPr lang="en-US" altLang="zh-CN"/>
              <a:pPr/>
              <a:t>‹#›</a:t>
            </a:fld>
            <a:endParaRPr lang="en-US" altLang="zh-CN"/>
          </a:p>
        </p:txBody>
      </p:sp>
    </p:spTree>
    <p:extLst>
      <p:ext uri="{BB962C8B-B14F-4D97-AF65-F5344CB8AC3E}">
        <p14:creationId xmlns:p14="http://schemas.microsoft.com/office/powerpoint/2010/main" val="1402409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D48EDE7E-8561-30F6-26D9-D0061EFB8F4B}"/>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5" name="Footer Placeholder 4">
            <a:extLst>
              <a:ext uri="{FF2B5EF4-FFF2-40B4-BE49-F238E27FC236}">
                <a16:creationId xmlns:a16="http://schemas.microsoft.com/office/drawing/2014/main" id="{193266ED-C61A-4778-2DAC-672D125E0438}"/>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FE8B3B8C-50C4-F74A-4079-96A00813DB75}"/>
              </a:ext>
            </a:extLst>
          </p:cNvPr>
          <p:cNvSpPr>
            <a:spLocks noGrp="1"/>
          </p:cNvSpPr>
          <p:nvPr>
            <p:ph type="sldNum" sz="quarter" idx="12"/>
          </p:nvPr>
        </p:nvSpPr>
        <p:spPr/>
        <p:txBody>
          <a:bodyPr/>
          <a:lstStyle>
            <a:lvl1pPr>
              <a:defRPr/>
            </a:lvl1pPr>
          </a:lstStyle>
          <a:p>
            <a:fld id="{82E84D3A-BFD6-4709-A52D-4F940DACE80A}" type="slidenum">
              <a:rPr lang="en-US" altLang="zh-CN"/>
              <a:pPr/>
              <a:t>‹#›</a:t>
            </a:fld>
            <a:endParaRPr lang="en-US" altLang="zh-CN"/>
          </a:p>
        </p:txBody>
      </p:sp>
    </p:spTree>
    <p:extLst>
      <p:ext uri="{BB962C8B-B14F-4D97-AF65-F5344CB8AC3E}">
        <p14:creationId xmlns:p14="http://schemas.microsoft.com/office/powerpoint/2010/main" val="3340153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Date Placeholder 3">
            <a:extLst>
              <a:ext uri="{FF2B5EF4-FFF2-40B4-BE49-F238E27FC236}">
                <a16:creationId xmlns:a16="http://schemas.microsoft.com/office/drawing/2014/main" id="{E78D5232-4A39-E5BB-B0D7-F3D72059233F}"/>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6" name="Footer Placeholder 4">
            <a:extLst>
              <a:ext uri="{FF2B5EF4-FFF2-40B4-BE49-F238E27FC236}">
                <a16:creationId xmlns:a16="http://schemas.microsoft.com/office/drawing/2014/main" id="{F329AA7D-DB95-B48D-D3DF-DBD912AD919E}"/>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7" name="Slide Number Placeholder 5">
            <a:extLst>
              <a:ext uri="{FF2B5EF4-FFF2-40B4-BE49-F238E27FC236}">
                <a16:creationId xmlns:a16="http://schemas.microsoft.com/office/drawing/2014/main" id="{B02C1CC0-A0BB-70C0-39AF-71D7B54EDB68}"/>
              </a:ext>
            </a:extLst>
          </p:cNvPr>
          <p:cNvSpPr>
            <a:spLocks noGrp="1"/>
          </p:cNvSpPr>
          <p:nvPr>
            <p:ph type="sldNum" sz="quarter" idx="12"/>
          </p:nvPr>
        </p:nvSpPr>
        <p:spPr/>
        <p:txBody>
          <a:bodyPr/>
          <a:lstStyle>
            <a:lvl1pPr>
              <a:defRPr/>
            </a:lvl1pPr>
          </a:lstStyle>
          <a:p>
            <a:fld id="{41452D94-AA6E-47F6-95F0-5D5B99CCB77C}" type="slidenum">
              <a:rPr lang="en-US" altLang="zh-CN"/>
              <a:pPr/>
              <a:t>‹#›</a:t>
            </a:fld>
            <a:endParaRPr lang="en-US" altLang="zh-CN"/>
          </a:p>
        </p:txBody>
      </p:sp>
    </p:spTree>
    <p:extLst>
      <p:ext uri="{BB962C8B-B14F-4D97-AF65-F5344CB8AC3E}">
        <p14:creationId xmlns:p14="http://schemas.microsoft.com/office/powerpoint/2010/main" val="3301639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Date Placeholder 3">
            <a:extLst>
              <a:ext uri="{FF2B5EF4-FFF2-40B4-BE49-F238E27FC236}">
                <a16:creationId xmlns:a16="http://schemas.microsoft.com/office/drawing/2014/main" id="{41A2E4BD-EB0D-6A25-6855-F91BD11405D5}"/>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8" name="Footer Placeholder 4">
            <a:extLst>
              <a:ext uri="{FF2B5EF4-FFF2-40B4-BE49-F238E27FC236}">
                <a16:creationId xmlns:a16="http://schemas.microsoft.com/office/drawing/2014/main" id="{3ACF651F-33DB-8426-3133-923E7CCC5D33}"/>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9" name="Slide Number Placeholder 5">
            <a:extLst>
              <a:ext uri="{FF2B5EF4-FFF2-40B4-BE49-F238E27FC236}">
                <a16:creationId xmlns:a16="http://schemas.microsoft.com/office/drawing/2014/main" id="{3FD846FB-E83C-E4E2-7729-2E6D00D1973E}"/>
              </a:ext>
            </a:extLst>
          </p:cNvPr>
          <p:cNvSpPr>
            <a:spLocks noGrp="1"/>
          </p:cNvSpPr>
          <p:nvPr>
            <p:ph type="sldNum" sz="quarter" idx="12"/>
          </p:nvPr>
        </p:nvSpPr>
        <p:spPr/>
        <p:txBody>
          <a:bodyPr/>
          <a:lstStyle>
            <a:lvl1pPr>
              <a:defRPr/>
            </a:lvl1pPr>
          </a:lstStyle>
          <a:p>
            <a:fld id="{BE4DAC6A-9C4F-482C-B886-1E1A9962C51A}" type="slidenum">
              <a:rPr lang="en-US" altLang="zh-CN"/>
              <a:pPr/>
              <a:t>‹#›</a:t>
            </a:fld>
            <a:endParaRPr lang="en-US" altLang="zh-CN"/>
          </a:p>
        </p:txBody>
      </p:sp>
    </p:spTree>
    <p:extLst>
      <p:ext uri="{BB962C8B-B14F-4D97-AF65-F5344CB8AC3E}">
        <p14:creationId xmlns:p14="http://schemas.microsoft.com/office/powerpoint/2010/main" val="3520015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3">
            <a:extLst>
              <a:ext uri="{FF2B5EF4-FFF2-40B4-BE49-F238E27FC236}">
                <a16:creationId xmlns:a16="http://schemas.microsoft.com/office/drawing/2014/main" id="{F47C2541-9FFA-334C-61CD-6AA6D9D8FC59}"/>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4" name="Footer Placeholder 4">
            <a:extLst>
              <a:ext uri="{FF2B5EF4-FFF2-40B4-BE49-F238E27FC236}">
                <a16:creationId xmlns:a16="http://schemas.microsoft.com/office/drawing/2014/main" id="{613D6111-E286-1C87-B4E1-998A9DD5DFB8}"/>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5" name="Slide Number Placeholder 5">
            <a:extLst>
              <a:ext uri="{FF2B5EF4-FFF2-40B4-BE49-F238E27FC236}">
                <a16:creationId xmlns:a16="http://schemas.microsoft.com/office/drawing/2014/main" id="{2FEB43B2-1679-2A70-10F6-D3B978D4E8BB}"/>
              </a:ext>
            </a:extLst>
          </p:cNvPr>
          <p:cNvSpPr>
            <a:spLocks noGrp="1"/>
          </p:cNvSpPr>
          <p:nvPr>
            <p:ph type="sldNum" sz="quarter" idx="12"/>
          </p:nvPr>
        </p:nvSpPr>
        <p:spPr/>
        <p:txBody>
          <a:bodyPr/>
          <a:lstStyle>
            <a:lvl1pPr>
              <a:defRPr/>
            </a:lvl1pPr>
          </a:lstStyle>
          <a:p>
            <a:fld id="{70D7EED7-E946-449A-A6E4-326B04784252}" type="slidenum">
              <a:rPr lang="en-US" altLang="zh-CN"/>
              <a:pPr/>
              <a:t>‹#›</a:t>
            </a:fld>
            <a:endParaRPr lang="en-US" altLang="zh-CN"/>
          </a:p>
        </p:txBody>
      </p:sp>
    </p:spTree>
    <p:extLst>
      <p:ext uri="{BB962C8B-B14F-4D97-AF65-F5344CB8AC3E}">
        <p14:creationId xmlns:p14="http://schemas.microsoft.com/office/powerpoint/2010/main" val="985387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24C6CAD-0CED-BA1A-C3DA-4F71CC1F3BEF}"/>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3" name="Footer Placeholder 4">
            <a:extLst>
              <a:ext uri="{FF2B5EF4-FFF2-40B4-BE49-F238E27FC236}">
                <a16:creationId xmlns:a16="http://schemas.microsoft.com/office/drawing/2014/main" id="{EB293F9A-0F8C-CDB5-D533-18E2E32548F5}"/>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4" name="Slide Number Placeholder 5">
            <a:extLst>
              <a:ext uri="{FF2B5EF4-FFF2-40B4-BE49-F238E27FC236}">
                <a16:creationId xmlns:a16="http://schemas.microsoft.com/office/drawing/2014/main" id="{F893A86C-CE57-36FA-13F2-334FA6BE5503}"/>
              </a:ext>
            </a:extLst>
          </p:cNvPr>
          <p:cNvSpPr>
            <a:spLocks noGrp="1"/>
          </p:cNvSpPr>
          <p:nvPr>
            <p:ph type="sldNum" sz="quarter" idx="12"/>
          </p:nvPr>
        </p:nvSpPr>
        <p:spPr/>
        <p:txBody>
          <a:bodyPr/>
          <a:lstStyle>
            <a:lvl1pPr>
              <a:defRPr/>
            </a:lvl1pPr>
          </a:lstStyle>
          <a:p>
            <a:fld id="{5A0699B2-50CF-4640-BF19-D1FAD5A92D19}" type="slidenum">
              <a:rPr lang="en-US" altLang="zh-CN"/>
              <a:pPr/>
              <a:t>‹#›</a:t>
            </a:fld>
            <a:endParaRPr lang="en-US" altLang="zh-CN"/>
          </a:p>
        </p:txBody>
      </p:sp>
    </p:spTree>
    <p:extLst>
      <p:ext uri="{BB962C8B-B14F-4D97-AF65-F5344CB8AC3E}">
        <p14:creationId xmlns:p14="http://schemas.microsoft.com/office/powerpoint/2010/main" val="932717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Click to edit Master text styles</a:t>
            </a:r>
          </a:p>
        </p:txBody>
      </p:sp>
      <p:sp>
        <p:nvSpPr>
          <p:cNvPr id="5" name="Date Placeholder 3">
            <a:extLst>
              <a:ext uri="{FF2B5EF4-FFF2-40B4-BE49-F238E27FC236}">
                <a16:creationId xmlns:a16="http://schemas.microsoft.com/office/drawing/2014/main" id="{71CB76AE-5066-95FB-BC54-FB29965E4AD6}"/>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6" name="Footer Placeholder 4">
            <a:extLst>
              <a:ext uri="{FF2B5EF4-FFF2-40B4-BE49-F238E27FC236}">
                <a16:creationId xmlns:a16="http://schemas.microsoft.com/office/drawing/2014/main" id="{66BAF1BC-F00C-6921-64BE-FBFD3EF7C91A}"/>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7" name="Slide Number Placeholder 5">
            <a:extLst>
              <a:ext uri="{FF2B5EF4-FFF2-40B4-BE49-F238E27FC236}">
                <a16:creationId xmlns:a16="http://schemas.microsoft.com/office/drawing/2014/main" id="{B155B083-B1C7-EC1C-5F5F-BBA063B94DB3}"/>
              </a:ext>
            </a:extLst>
          </p:cNvPr>
          <p:cNvSpPr>
            <a:spLocks noGrp="1"/>
          </p:cNvSpPr>
          <p:nvPr>
            <p:ph type="sldNum" sz="quarter" idx="12"/>
          </p:nvPr>
        </p:nvSpPr>
        <p:spPr/>
        <p:txBody>
          <a:bodyPr/>
          <a:lstStyle>
            <a:lvl1pPr>
              <a:defRPr/>
            </a:lvl1pPr>
          </a:lstStyle>
          <a:p>
            <a:fld id="{8E744FC0-7C54-4517-B4DF-F690057D35A7}" type="slidenum">
              <a:rPr lang="en-US" altLang="zh-CN"/>
              <a:pPr/>
              <a:t>‹#›</a:t>
            </a:fld>
            <a:endParaRPr lang="en-US" altLang="zh-CN"/>
          </a:p>
        </p:txBody>
      </p:sp>
    </p:spTree>
    <p:extLst>
      <p:ext uri="{BB962C8B-B14F-4D97-AF65-F5344CB8AC3E}">
        <p14:creationId xmlns:p14="http://schemas.microsoft.com/office/powerpoint/2010/main" val="16633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Click to edit Master text styles</a:t>
            </a:r>
          </a:p>
        </p:txBody>
      </p:sp>
      <p:sp>
        <p:nvSpPr>
          <p:cNvPr id="5" name="Date Placeholder 3">
            <a:extLst>
              <a:ext uri="{FF2B5EF4-FFF2-40B4-BE49-F238E27FC236}">
                <a16:creationId xmlns:a16="http://schemas.microsoft.com/office/drawing/2014/main" id="{D3BC0A57-6961-59E7-05F1-4B456CDDD3FA}"/>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6" name="Footer Placeholder 4">
            <a:extLst>
              <a:ext uri="{FF2B5EF4-FFF2-40B4-BE49-F238E27FC236}">
                <a16:creationId xmlns:a16="http://schemas.microsoft.com/office/drawing/2014/main" id="{5AB827BB-B58A-8A6C-D67C-5A49EBFD7A52}"/>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7" name="Slide Number Placeholder 5">
            <a:extLst>
              <a:ext uri="{FF2B5EF4-FFF2-40B4-BE49-F238E27FC236}">
                <a16:creationId xmlns:a16="http://schemas.microsoft.com/office/drawing/2014/main" id="{3D60B641-3CBC-3840-769B-604D71A3E51A}"/>
              </a:ext>
            </a:extLst>
          </p:cNvPr>
          <p:cNvSpPr>
            <a:spLocks noGrp="1"/>
          </p:cNvSpPr>
          <p:nvPr>
            <p:ph type="sldNum" sz="quarter" idx="12"/>
          </p:nvPr>
        </p:nvSpPr>
        <p:spPr/>
        <p:txBody>
          <a:bodyPr/>
          <a:lstStyle>
            <a:lvl1pPr>
              <a:defRPr/>
            </a:lvl1pPr>
          </a:lstStyle>
          <a:p>
            <a:fld id="{564B76C6-BC61-41C9-84AF-13294FA557E9}" type="slidenum">
              <a:rPr lang="en-US" altLang="zh-CN"/>
              <a:pPr/>
              <a:t>‹#›</a:t>
            </a:fld>
            <a:endParaRPr lang="en-US" altLang="zh-CN"/>
          </a:p>
        </p:txBody>
      </p:sp>
    </p:spTree>
    <p:extLst>
      <p:ext uri="{BB962C8B-B14F-4D97-AF65-F5344CB8AC3E}">
        <p14:creationId xmlns:p14="http://schemas.microsoft.com/office/powerpoint/2010/main" val="3980708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a:extLst>
              <a:ext uri="{FF2B5EF4-FFF2-40B4-BE49-F238E27FC236}">
                <a16:creationId xmlns:a16="http://schemas.microsoft.com/office/drawing/2014/main" id="{B602C7E9-C5E4-1A6C-F2B5-CBE02459C858}"/>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5" name="Footer Placeholder 4">
            <a:extLst>
              <a:ext uri="{FF2B5EF4-FFF2-40B4-BE49-F238E27FC236}">
                <a16:creationId xmlns:a16="http://schemas.microsoft.com/office/drawing/2014/main" id="{2AD3E081-0D4D-89B3-E717-261A51EFCE44}"/>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EA638373-AABA-E7A7-9245-992BBE923E2C}"/>
              </a:ext>
            </a:extLst>
          </p:cNvPr>
          <p:cNvSpPr>
            <a:spLocks noGrp="1"/>
          </p:cNvSpPr>
          <p:nvPr>
            <p:ph type="sldNum" sz="quarter" idx="12"/>
          </p:nvPr>
        </p:nvSpPr>
        <p:spPr/>
        <p:txBody>
          <a:bodyPr/>
          <a:lstStyle>
            <a:lvl1pPr>
              <a:defRPr/>
            </a:lvl1pPr>
          </a:lstStyle>
          <a:p>
            <a:fld id="{B53B090A-E10A-4C86-A488-EDA161C7EDF9}" type="slidenum">
              <a:rPr lang="en-US" altLang="zh-CN"/>
              <a:pPr/>
              <a:t>‹#›</a:t>
            </a:fld>
            <a:endParaRPr lang="en-US" altLang="zh-CN"/>
          </a:p>
        </p:txBody>
      </p:sp>
    </p:spTree>
    <p:extLst>
      <p:ext uri="{BB962C8B-B14F-4D97-AF65-F5344CB8AC3E}">
        <p14:creationId xmlns:p14="http://schemas.microsoft.com/office/powerpoint/2010/main" val="40411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a:extLst>
              <a:ext uri="{FF2B5EF4-FFF2-40B4-BE49-F238E27FC236}">
                <a16:creationId xmlns:a16="http://schemas.microsoft.com/office/drawing/2014/main" id="{BC783A08-D2BF-833A-3F18-1E786AE61F2C}"/>
              </a:ext>
            </a:extLst>
          </p:cNvPr>
          <p:cNvSpPr>
            <a:spLocks noGrp="1"/>
          </p:cNvSpPr>
          <p:nvPr>
            <p:ph type="dt" sz="half" idx="10"/>
          </p:nvPr>
        </p:nvSpPr>
        <p:spPr/>
        <p:txBody>
          <a:bodyPr/>
          <a:lstStyle>
            <a:lvl1pPr>
              <a:defRPr/>
            </a:lvl1pPr>
          </a:lstStyle>
          <a:p>
            <a:fld id="{D9B4E95D-0915-40D0-96CA-F61CAE9A3566}" type="datetime1">
              <a:rPr lang="en-US"/>
              <a:pPr/>
              <a:t>4/28/2026</a:t>
            </a:fld>
            <a:endParaRPr lang="en-US"/>
          </a:p>
        </p:txBody>
      </p:sp>
      <p:sp>
        <p:nvSpPr>
          <p:cNvPr id="5" name="Footer Placeholder 4">
            <a:extLst>
              <a:ext uri="{FF2B5EF4-FFF2-40B4-BE49-F238E27FC236}">
                <a16:creationId xmlns:a16="http://schemas.microsoft.com/office/drawing/2014/main" id="{42AFFDFD-BAAD-B103-5F7E-567B8DA92274}"/>
              </a:ext>
            </a:extLst>
          </p:cNvPr>
          <p:cNvSpPr>
            <a:spLocks noGrp="1"/>
          </p:cNvSpPr>
          <p:nvPr>
            <p:ph type="ftr" sz="quarter" idx="11"/>
          </p:nvPr>
        </p:nvSpPr>
        <p:spPr/>
        <p:txBody>
          <a:bodyPr/>
          <a:lstStyle>
            <a:lvl1pPr>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4F1D4D14-69D4-3FCD-489F-1CF36E1E49B4}"/>
              </a:ext>
            </a:extLst>
          </p:cNvPr>
          <p:cNvSpPr>
            <a:spLocks noGrp="1"/>
          </p:cNvSpPr>
          <p:nvPr>
            <p:ph type="sldNum" sz="quarter" idx="12"/>
          </p:nvPr>
        </p:nvSpPr>
        <p:spPr/>
        <p:txBody>
          <a:bodyPr/>
          <a:lstStyle>
            <a:lvl1pPr>
              <a:defRPr/>
            </a:lvl1pPr>
          </a:lstStyle>
          <a:p>
            <a:fld id="{6012A6D1-639D-4403-BA52-D1760EC83FA7}" type="slidenum">
              <a:rPr lang="en-US" altLang="zh-CN"/>
              <a:pPr/>
              <a:t>‹#›</a:t>
            </a:fld>
            <a:endParaRPr lang="en-US" altLang="zh-CN"/>
          </a:p>
        </p:txBody>
      </p:sp>
    </p:spTree>
    <p:extLst>
      <p:ext uri="{BB962C8B-B14F-4D97-AF65-F5344CB8AC3E}">
        <p14:creationId xmlns:p14="http://schemas.microsoft.com/office/powerpoint/2010/main" val="3108216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内页">
    <p:bg bwMode="auto">
      <p:bgPr>
        <a:noFill/>
        <a:effectLst/>
      </p:bgPr>
    </p:bg>
    <p:spTree>
      <p:nvGrpSpPr>
        <p:cNvPr id="1" name=""/>
        <p:cNvGrpSpPr/>
        <p:nvPr/>
      </p:nvGrpSpPr>
      <p:grpSpPr>
        <a:xfrm>
          <a:off x="0" y="0"/>
          <a:ext cx="0" cy="0"/>
          <a:chOff x="0" y="0"/>
          <a:chExt cx="0" cy="0"/>
        </a:xfrm>
      </p:grpSpPr>
      <p:graphicFrame>
        <p:nvGraphicFramePr>
          <p:cNvPr id="2" name="对象 12">
            <a:extLst>
              <a:ext uri="{FF2B5EF4-FFF2-40B4-BE49-F238E27FC236}">
                <a16:creationId xmlns:a16="http://schemas.microsoft.com/office/drawing/2014/main" id="{D7BDF0CF-A679-DFB6-9A9B-76A82FE4AE91}"/>
              </a:ext>
            </a:extLst>
          </p:cNvPr>
          <p:cNvGraphicFramePr>
            <a:graphicFrameLocks/>
          </p:cNvGraphicFramePr>
          <p:nvPr userDrawn="1"/>
        </p:nvGraphicFramePr>
        <p:xfrm>
          <a:off x="4763" y="1260475"/>
          <a:ext cx="12182475" cy="374650"/>
        </p:xfrm>
        <a:graphic>
          <a:graphicData uri="http://schemas.openxmlformats.org/presentationml/2006/ole">
            <mc:AlternateContent xmlns:mc="http://schemas.openxmlformats.org/markup-compatibility/2006">
              <mc:Choice xmlns:v="urn:schemas-microsoft-com:vml" Requires="v">
                <p:oleObj r:id="rId2" imgW="9128880" imgH="281880" progId="Paint.Picture">
                  <p:embed/>
                </p:oleObj>
              </mc:Choice>
              <mc:Fallback>
                <p:oleObj r:id="rId2" imgW="9128880" imgH="281880" progId="Paint.Picture">
                  <p:embed/>
                  <p:pic>
                    <p:nvPicPr>
                      <p:cNvPr id="2050" name="对象 12">
                        <a:extLst>
                          <a:ext uri="{FF2B5EF4-FFF2-40B4-BE49-F238E27FC236}">
                            <a16:creationId xmlns:a16="http://schemas.microsoft.com/office/drawing/2014/main" id="{76316FF8-35D4-FA48-380F-0FD2CE4464E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1260475"/>
                        <a:ext cx="121824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图片 3">
            <a:extLst>
              <a:ext uri="{FF2B5EF4-FFF2-40B4-BE49-F238E27FC236}">
                <a16:creationId xmlns:a16="http://schemas.microsoft.com/office/drawing/2014/main" id="{815EBBA4-85F9-323B-727B-2B31E048FC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7">
            <a:extLst>
              <a:ext uri="{FF2B5EF4-FFF2-40B4-BE49-F238E27FC236}">
                <a16:creationId xmlns:a16="http://schemas.microsoft.com/office/drawing/2014/main" id="{9377C441-3DDC-7C68-331E-0F0376B8E0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813" y="174625"/>
            <a:ext cx="20240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DE0EB900-2E89-D1B6-31DA-6808175FFA1B}"/>
              </a:ext>
            </a:extLst>
          </p:cNvPr>
          <p:cNvSpPr/>
          <p:nvPr/>
        </p:nvSpPr>
        <p:spPr>
          <a:xfrm>
            <a:off x="0" y="6765925"/>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8" name="图片 8">
            <a:extLst>
              <a:ext uri="{FF2B5EF4-FFF2-40B4-BE49-F238E27FC236}">
                <a16:creationId xmlns:a16="http://schemas.microsoft.com/office/drawing/2014/main" id="{2A1AC56C-7614-D6C9-C800-0C597317A92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BB016A22-8589-4922-4858-2F55253CE4F7}"/>
              </a:ext>
            </a:extLst>
          </p:cNvPr>
          <p:cNvSpPr/>
          <p:nvPr userDrawn="1"/>
        </p:nvSpPr>
        <p:spPr>
          <a:xfrm>
            <a:off x="0" y="6765925"/>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35" noProof="1"/>
          </a:p>
        </p:txBody>
      </p:sp>
      <p:sp>
        <p:nvSpPr>
          <p:cNvPr id="3" name="内容占位符 2"/>
          <p:cNvSpPr>
            <a:spLocks noGrp="1"/>
          </p:cNvSpPr>
          <p:nvPr>
            <p:ph sz="quarter" idx="10" hasCustomPrompt="1"/>
          </p:nvPr>
        </p:nvSpPr>
        <p:spPr>
          <a:xfrm>
            <a:off x="658701" y="1685679"/>
            <a:ext cx="11162884" cy="4921499"/>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标题 4"/>
          <p:cNvSpPr>
            <a:spLocks noGrp="1"/>
          </p:cNvSpPr>
          <p:nvPr>
            <p:ph type="title"/>
          </p:nvPr>
        </p:nvSpPr>
        <p:spPr>
          <a:xfrm>
            <a:off x="658699" y="974279"/>
            <a:ext cx="11162884" cy="574183"/>
          </a:xfrm>
          <a:prstGeom prst="rect">
            <a:avLst/>
          </a:prstGeom>
        </p:spPr>
        <p:txBody>
          <a:bodyPr/>
          <a:lstStyle>
            <a:lvl1pPr>
              <a:defRPr sz="3200" b="1">
                <a:solidFill>
                  <a:schemeClr val="accent1"/>
                </a:solidFill>
              </a:defRPr>
            </a:lvl1pPr>
          </a:lstStyle>
          <a:p>
            <a:r>
              <a:rPr lang="zh-CN" altLang="en-US" noProof="1"/>
              <a:t>单击此处编辑母版标题样式</a:t>
            </a:r>
          </a:p>
        </p:txBody>
      </p:sp>
    </p:spTree>
    <p:extLst>
      <p:ext uri="{BB962C8B-B14F-4D97-AF65-F5344CB8AC3E}">
        <p14:creationId xmlns:p14="http://schemas.microsoft.com/office/powerpoint/2010/main" val="963061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7F07F12-CAF2-0733-760D-AC8B082E77A8}"/>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Text Placeholder 2">
            <a:extLst>
              <a:ext uri="{FF2B5EF4-FFF2-40B4-BE49-F238E27FC236}">
                <a16:creationId xmlns:a16="http://schemas.microsoft.com/office/drawing/2014/main" id="{019192F8-AE1B-FCD6-893D-CC7A9CA478B3}"/>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 name="Date Placeholder 3">
            <a:extLst>
              <a:ext uri="{FF2B5EF4-FFF2-40B4-BE49-F238E27FC236}">
                <a16:creationId xmlns:a16="http://schemas.microsoft.com/office/drawing/2014/main" id="{B1B11AB7-EFB6-C93D-6C6F-733E53AAC9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defRPr sz="1200" noProof="1" smtClean="0">
                <a:solidFill>
                  <a:schemeClr val="tx1">
                    <a:tint val="75000"/>
                  </a:schemeClr>
                </a:solidFill>
                <a:latin typeface="+mn-lt"/>
              </a:defRPr>
            </a:lvl1pPr>
          </a:lstStyle>
          <a:p>
            <a:fld id="{D9B4E95D-0915-40D0-96CA-F61CAE9A3566}" type="datetime1">
              <a:rPr lang="en-US"/>
              <a:pPr/>
              <a:t>4/28/2026</a:t>
            </a:fld>
            <a:endParaRPr lang="en-US"/>
          </a:p>
        </p:txBody>
      </p:sp>
      <p:sp>
        <p:nvSpPr>
          <p:cNvPr id="5" name="Footer Placeholder 4">
            <a:extLst>
              <a:ext uri="{FF2B5EF4-FFF2-40B4-BE49-F238E27FC236}">
                <a16:creationId xmlns:a16="http://schemas.microsoft.com/office/drawing/2014/main" id="{1F8353F8-40E8-4033-55B5-1F6EBFFAD3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defRPr sz="1200" noProof="1">
                <a:solidFill>
                  <a:schemeClr val="tx1">
                    <a:tint val="75000"/>
                  </a:schemeClr>
                </a:solidFill>
                <a:latin typeface="+mn-lt"/>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F2D53BA3-DDD2-6F53-DD6C-1EF339F110F7}"/>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宋体" panose="02010600030101010101" pitchFamily="2" charset="-122"/>
              </a:defRPr>
            </a:lvl1pPr>
          </a:lstStyle>
          <a:p>
            <a:fld id="{E11AF295-DA57-4282-9869-2773CBFF139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 id="2147483672" r:id="rId12"/>
  </p:sldLayoutIdLst>
  <p:hf hd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그림 1" descr="Text, letter&#10;&#10;Description automatically generated">
            <a:extLst>
              <a:ext uri="{FF2B5EF4-FFF2-40B4-BE49-F238E27FC236}">
                <a16:creationId xmlns:a16="http://schemas.microsoft.com/office/drawing/2014/main" id="{423514DA-BDCB-4DFA-06C6-2B9C2A5871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9050" y="1122363"/>
            <a:ext cx="5983288"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Title 1">
            <a:extLst>
              <a:ext uri="{FF2B5EF4-FFF2-40B4-BE49-F238E27FC236}">
                <a16:creationId xmlns:a16="http://schemas.microsoft.com/office/drawing/2014/main" id="{B3E8FABB-9F2D-6EFB-903A-36085FE20984}"/>
              </a:ext>
            </a:extLst>
          </p:cNvPr>
          <p:cNvSpPr>
            <a:spLocks noGrp="1" noChangeArrowheads="1"/>
          </p:cNvSpPr>
          <p:nvPr>
            <p:ph type="ctrTitle"/>
          </p:nvPr>
        </p:nvSpPr>
        <p:spPr>
          <a:xfrm>
            <a:off x="1289050" y="3429000"/>
            <a:ext cx="10080625" cy="1712913"/>
          </a:xfrm>
        </p:spPr>
        <p:txBody>
          <a:bodyPr/>
          <a:lstStyle/>
          <a:p>
            <a:pPr algn="l"/>
            <a:r>
              <a:rPr lang="en-US" altLang="zh-CN" sz="3800">
                <a:ea typeface="宋体" panose="02010600030101010101" pitchFamily="2" charset="-122"/>
              </a:rPr>
              <a:t>ISE 333: User Interface Development (Design)</a:t>
            </a:r>
            <a:br>
              <a:rPr lang="en-US" altLang="zh-CN" sz="3800">
                <a:ea typeface="宋体" panose="02010600030101010101" pitchFamily="2" charset="-122"/>
              </a:rPr>
            </a:br>
            <a:r>
              <a:rPr lang="en-US" altLang="zh-CN" sz="3800">
                <a:ea typeface="宋体" panose="02010600030101010101" pitchFamily="2" charset="-122"/>
              </a:rPr>
              <a:t>Chapter 4: Design</a:t>
            </a:r>
          </a:p>
        </p:txBody>
      </p:sp>
      <p:sp>
        <p:nvSpPr>
          <p:cNvPr id="5123" name="Subtitle 2">
            <a:extLst>
              <a:ext uri="{FF2B5EF4-FFF2-40B4-BE49-F238E27FC236}">
                <a16:creationId xmlns:a16="http://schemas.microsoft.com/office/drawing/2014/main" id="{EDC87707-7C87-B0BE-D1C2-E033C375F63E}"/>
              </a:ext>
            </a:extLst>
          </p:cNvPr>
          <p:cNvSpPr>
            <a:spLocks noGrp="1" noChangeArrowheads="1"/>
          </p:cNvSpPr>
          <p:nvPr>
            <p:ph type="subTitle" idx="1"/>
          </p:nvPr>
        </p:nvSpPr>
        <p:spPr>
          <a:xfrm>
            <a:off x="1289050" y="5141913"/>
            <a:ext cx="7321550" cy="754062"/>
          </a:xfrm>
        </p:spPr>
        <p:txBody>
          <a:bodyPr/>
          <a:lstStyle/>
          <a:p>
            <a:pPr algn="l"/>
            <a:r>
              <a:rPr lang="en-US" altLang="zh-CN" sz="1900">
                <a:ea typeface="宋体" panose="02010600030101010101" pitchFamily="2" charset="-122"/>
              </a:rPr>
              <a:t>Spring 2026</a:t>
            </a:r>
          </a:p>
          <a:p>
            <a:pPr algn="l"/>
            <a:r>
              <a:rPr lang="en-US" altLang="en-US" sz="1900"/>
              <a:t>Instructor: Hao 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C151AEF0-E4C9-8B0A-4C0B-D5904D6C9C26}"/>
              </a:ext>
            </a:extLst>
          </p:cNvPr>
          <p:cNvSpPr>
            <a:spLocks noGrp="1" noChangeArrowheads="1"/>
          </p:cNvSpPr>
          <p:nvPr>
            <p:ph type="title"/>
          </p:nvPr>
        </p:nvSpPr>
        <p:spPr/>
        <p:txBody>
          <a:bodyPr/>
          <a:lstStyle/>
          <a:p>
            <a:r>
              <a:rPr lang="en-US" altLang="zh-CN">
                <a:ea typeface="宋体" panose="02010600030101010101" pitchFamily="2" charset="-122"/>
              </a:rPr>
              <a:t>Introduction</a:t>
            </a:r>
          </a:p>
        </p:txBody>
      </p:sp>
      <p:sp>
        <p:nvSpPr>
          <p:cNvPr id="6146" name="Content Placeholder 2">
            <a:extLst>
              <a:ext uri="{FF2B5EF4-FFF2-40B4-BE49-F238E27FC236}">
                <a16:creationId xmlns:a16="http://schemas.microsoft.com/office/drawing/2014/main" id="{C055F790-F9F9-2540-2C49-72C0E6D91240}"/>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Conception </a:t>
            </a:r>
          </a:p>
          <a:p>
            <a:pPr lvl="1"/>
            <a:r>
              <a:rPr lang="en-US" altLang="zh-CN">
                <a:ea typeface="宋体" panose="02010600030101010101" pitchFamily="2" charset="-122"/>
              </a:rPr>
              <a:t>Design can be loosely defined as the outcome or the process of creating specifications for synthetic artifacts, such as products, services, and processes</a:t>
            </a:r>
          </a:p>
          <a:p>
            <a:pPr lvl="2"/>
            <a:r>
              <a:rPr lang="en-US" altLang="zh-CN">
                <a:ea typeface="宋体" panose="02010600030101010101" pitchFamily="2" charset="-122"/>
              </a:rPr>
              <a:t>All manufactured objects in the world --- objects that were made by people and are not found in nature --- are the result of some form of design process, whether a deliberate one or otherwise</a:t>
            </a:r>
          </a:p>
          <a:p>
            <a:pPr lvl="1"/>
            <a:r>
              <a:rPr lang="en-US" altLang="zh-CN">
                <a:ea typeface="宋体" panose="02010600030101010101" pitchFamily="2" charset="-122"/>
              </a:rPr>
              <a:t>UIs, which are very much synthetic and decidely do not occur in nature, are no exception</a:t>
            </a:r>
          </a:p>
          <a:p>
            <a:pPr lvl="2"/>
            <a:r>
              <a:rPr lang="en-US" altLang="zh-CN">
                <a:ea typeface="宋体" panose="02010600030101010101" pitchFamily="2" charset="-122"/>
              </a:rPr>
              <a:t>UIs are digital artifacts</a:t>
            </a:r>
          </a:p>
          <a:p>
            <a:pPr lvl="2"/>
            <a:r>
              <a:rPr lang="en-US" altLang="zh-CN">
                <a:ea typeface="宋体" panose="02010600030101010101" pitchFamily="2" charset="-122"/>
              </a:rPr>
              <a:t>If UIDers carefully consider how digital products and services are created, they can make appealing products and services that respond to human needs with UIs that are easy to learn, comprehensible, and efficient to use</a:t>
            </a:r>
          </a:p>
        </p:txBody>
      </p:sp>
      <p:sp>
        <p:nvSpPr>
          <p:cNvPr id="16" name="文本框 15">
            <a:extLst>
              <a:ext uri="{FF2B5EF4-FFF2-40B4-BE49-F238E27FC236}">
                <a16:creationId xmlns:a16="http://schemas.microsoft.com/office/drawing/2014/main" id="{EE00511E-BCE2-1DCE-6021-0C70CF33837E}"/>
              </a:ext>
            </a:extLst>
          </p:cNvPr>
          <p:cNvSpPr txBox="1">
            <a:spLocks noChangeArrowheads="1"/>
          </p:cNvSpPr>
          <p:nvPr/>
        </p:nvSpPr>
        <p:spPr bwMode="auto">
          <a:xfrm>
            <a:off x="3373438" y="5921375"/>
            <a:ext cx="5446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400">
                <a:solidFill>
                  <a:srgbClr val="00B050"/>
                </a:solidFill>
                <a:ea typeface="宋体" panose="02010600030101010101" pitchFamily="2" charset="-122"/>
              </a:rPr>
              <a:t>Design is innovation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ED110330-150D-AFA7-839D-B5D8B541FEA0}"/>
              </a:ext>
            </a:extLst>
          </p:cNvPr>
          <p:cNvSpPr>
            <a:spLocks noGrp="1" noChangeArrowheads="1"/>
          </p:cNvSpPr>
          <p:nvPr>
            <p:ph type="title"/>
          </p:nvPr>
        </p:nvSpPr>
        <p:spPr/>
        <p:txBody>
          <a:bodyPr/>
          <a:lstStyle/>
          <a:p>
            <a:r>
              <a:rPr lang="en-US" altLang="zh-CN">
                <a:ea typeface="宋体" panose="02010600030101010101" pitchFamily="2" charset="-122"/>
              </a:rPr>
              <a:t>Introduction</a:t>
            </a:r>
          </a:p>
        </p:txBody>
      </p:sp>
      <p:sp>
        <p:nvSpPr>
          <p:cNvPr id="8194" name="Content Placeholder 2">
            <a:extLst>
              <a:ext uri="{FF2B5EF4-FFF2-40B4-BE49-F238E27FC236}">
                <a16:creationId xmlns:a16="http://schemas.microsoft.com/office/drawing/2014/main" id="{2F6085CC-7B15-7CC8-9F29-C957F2EFA696}"/>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Historical Lessons </a:t>
            </a:r>
          </a:p>
          <a:p>
            <a:pPr lvl="1"/>
            <a:r>
              <a:rPr lang="en-US" altLang="zh-CN">
                <a:ea typeface="宋体" panose="02010600030101010101" pitchFamily="2" charset="-122"/>
              </a:rPr>
              <a:t>Early computer applications were designed by programmers to be highly functional for the programmers themselves and their peers</a:t>
            </a:r>
          </a:p>
          <a:p>
            <a:pPr lvl="1"/>
            <a:r>
              <a:rPr lang="en-US" altLang="zh-CN">
                <a:ea typeface="宋体" panose="02010600030101010101" pitchFamily="2" charset="-122"/>
              </a:rPr>
              <a:t>The kind of design approach for early computer applications </a:t>
            </a:r>
            <a:r>
              <a:rPr lang="en-US" altLang="zh-CN">
                <a:solidFill>
                  <a:srgbClr val="FF0000"/>
                </a:solidFill>
                <a:ea typeface="宋体" panose="02010600030101010101" pitchFamily="2" charset="-122"/>
              </a:rPr>
              <a:t>quickly failed</a:t>
            </a:r>
            <a:r>
              <a:rPr lang="en-US" altLang="zh-CN">
                <a:ea typeface="宋体" panose="02010600030101010101" pitchFamily="2" charset="-122"/>
              </a:rPr>
              <a:t> when the audience for computers grew to non-technical fields</a:t>
            </a:r>
          </a:p>
          <a:p>
            <a:pPr lvl="2"/>
            <a:r>
              <a:rPr lang="en-US" altLang="zh-CN">
                <a:ea typeface="宋体" panose="02010600030101010101" pitchFamily="2" charset="-122"/>
              </a:rPr>
              <a:t>The phenomenon is called “kind to chips but cruel to people”</a:t>
            </a:r>
          </a:p>
          <a:p>
            <a:pPr lvl="2"/>
            <a:r>
              <a:rPr lang="en-US" altLang="zh-CN">
                <a:ea typeface="宋体" panose="02010600030101010101" pitchFamily="2" charset="-122"/>
              </a:rPr>
              <a:t>Early failing of UID </a:t>
            </a:r>
          </a:p>
        </p:txBody>
      </p:sp>
      <p:sp>
        <p:nvSpPr>
          <p:cNvPr id="16" name="文本框 15">
            <a:extLst>
              <a:ext uri="{FF2B5EF4-FFF2-40B4-BE49-F238E27FC236}">
                <a16:creationId xmlns:a16="http://schemas.microsoft.com/office/drawing/2014/main" id="{8D764658-78EB-04DF-77D7-30211B483A70}"/>
              </a:ext>
            </a:extLst>
          </p:cNvPr>
          <p:cNvSpPr txBox="1">
            <a:spLocks noChangeArrowheads="1"/>
          </p:cNvSpPr>
          <p:nvPr/>
        </p:nvSpPr>
        <p:spPr bwMode="auto">
          <a:xfrm>
            <a:off x="182563" y="6362700"/>
            <a:ext cx="11796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400">
                <a:solidFill>
                  <a:srgbClr val="00B050"/>
                </a:solidFill>
                <a:ea typeface="宋体" panose="02010600030101010101" pitchFamily="2" charset="-122"/>
              </a:rPr>
              <a:t>Powerful and beautiful</a:t>
            </a:r>
            <a:r>
              <a:rPr lang="en-US" altLang="zh-CN" sz="2400">
                <a:solidFill>
                  <a:srgbClr val="FF0000"/>
                </a:solidFill>
                <a:ea typeface="宋体" panose="02010600030101010101" pitchFamily="2" charset="-122"/>
              </a:rPr>
              <a:t>, but difficult for knowledge propagation as well as general education</a:t>
            </a:r>
          </a:p>
        </p:txBody>
      </p:sp>
      <p:sp>
        <p:nvSpPr>
          <p:cNvPr id="7" name="矩形 6" descr="7b0a2020202022776f7264617274223a2022220a7d0a">
            <a:extLst>
              <a:ext uri="{FF2B5EF4-FFF2-40B4-BE49-F238E27FC236}">
                <a16:creationId xmlns:a16="http://schemas.microsoft.com/office/drawing/2014/main" id="{623FAED9-7AA1-2EC1-286B-998D30BF0B45}"/>
              </a:ext>
            </a:extLst>
          </p:cNvPr>
          <p:cNvSpPr/>
          <p:nvPr>
            <p:custDataLst>
              <p:tags r:id="rId1"/>
            </p:custDataLst>
          </p:nvPr>
        </p:nvSpPr>
        <p:spPr>
          <a:xfrm>
            <a:off x="182563" y="3863975"/>
            <a:ext cx="11796712" cy="2597150"/>
          </a:xfrm>
          <a:prstGeom prst="rect">
            <a:avLst/>
          </a:prstGeom>
          <a:noFill/>
        </p:spPr>
        <p:txBody>
          <a:bodyPr wrap="none" lIns="90170" tIns="46990" rIns="90170" bIns="46990"/>
          <a:lstStyle/>
          <a:p>
            <a:pPr algn="ctr"/>
            <a:r>
              <a:rPr lang="zh-CN" altLang="zh-CN" sz="7700">
                <a:latin typeface="字魂馆藏山海经体" charset="-122"/>
                <a:ea typeface="字魂馆藏山海经体" charset="-122"/>
              </a:rPr>
              <a:t>幂势相同则积不容异</a:t>
            </a:r>
          </a:p>
          <a:p>
            <a:pPr algn="ctr"/>
            <a:r>
              <a:rPr lang="en-US" altLang="zh-CN" sz="7700">
                <a:latin typeface="字魂馆藏山海经体" charset="-122"/>
                <a:ea typeface="字魂馆藏山海经体" charset="-122"/>
              </a:rPr>
              <a:t>cogito ergo sum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7" grpId="0"/>
      <p:bldP spid="7"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99DC3CFA-072F-102F-420F-A2361DC3ACF0}"/>
              </a:ext>
            </a:extLst>
          </p:cNvPr>
          <p:cNvSpPr>
            <a:spLocks noGrp="1" noChangeArrowheads="1"/>
          </p:cNvSpPr>
          <p:nvPr>
            <p:ph type="title"/>
          </p:nvPr>
        </p:nvSpPr>
        <p:spPr/>
        <p:txBody>
          <a:bodyPr/>
          <a:lstStyle/>
          <a:p>
            <a:r>
              <a:rPr lang="en-US" altLang="zh-CN">
                <a:ea typeface="宋体" panose="02010600030101010101" pitchFamily="2" charset="-122"/>
              </a:rPr>
              <a:t>Introduction</a:t>
            </a:r>
          </a:p>
        </p:txBody>
      </p:sp>
      <p:sp>
        <p:nvSpPr>
          <p:cNvPr id="3" name="Content Placeholder 2">
            <a:extLst>
              <a:ext uri="{FF2B5EF4-FFF2-40B4-BE49-F238E27FC236}">
                <a16:creationId xmlns:a16="http://schemas.microsoft.com/office/drawing/2014/main" id="{7A91BC82-3DCB-AEB8-EFA3-7E6CEA531F27}"/>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Nowadays</a:t>
            </a:r>
          </a:p>
          <a:p>
            <a:pPr lvl="1"/>
            <a:r>
              <a:rPr lang="en-US" altLang="zh-CN">
                <a:ea typeface="宋体" panose="02010600030101010101" pitchFamily="2" charset="-122"/>
              </a:rPr>
              <a:t>The current generation of users for various UIs have vastly different backgrounds from programmers and engineers</a:t>
            </a:r>
          </a:p>
          <a:p>
            <a:pPr lvl="1"/>
            <a:r>
              <a:rPr lang="en-US" altLang="zh-CN">
                <a:ea typeface="宋体" panose="02010600030101010101" pitchFamily="2" charset="-122"/>
                <a:sym typeface="等线" panose="02010600030101010101" pitchFamily="2" charset="-122"/>
              </a:rPr>
              <a:t>The current generation of users </a:t>
            </a:r>
            <a:r>
              <a:rPr lang="en-US" altLang="zh-CN">
                <a:solidFill>
                  <a:srgbClr val="FF0000"/>
                </a:solidFill>
                <a:ea typeface="宋体" panose="02010600030101010101" pitchFamily="2" charset="-122"/>
                <a:sym typeface="等线" panose="02010600030101010101" pitchFamily="2" charset="-122"/>
              </a:rPr>
              <a:t>are less dedicated to the technology itself</a:t>
            </a:r>
            <a:r>
              <a:rPr lang="en-US" altLang="zh-CN">
                <a:ea typeface="宋体" panose="02010600030101010101" pitchFamily="2" charset="-122"/>
                <a:sym typeface="等线" panose="02010600030101010101" pitchFamily="2" charset="-122"/>
              </a:rPr>
              <a:t>, but are more oriented toward their professional or recreational needs</a:t>
            </a:r>
          </a:p>
          <a:p>
            <a:pPr lvl="1"/>
            <a:endParaRPr lang="en-US" altLang="zh-CN">
              <a:ea typeface="宋体" panose="02010600030101010101" pitchFamily="2" charset="-122"/>
            </a:endParaRPr>
          </a:p>
          <a:p>
            <a:pPr lvl="1"/>
            <a:endParaRPr lang="en-US" altLang="zh-CN">
              <a:ea typeface="宋体" panose="02010600030101010101" pitchFamily="2" charset="-122"/>
            </a:endParaRPr>
          </a:p>
          <a:p>
            <a:pPr lvl="1"/>
            <a:endParaRPr lang="en-US" altLang="zh-CN">
              <a:ea typeface="宋体" panose="02010600030101010101" pitchFamily="2" charset="-122"/>
            </a:endParaRPr>
          </a:p>
          <a:p>
            <a:pPr lvl="1"/>
            <a:r>
              <a:rPr lang="en-US" altLang="zh-CN">
                <a:ea typeface="宋体" panose="02010600030101010101" pitchFamily="2" charset="-122"/>
              </a:rPr>
              <a:t>Effective UIDers take the intended user as their starting point and focus on </a:t>
            </a:r>
            <a:r>
              <a:rPr lang="en-US" altLang="zh-CN">
                <a:solidFill>
                  <a:srgbClr val="00B050"/>
                </a:solidFill>
                <a:ea typeface="宋体" panose="02010600030101010101" pitchFamily="2" charset="-122"/>
              </a:rPr>
              <a:t>facilitating</a:t>
            </a:r>
            <a:r>
              <a:rPr lang="en-US" altLang="zh-CN">
                <a:ea typeface="宋体" panose="02010600030101010101" pitchFamily="2" charset="-122"/>
              </a:rPr>
              <a:t> (not only providing) the function of the artifact</a:t>
            </a:r>
          </a:p>
          <a:p>
            <a:pPr lvl="2"/>
            <a:r>
              <a:rPr lang="en-US" altLang="zh-CN">
                <a:ea typeface="宋体" panose="02010600030101010101" pitchFamily="2" charset="-122"/>
              </a:rPr>
              <a:t>Carefully observe their users</a:t>
            </a:r>
          </a:p>
          <a:p>
            <a:pPr lvl="2"/>
            <a:r>
              <a:rPr lang="en-US" altLang="zh-CN">
                <a:ea typeface="宋体" panose="02010600030101010101" pitchFamily="2" charset="-122"/>
              </a:rPr>
              <a:t>Iteratively refine their prototypes based on thoughtful analysis</a:t>
            </a:r>
          </a:p>
          <a:p>
            <a:pPr lvl="2"/>
            <a:r>
              <a:rPr lang="en-US" altLang="zh-CN">
                <a:ea typeface="宋体" panose="02010600030101010101" pitchFamily="2" charset="-122"/>
              </a:rPr>
              <a:t>Systematically validate their UIs through early usability and acceptance tests</a:t>
            </a:r>
          </a:p>
        </p:txBody>
      </p:sp>
      <p:sp>
        <p:nvSpPr>
          <p:cNvPr id="4" name="矩形 3" descr="7b0a2020202022776f7264617274223a2022220a7d0a">
            <a:extLst>
              <a:ext uri="{FF2B5EF4-FFF2-40B4-BE49-F238E27FC236}">
                <a16:creationId xmlns:a16="http://schemas.microsoft.com/office/drawing/2014/main" id="{71F5434D-47E5-3D7A-DCCF-010E13C6D0AE}"/>
              </a:ext>
            </a:extLst>
          </p:cNvPr>
          <p:cNvSpPr/>
          <p:nvPr>
            <p:custDataLst>
              <p:tags r:id="rId1"/>
            </p:custDataLst>
          </p:nvPr>
        </p:nvSpPr>
        <p:spPr>
          <a:xfrm>
            <a:off x="87313" y="3257550"/>
            <a:ext cx="11998325" cy="1406525"/>
          </a:xfrm>
          <a:prstGeom prst="rect">
            <a:avLst/>
          </a:prstGeom>
          <a:noFill/>
        </p:spPr>
        <p:txBody>
          <a:bodyPr wrap="none" lIns="90170" tIns="46990" rIns="90170" bIns="46990"/>
          <a:lstStyle/>
          <a:p>
            <a:pPr algn="ctr"/>
            <a:r>
              <a:rPr lang="en-US" altLang="zh-CN" sz="7700">
                <a:solidFill>
                  <a:srgbClr val="FF0000"/>
                </a:solidFill>
                <a:latin typeface="字魂馆藏山海经体" charset="-122"/>
                <a:ea typeface="字魂馆藏山海经体" charset="-122"/>
              </a:rPr>
              <a:t>“Tech Brain”</a:t>
            </a:r>
            <a:r>
              <a:rPr lang="zh-CN" altLang="zh-CN" sz="7700">
                <a:solidFill>
                  <a:srgbClr val="FF0000"/>
                </a:solidFill>
                <a:latin typeface="字魂馆藏山海经体" charset="-122"/>
                <a:ea typeface="字魂馆藏山海经体" charset="-122"/>
              </a:rPr>
              <a:t>技术脑</a:t>
            </a:r>
          </a:p>
        </p:txBody>
      </p:sp>
      <p:sp>
        <p:nvSpPr>
          <p:cNvPr id="5" name="乘号 4">
            <a:extLst>
              <a:ext uri="{FF2B5EF4-FFF2-40B4-BE49-F238E27FC236}">
                <a16:creationId xmlns:a16="http://schemas.microsoft.com/office/drawing/2014/main" id="{619F2412-82D0-1613-DEC5-F3CC0FE8FFAB}"/>
              </a:ext>
            </a:extLst>
          </p:cNvPr>
          <p:cNvSpPr/>
          <p:nvPr/>
        </p:nvSpPr>
        <p:spPr>
          <a:xfrm>
            <a:off x="301625" y="3360738"/>
            <a:ext cx="11588750" cy="1198562"/>
          </a:xfrm>
          <a:prstGeom prst="mathMultiply">
            <a:avLst>
              <a:gd name="adj1" fmla="val 10815"/>
            </a:avLst>
          </a:prstGeom>
          <a:solidFill>
            <a:srgbClr val="FF0000">
              <a:alpha val="50000"/>
            </a:srgb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nodeType="afterGroup">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ox(in)">
                                      <p:cBhvr>
                                        <p:cTn id="11" dur="20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linds(horizontal)">
                                      <p:cBhvr>
                                        <p:cTn id="19" dur="500"/>
                                        <p:tgtEl>
                                          <p:spTgt spid="3">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linds(horizontal)">
                                      <p:cBhvr>
                                        <p:cTn id="22" dur="500"/>
                                        <p:tgtEl>
                                          <p:spTgt spid="3">
                                            <p:txEl>
                                              <p:pRg st="8" end="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blinds(horizontal)">
                                      <p:cBhvr>
                                        <p:cTn id="2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bldLvl="0" animBg="1"/>
      <p:bldP spid="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AF742E55-40A2-BEC6-085C-5D7AB0CE068F}"/>
              </a:ext>
            </a:extLst>
          </p:cNvPr>
          <p:cNvSpPr>
            <a:spLocks noGrp="1" noChangeArrowheads="1"/>
          </p:cNvSpPr>
          <p:nvPr>
            <p:ph type="title"/>
          </p:nvPr>
        </p:nvSpPr>
        <p:spPr/>
        <p:txBody>
          <a:bodyPr/>
          <a:lstStyle/>
          <a:p>
            <a:r>
              <a:rPr lang="en-US" altLang="zh-CN">
                <a:ea typeface="宋体" panose="02010600030101010101" pitchFamily="2" charset="-122"/>
              </a:rPr>
              <a:t>Traditional Software Engineering</a:t>
            </a:r>
          </a:p>
        </p:txBody>
      </p:sp>
      <p:sp>
        <p:nvSpPr>
          <p:cNvPr id="12290" name="Content Placeholder 2">
            <a:extLst>
              <a:ext uri="{FF2B5EF4-FFF2-40B4-BE49-F238E27FC236}">
                <a16:creationId xmlns:a16="http://schemas.microsoft.com/office/drawing/2014/main" id="{810A5A87-EEC2-48E7-C691-60C992BF13F3}"/>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Waterfall Model</a:t>
            </a:r>
          </a:p>
          <a:p>
            <a:pPr lvl="1"/>
            <a:r>
              <a:rPr lang="en-US" altLang="zh-CN">
                <a:ea typeface="宋体" panose="02010600030101010101" pitchFamily="2" charset="-122"/>
              </a:rPr>
              <a:t>Requirements</a:t>
            </a:r>
          </a:p>
          <a:p>
            <a:pPr lvl="1"/>
            <a:r>
              <a:rPr lang="en-US" altLang="zh-CN">
                <a:ea typeface="宋体" panose="02010600030101010101" pitchFamily="2" charset="-122"/>
              </a:rPr>
              <a:t>Design</a:t>
            </a:r>
          </a:p>
          <a:p>
            <a:pPr lvl="1"/>
            <a:r>
              <a:rPr lang="en-US" altLang="zh-CN">
                <a:ea typeface="宋体" panose="02010600030101010101" pitchFamily="2" charset="-122"/>
              </a:rPr>
              <a:t>Development</a:t>
            </a:r>
          </a:p>
          <a:p>
            <a:pPr lvl="1"/>
            <a:r>
              <a:rPr lang="en-US" altLang="zh-CN">
                <a:ea typeface="宋体" panose="02010600030101010101" pitchFamily="2" charset="-122"/>
              </a:rPr>
              <a:t>Testing</a:t>
            </a:r>
          </a:p>
          <a:p>
            <a:pPr lvl="2"/>
            <a:r>
              <a:rPr lang="en-US" altLang="zh-CN">
                <a:ea typeface="宋体" panose="02010600030101010101" pitchFamily="2" charset="-122"/>
              </a:rPr>
              <a:t>a.k.a. Integration &amp; Testing</a:t>
            </a:r>
          </a:p>
          <a:p>
            <a:pPr lvl="1"/>
            <a:r>
              <a:rPr lang="en-US" altLang="zh-CN">
                <a:ea typeface="宋体" panose="02010600030101010101" pitchFamily="2" charset="-122"/>
              </a:rPr>
              <a:t>Deploying/deployment</a:t>
            </a:r>
          </a:p>
          <a:p>
            <a:pPr lvl="1"/>
            <a:r>
              <a:rPr lang="en-US" altLang="zh-CN">
                <a:ea typeface="宋体" panose="02010600030101010101" pitchFamily="2" charset="-122"/>
              </a:rPr>
              <a:t>Maintenance</a:t>
            </a:r>
          </a:p>
        </p:txBody>
      </p:sp>
      <p:grpSp>
        <p:nvGrpSpPr>
          <p:cNvPr id="12291" name="组合 15">
            <a:extLst>
              <a:ext uri="{FF2B5EF4-FFF2-40B4-BE49-F238E27FC236}">
                <a16:creationId xmlns:a16="http://schemas.microsoft.com/office/drawing/2014/main" id="{DD69B301-8071-E716-C7E6-DA3BF81A453D}"/>
              </a:ext>
            </a:extLst>
          </p:cNvPr>
          <p:cNvGrpSpPr>
            <a:grpSpLocks/>
          </p:cNvGrpSpPr>
          <p:nvPr/>
        </p:nvGrpSpPr>
        <p:grpSpPr bwMode="auto">
          <a:xfrm>
            <a:off x="3630613" y="2057400"/>
            <a:ext cx="8482012" cy="4070350"/>
            <a:chOff x="5747" y="3031"/>
            <a:chExt cx="13357" cy="6410"/>
          </a:xfrm>
        </p:grpSpPr>
        <p:sp>
          <p:nvSpPr>
            <p:cNvPr id="12292" name="文本框 3">
              <a:extLst>
                <a:ext uri="{FF2B5EF4-FFF2-40B4-BE49-F238E27FC236}">
                  <a16:creationId xmlns:a16="http://schemas.microsoft.com/office/drawing/2014/main" id="{A388BBBD-637B-7570-159D-FEEEAC9EE0AE}"/>
                </a:ext>
              </a:extLst>
            </p:cNvPr>
            <p:cNvSpPr txBox="1">
              <a:spLocks noChangeArrowheads="1"/>
            </p:cNvSpPr>
            <p:nvPr/>
          </p:nvSpPr>
          <p:spPr bwMode="auto">
            <a:xfrm>
              <a:off x="5747" y="3031"/>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Requirements</a:t>
              </a:r>
            </a:p>
          </p:txBody>
        </p:sp>
        <p:sp>
          <p:nvSpPr>
            <p:cNvPr id="12293" name="文本框 4">
              <a:extLst>
                <a:ext uri="{FF2B5EF4-FFF2-40B4-BE49-F238E27FC236}">
                  <a16:creationId xmlns:a16="http://schemas.microsoft.com/office/drawing/2014/main" id="{CE6889FB-9844-A81A-6C13-93A929B36C28}"/>
                </a:ext>
              </a:extLst>
            </p:cNvPr>
            <p:cNvSpPr txBox="1">
              <a:spLocks noChangeArrowheads="1"/>
            </p:cNvSpPr>
            <p:nvPr/>
          </p:nvSpPr>
          <p:spPr bwMode="auto">
            <a:xfrm>
              <a:off x="7814" y="4165"/>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Design</a:t>
              </a:r>
            </a:p>
          </p:txBody>
        </p:sp>
        <p:sp>
          <p:nvSpPr>
            <p:cNvPr id="12294" name="文本框 5">
              <a:extLst>
                <a:ext uri="{FF2B5EF4-FFF2-40B4-BE49-F238E27FC236}">
                  <a16:creationId xmlns:a16="http://schemas.microsoft.com/office/drawing/2014/main" id="{C4F9EBA8-F77B-C915-2B63-AC96DD8E903E}"/>
                </a:ext>
              </a:extLst>
            </p:cNvPr>
            <p:cNvSpPr txBox="1">
              <a:spLocks noChangeArrowheads="1"/>
            </p:cNvSpPr>
            <p:nvPr/>
          </p:nvSpPr>
          <p:spPr bwMode="auto">
            <a:xfrm>
              <a:off x="9881" y="5299"/>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Development</a:t>
              </a:r>
            </a:p>
          </p:txBody>
        </p:sp>
        <p:sp>
          <p:nvSpPr>
            <p:cNvPr id="12295" name="文本框 6">
              <a:extLst>
                <a:ext uri="{FF2B5EF4-FFF2-40B4-BE49-F238E27FC236}">
                  <a16:creationId xmlns:a16="http://schemas.microsoft.com/office/drawing/2014/main" id="{2497A09D-3828-51BB-9EBB-A4069F658B14}"/>
                </a:ext>
              </a:extLst>
            </p:cNvPr>
            <p:cNvSpPr txBox="1">
              <a:spLocks noChangeArrowheads="1"/>
            </p:cNvSpPr>
            <p:nvPr/>
          </p:nvSpPr>
          <p:spPr bwMode="auto">
            <a:xfrm>
              <a:off x="11948" y="6433"/>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Testing</a:t>
              </a:r>
            </a:p>
          </p:txBody>
        </p:sp>
        <p:sp>
          <p:nvSpPr>
            <p:cNvPr id="12296" name="文本框 7">
              <a:extLst>
                <a:ext uri="{FF2B5EF4-FFF2-40B4-BE49-F238E27FC236}">
                  <a16:creationId xmlns:a16="http://schemas.microsoft.com/office/drawing/2014/main" id="{BF5523A4-E467-83D6-9EE2-621B1A94FEC5}"/>
                </a:ext>
              </a:extLst>
            </p:cNvPr>
            <p:cNvSpPr txBox="1">
              <a:spLocks noChangeArrowheads="1"/>
            </p:cNvSpPr>
            <p:nvPr/>
          </p:nvSpPr>
          <p:spPr bwMode="auto">
            <a:xfrm>
              <a:off x="14015" y="7575"/>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Deploying</a:t>
              </a:r>
            </a:p>
          </p:txBody>
        </p:sp>
        <p:sp>
          <p:nvSpPr>
            <p:cNvPr id="12297" name="文本框 8">
              <a:extLst>
                <a:ext uri="{FF2B5EF4-FFF2-40B4-BE49-F238E27FC236}">
                  <a16:creationId xmlns:a16="http://schemas.microsoft.com/office/drawing/2014/main" id="{CA7CCBEA-9F55-8787-2C3B-0339F0FD6823}"/>
                </a:ext>
              </a:extLst>
            </p:cNvPr>
            <p:cNvSpPr txBox="1">
              <a:spLocks noChangeArrowheads="1"/>
            </p:cNvSpPr>
            <p:nvPr/>
          </p:nvSpPr>
          <p:spPr bwMode="auto">
            <a:xfrm>
              <a:off x="16082" y="8717"/>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Maintenance</a:t>
              </a:r>
            </a:p>
          </p:txBody>
        </p:sp>
        <p:cxnSp>
          <p:nvCxnSpPr>
            <p:cNvPr id="11" name="肘形连接符 10">
              <a:extLst>
                <a:ext uri="{FF2B5EF4-FFF2-40B4-BE49-F238E27FC236}">
                  <a16:creationId xmlns:a16="http://schemas.microsoft.com/office/drawing/2014/main" id="{31CB736E-CEEC-A2C0-9D0A-FEC82AF5AC91}"/>
                </a:ext>
              </a:extLst>
            </p:cNvPr>
            <p:cNvCxnSpPr>
              <a:stCxn id="12292" idx="2"/>
              <a:endCxn id="12293" idx="1"/>
            </p:cNvCxnSpPr>
            <p:nvPr/>
          </p:nvCxnSpPr>
          <p:spPr>
            <a:xfrm rot="5400000" flipV="1">
              <a:off x="7149" y="3864"/>
              <a:ext cx="770"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2" name="肘形连接符 11">
              <a:extLst>
                <a:ext uri="{FF2B5EF4-FFF2-40B4-BE49-F238E27FC236}">
                  <a16:creationId xmlns:a16="http://schemas.microsoft.com/office/drawing/2014/main" id="{C8F7C988-23BC-7876-77F7-21D0FA10396D}"/>
                </a:ext>
              </a:extLst>
            </p:cNvPr>
            <p:cNvCxnSpPr>
              <a:stCxn id="12296" idx="2"/>
              <a:endCxn id="12297" idx="1"/>
            </p:cNvCxnSpPr>
            <p:nvPr/>
          </p:nvCxnSpPr>
          <p:spPr>
            <a:xfrm rot="5400000" flipV="1">
              <a:off x="15414" y="8411"/>
              <a:ext cx="780"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3" name="肘形连接符 12">
              <a:extLst>
                <a:ext uri="{FF2B5EF4-FFF2-40B4-BE49-F238E27FC236}">
                  <a16:creationId xmlns:a16="http://schemas.microsoft.com/office/drawing/2014/main" id="{F55984E2-DFF6-B8FA-F0C3-841961074CA8}"/>
                </a:ext>
              </a:extLst>
            </p:cNvPr>
            <p:cNvCxnSpPr>
              <a:stCxn id="12293" idx="2"/>
              <a:endCxn id="12294" idx="1"/>
            </p:cNvCxnSpPr>
            <p:nvPr/>
          </p:nvCxnSpPr>
          <p:spPr>
            <a:xfrm rot="5400000" flipV="1">
              <a:off x="9216" y="4997"/>
              <a:ext cx="772"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肘形连接符 13">
              <a:extLst>
                <a:ext uri="{FF2B5EF4-FFF2-40B4-BE49-F238E27FC236}">
                  <a16:creationId xmlns:a16="http://schemas.microsoft.com/office/drawing/2014/main" id="{B1718612-412F-F663-85FF-ABA57E4CAC24}"/>
                </a:ext>
              </a:extLst>
            </p:cNvPr>
            <p:cNvCxnSpPr>
              <a:stCxn id="12294" idx="2"/>
              <a:endCxn id="12295" idx="1"/>
            </p:cNvCxnSpPr>
            <p:nvPr/>
          </p:nvCxnSpPr>
          <p:spPr>
            <a:xfrm rot="5400000" flipV="1">
              <a:off x="11283" y="6132"/>
              <a:ext cx="772"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5" name="肘形连接符 14">
              <a:extLst>
                <a:ext uri="{FF2B5EF4-FFF2-40B4-BE49-F238E27FC236}">
                  <a16:creationId xmlns:a16="http://schemas.microsoft.com/office/drawing/2014/main" id="{F0B94CE5-680F-D095-18A8-36D1428D718E}"/>
                </a:ext>
              </a:extLst>
            </p:cNvPr>
            <p:cNvCxnSpPr>
              <a:stCxn id="12295" idx="2"/>
              <a:endCxn id="12296" idx="1"/>
            </p:cNvCxnSpPr>
            <p:nvPr/>
          </p:nvCxnSpPr>
          <p:spPr>
            <a:xfrm rot="5400000" flipV="1">
              <a:off x="13347" y="7269"/>
              <a:ext cx="780"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462C331F-207C-F655-4888-FF6813E2B6B3}"/>
              </a:ext>
            </a:extLst>
          </p:cNvPr>
          <p:cNvSpPr>
            <a:spLocks noGrp="1" noChangeArrowheads="1"/>
          </p:cNvSpPr>
          <p:nvPr>
            <p:ph type="title"/>
          </p:nvPr>
        </p:nvSpPr>
        <p:spPr/>
        <p:txBody>
          <a:bodyPr/>
          <a:lstStyle/>
          <a:p>
            <a:r>
              <a:rPr lang="en-US" altLang="zh-CN">
                <a:ea typeface="宋体" panose="02010600030101010101" pitchFamily="2" charset="-122"/>
              </a:rPr>
              <a:t>Design Process</a:t>
            </a:r>
          </a:p>
        </p:txBody>
      </p:sp>
      <p:sp>
        <p:nvSpPr>
          <p:cNvPr id="14338" name="Content Placeholder 2">
            <a:extLst>
              <a:ext uri="{FF2B5EF4-FFF2-40B4-BE49-F238E27FC236}">
                <a16:creationId xmlns:a16="http://schemas.microsoft.com/office/drawing/2014/main" id="{FC3F3E35-FA26-EDB1-BD2A-F612BE396D9F}"/>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Operational Characteristics</a:t>
            </a:r>
          </a:p>
          <a:p>
            <a:pPr lvl="1"/>
            <a:r>
              <a:rPr lang="en-US" altLang="zh-CN">
                <a:ea typeface="宋体" panose="02010600030101010101" pitchFamily="2" charset="-122"/>
              </a:rPr>
              <a:t>Design is a </a:t>
            </a:r>
            <a:r>
              <a:rPr lang="en-US" altLang="zh-CN">
                <a:solidFill>
                  <a:srgbClr val="00B050"/>
                </a:solidFill>
                <a:ea typeface="宋体" panose="02010600030101010101" pitchFamily="2" charset="-122"/>
              </a:rPr>
              <a:t>dynamic</a:t>
            </a:r>
            <a:r>
              <a:rPr lang="en-US" altLang="zh-CN">
                <a:ea typeface="宋体" panose="02010600030101010101" pitchFamily="2" charset="-122"/>
              </a:rPr>
              <a:t> process and cannot be adequately represented statically</a:t>
            </a:r>
          </a:p>
          <a:p>
            <a:pPr lvl="1"/>
            <a:r>
              <a:rPr lang="en-US" altLang="zh-CN">
                <a:ea typeface="宋体" panose="02010600030101010101" pitchFamily="2" charset="-122"/>
              </a:rPr>
              <a:t>The design process is </a:t>
            </a:r>
            <a:r>
              <a:rPr lang="en-US" altLang="zh-CN">
                <a:solidFill>
                  <a:srgbClr val="00B050"/>
                </a:solidFill>
                <a:ea typeface="宋体" panose="02010600030101010101" pitchFamily="2" charset="-122"/>
              </a:rPr>
              <a:t>nonhierarchical</a:t>
            </a:r>
            <a:r>
              <a:rPr lang="en-US" altLang="zh-CN">
                <a:ea typeface="宋体" panose="02010600030101010101" pitchFamily="2" charset="-122"/>
              </a:rPr>
              <a:t> and is neither strictly bottom-up nor strictly top-down</a:t>
            </a:r>
          </a:p>
          <a:p>
            <a:pPr lvl="1"/>
            <a:r>
              <a:rPr lang="en-US" altLang="zh-CN">
                <a:ea typeface="宋体" panose="02010600030101010101" pitchFamily="2" charset="-122"/>
              </a:rPr>
              <a:t>The design process is </a:t>
            </a:r>
            <a:r>
              <a:rPr lang="en-US" altLang="zh-CN">
                <a:solidFill>
                  <a:srgbClr val="00B050"/>
                </a:solidFill>
                <a:ea typeface="宋体" panose="02010600030101010101" pitchFamily="2" charset="-122"/>
              </a:rPr>
              <a:t>unpredictable</a:t>
            </a:r>
            <a:r>
              <a:rPr lang="en-US" altLang="zh-CN">
                <a:ea typeface="宋体" panose="02010600030101010101" pitchFamily="2" charset="-122"/>
              </a:rPr>
              <a:t> and </a:t>
            </a:r>
            <a:r>
              <a:rPr lang="en-US" altLang="zh-CN">
                <a:solidFill>
                  <a:srgbClr val="00B050"/>
                </a:solidFill>
                <a:ea typeface="宋体" panose="02010600030101010101" pitchFamily="2" charset="-122"/>
              </a:rPr>
              <a:t>radically transformational</a:t>
            </a:r>
            <a:r>
              <a:rPr lang="en-US" altLang="zh-CN">
                <a:ea typeface="宋体" panose="02010600030101010101" pitchFamily="2" charset="-122"/>
              </a:rPr>
              <a:t>, involving the development of partial and interim solutions that may ultimatley play no role in the final outcome</a:t>
            </a:r>
          </a:p>
          <a:p>
            <a:pPr lvl="1"/>
            <a:r>
              <a:rPr lang="en-US" altLang="zh-CN">
                <a:ea typeface="宋体" panose="02010600030101010101" pitchFamily="2" charset="-122"/>
              </a:rPr>
              <a:t>Design intrinsically involves </a:t>
            </a:r>
            <a:r>
              <a:rPr lang="en-US" altLang="zh-CN">
                <a:solidFill>
                  <a:srgbClr val="00B050"/>
                </a:solidFill>
                <a:ea typeface="宋体" panose="02010600030101010101" pitchFamily="2" charset="-122"/>
              </a:rPr>
              <a:t>discovery of new goals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图片 3">
            <a:extLst>
              <a:ext uri="{FF2B5EF4-FFF2-40B4-BE49-F238E27FC236}">
                <a16:creationId xmlns:a16="http://schemas.microsoft.com/office/drawing/2014/main" id="{45944503-C2AE-F9CC-D6F3-65EFDCDDC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3675" y="2740025"/>
            <a:ext cx="8137525" cy="407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Title 1">
            <a:extLst>
              <a:ext uri="{FF2B5EF4-FFF2-40B4-BE49-F238E27FC236}">
                <a16:creationId xmlns:a16="http://schemas.microsoft.com/office/drawing/2014/main" id="{504D8956-691E-B5E3-3900-32946389E15C}"/>
              </a:ext>
            </a:extLst>
          </p:cNvPr>
          <p:cNvSpPr>
            <a:spLocks noGrp="1" noChangeArrowheads="1"/>
          </p:cNvSpPr>
          <p:nvPr>
            <p:ph type="title"/>
          </p:nvPr>
        </p:nvSpPr>
        <p:spPr/>
        <p:txBody>
          <a:bodyPr/>
          <a:lstStyle/>
          <a:p>
            <a:r>
              <a:rPr lang="en-US" altLang="zh-CN">
                <a:ea typeface="宋体" panose="02010600030101010101" pitchFamily="2" charset="-122"/>
              </a:rPr>
              <a:t>Design Process</a:t>
            </a:r>
          </a:p>
        </p:txBody>
      </p:sp>
      <p:sp>
        <p:nvSpPr>
          <p:cNvPr id="16387" name="Content Placeholder 2">
            <a:extLst>
              <a:ext uri="{FF2B5EF4-FFF2-40B4-BE49-F238E27FC236}">
                <a16:creationId xmlns:a16="http://schemas.microsoft.com/office/drawing/2014/main" id="{B282FB2B-9F36-EE80-1CD8-1E424A6EDFB7}"/>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Four-Phase Iterative Design Process</a:t>
            </a:r>
          </a:p>
          <a:p>
            <a:pPr lvl="1"/>
            <a:r>
              <a:rPr lang="en-US" altLang="zh-CN">
                <a:ea typeface="宋体" panose="02010600030101010101" pitchFamily="2" charset="-122"/>
              </a:rPr>
              <a:t>Requirements analysis</a:t>
            </a:r>
          </a:p>
          <a:p>
            <a:pPr lvl="1"/>
            <a:r>
              <a:rPr lang="en-US" altLang="zh-CN">
                <a:ea typeface="宋体" panose="02010600030101010101" pitchFamily="2" charset="-122"/>
              </a:rPr>
              <a:t>Preliminary and detailed design</a:t>
            </a:r>
          </a:p>
          <a:p>
            <a:pPr lvl="1"/>
            <a:r>
              <a:rPr lang="en-US" altLang="zh-CN">
                <a:ea typeface="宋体" panose="02010600030101010101" pitchFamily="2" charset="-122"/>
              </a:rPr>
              <a:t>Build and implementation</a:t>
            </a:r>
          </a:p>
          <a:p>
            <a:pPr lvl="1"/>
            <a:r>
              <a:rPr lang="en-US" altLang="zh-CN">
                <a:ea typeface="宋体" panose="02010600030101010101" pitchFamily="2" charset="-122"/>
              </a:rPr>
              <a:t>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B2799509-BAB7-7369-83A1-6C2AEE3AA735}"/>
              </a:ext>
            </a:extLst>
          </p:cNvPr>
          <p:cNvSpPr>
            <a:spLocks noGrp="1" noChangeArrowheads="1"/>
          </p:cNvSpPr>
          <p:nvPr>
            <p:ph type="title"/>
          </p:nvPr>
        </p:nvSpPr>
        <p:spPr/>
        <p:txBody>
          <a:bodyPr/>
          <a:lstStyle/>
          <a:p>
            <a:r>
              <a:rPr lang="en-US" altLang="zh-CN">
                <a:ea typeface="宋体" panose="02010600030101010101" pitchFamily="2" charset="-122"/>
              </a:rPr>
              <a:t>Design Process</a:t>
            </a:r>
          </a:p>
        </p:txBody>
      </p:sp>
      <p:sp>
        <p:nvSpPr>
          <p:cNvPr id="18434" name="Content Placeholder 2">
            <a:extLst>
              <a:ext uri="{FF2B5EF4-FFF2-40B4-BE49-F238E27FC236}">
                <a16:creationId xmlns:a16="http://schemas.microsoft.com/office/drawing/2014/main" id="{2EA91D12-6AF0-FF9C-285D-D2E5CF6C7D3B}"/>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Requirements Analysis</a:t>
            </a:r>
          </a:p>
          <a:p>
            <a:pPr lvl="1"/>
            <a:r>
              <a:rPr lang="en-US" altLang="zh-CN">
                <a:ea typeface="宋体" panose="02010600030101010101" pitchFamily="2" charset="-122"/>
              </a:rPr>
              <a:t>Collecting UID requirements is part of the overall requirements analysis and management phase, and often has a direct impact on the engineering aspects of UID</a:t>
            </a:r>
          </a:p>
          <a:p>
            <a:pPr lvl="1"/>
            <a:r>
              <a:rPr lang="en-US" altLang="zh-CN">
                <a:ea typeface="宋体" panose="02010600030101010101" pitchFamily="2" charset="-122"/>
              </a:rPr>
              <a:t>Functional requirements</a:t>
            </a:r>
          </a:p>
          <a:p>
            <a:pPr lvl="2"/>
            <a:r>
              <a:rPr lang="en-US" altLang="zh-CN">
                <a:ea typeface="宋体" panose="02010600030101010101" pitchFamily="2" charset="-122"/>
              </a:rPr>
              <a:t>Define specific behaviour that the UI system should support (often captured in </a:t>
            </a:r>
            <a:r>
              <a:rPr lang="en-US" altLang="zh-CN">
                <a:solidFill>
                  <a:srgbClr val="00B050"/>
                </a:solidFill>
                <a:ea typeface="宋体" panose="02010600030101010101" pitchFamily="2" charset="-122"/>
              </a:rPr>
              <a:t>use cases</a:t>
            </a:r>
            <a:r>
              <a:rPr lang="en-US" altLang="zh-CN">
                <a:ea typeface="宋体" panose="02010600030101010101" pitchFamily="2" charset="-122"/>
              </a:rPr>
              <a:t>)</a:t>
            </a:r>
          </a:p>
          <a:p>
            <a:pPr lvl="1"/>
            <a:r>
              <a:rPr lang="en-US" altLang="zh-CN">
                <a:ea typeface="宋体" panose="02010600030101010101" pitchFamily="2" charset="-122"/>
              </a:rPr>
              <a:t>Non-functional requirements</a:t>
            </a:r>
          </a:p>
          <a:p>
            <a:pPr lvl="2"/>
            <a:r>
              <a:rPr lang="en-US" altLang="zh-CN">
                <a:ea typeface="宋体" panose="02010600030101010101" pitchFamily="2" charset="-122"/>
              </a:rPr>
              <a:t>Specify overall criteria governing the operation of the UI system (hardware, software, system performance, reliability, etc.) without being tied to a specific action or behaviour</a:t>
            </a:r>
          </a:p>
          <a:p>
            <a:pPr lvl="1"/>
            <a:r>
              <a:rPr lang="en-US" altLang="zh-CN">
                <a:ea typeface="宋体" panose="02010600030101010101" pitchFamily="2" charset="-122"/>
              </a:rPr>
              <a:t>User experience (UX) requirements</a:t>
            </a:r>
          </a:p>
          <a:p>
            <a:pPr lvl="2"/>
            <a:r>
              <a:rPr lang="en-US" altLang="zh-CN">
                <a:ea typeface="宋体" panose="02010600030101010101" pitchFamily="2" charset="-122"/>
              </a:rPr>
              <a:t>Specify concrete non-functional requirements for user interaction and the UI system (navigation, input, colours, etc.)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9F934D30-5DDB-B5CE-B889-4C0BD08B7506}"/>
              </a:ext>
            </a:extLst>
          </p:cNvPr>
          <p:cNvSpPr>
            <a:spLocks noGrp="1" noChangeArrowheads="1"/>
          </p:cNvSpPr>
          <p:nvPr>
            <p:ph type="title"/>
          </p:nvPr>
        </p:nvSpPr>
        <p:spPr/>
        <p:txBody>
          <a:bodyPr/>
          <a:lstStyle/>
          <a:p>
            <a:r>
              <a:rPr lang="en-US" altLang="zh-CN">
                <a:ea typeface="宋体" panose="02010600030101010101" pitchFamily="2" charset="-122"/>
              </a:rPr>
              <a:t>Design Process</a:t>
            </a:r>
          </a:p>
        </p:txBody>
      </p:sp>
      <p:sp>
        <p:nvSpPr>
          <p:cNvPr id="20482" name="Content Placeholder 2">
            <a:extLst>
              <a:ext uri="{FF2B5EF4-FFF2-40B4-BE49-F238E27FC236}">
                <a16:creationId xmlns:a16="http://schemas.microsoft.com/office/drawing/2014/main" id="{9A15F3E9-96E7-8397-4A5E-486D80CE0F9B}"/>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Requirements Analysis</a:t>
            </a:r>
          </a:p>
          <a:p>
            <a:pPr lvl="1"/>
            <a:r>
              <a:rPr lang="en-US" altLang="zh-CN">
                <a:ea typeface="宋体" panose="02010600030101010101" pitchFamily="2" charset="-122"/>
              </a:rPr>
              <a:t>Requirements documents provide a </a:t>
            </a:r>
            <a:r>
              <a:rPr lang="en-US" altLang="zh-CN">
                <a:solidFill>
                  <a:srgbClr val="00B050"/>
                </a:solidFill>
                <a:ea typeface="宋体" panose="02010600030101010101" pitchFamily="2" charset="-122"/>
              </a:rPr>
              <a:t>shared understanding</a:t>
            </a:r>
            <a:r>
              <a:rPr lang="en-US" altLang="zh-CN">
                <a:ea typeface="宋体" panose="02010600030101010101" pitchFamily="2" charset="-122"/>
              </a:rPr>
              <a:t> between the members of the product team</a:t>
            </a:r>
          </a:p>
          <a:p>
            <a:pPr lvl="2"/>
            <a:r>
              <a:rPr lang="en-US" altLang="zh-CN">
                <a:ea typeface="宋体" panose="02010600030101010101" pitchFamily="2" charset="-122"/>
              </a:rPr>
              <a:t>The success or failure of software projects often depends on the precision and completeness of the shared understanding between all designers, developers, and users</a:t>
            </a:r>
          </a:p>
          <a:p>
            <a:pPr lvl="1"/>
            <a:r>
              <a:rPr lang="en-US" altLang="zh-CN">
                <a:ea typeface="宋体" panose="02010600030101010101" pitchFamily="2" charset="-122"/>
              </a:rPr>
              <a:t>Use cases</a:t>
            </a:r>
          </a:p>
          <a:p>
            <a:pPr lvl="2"/>
            <a:r>
              <a:rPr lang="en-US" altLang="zh-CN">
                <a:ea typeface="宋体" panose="02010600030101010101" pitchFamily="2" charset="-122"/>
              </a:rPr>
              <a:t>A concept from software engineering, intended for writing functional requirements</a:t>
            </a:r>
          </a:p>
          <a:p>
            <a:pPr lvl="2"/>
            <a:r>
              <a:rPr lang="en-US" altLang="zh-CN">
                <a:ea typeface="宋体" panose="02010600030101010101" pitchFamily="2" charset="-122"/>
              </a:rPr>
              <a:t>Formalized scenarios that capture operations between the actor and the system in a step-by-step manner</a:t>
            </a:r>
          </a:p>
          <a:p>
            <a:pPr lvl="3"/>
            <a:r>
              <a:rPr lang="en-US" altLang="zh-CN">
                <a:ea typeface="宋体" panose="02010600030101010101" pitchFamily="2" charset="-122"/>
              </a:rPr>
              <a:t>In general software engineering, the actor could be another system, but the focus is on the human user and the UI system in our context</a:t>
            </a:r>
          </a:p>
          <a:p>
            <a:pPr lvl="2"/>
            <a:r>
              <a:rPr lang="en-US" altLang="zh-CN">
                <a:ea typeface="宋体" panose="02010600030101010101" pitchFamily="2" charset="-122"/>
              </a:rPr>
              <a:t>The set of UI functionalities should simply be a sum of its use cases</a:t>
            </a:r>
          </a:p>
          <a:p>
            <a:pPr lvl="3"/>
            <a:r>
              <a:rPr lang="en-US" altLang="zh-CN">
                <a:ea typeface="宋体" panose="02010600030101010101" pitchFamily="2" charset="-122"/>
              </a:rPr>
              <a:t>No functionality should be implemented that does not explicitly support at least one use case</a:t>
            </a:r>
          </a:p>
          <a:p>
            <a:pPr lvl="2"/>
            <a:r>
              <a:rPr lang="en-US" altLang="zh-CN">
                <a:ea typeface="宋体" panose="02010600030101010101" pitchFamily="2" charset="-122"/>
              </a:rPr>
              <a:t>Use cases give a straightforward recipe for evaluation of the UI system</a:t>
            </a:r>
          </a:p>
          <a:p>
            <a:pPr lvl="3"/>
            <a:r>
              <a:rPr lang="en-US" altLang="zh-CN">
                <a:ea typeface="宋体" panose="02010600030101010101" pitchFamily="2" charset="-122"/>
              </a:rPr>
              <a:t>If all use cases can be completed successfully, the UI system is correct and valid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906C80F0-3BF6-DA6D-2413-BB9BB4301DF7}"/>
              </a:ext>
            </a:extLst>
          </p:cNvPr>
          <p:cNvSpPr>
            <a:spLocks noGrp="1" noChangeArrowheads="1"/>
          </p:cNvSpPr>
          <p:nvPr>
            <p:ph type="title"/>
          </p:nvPr>
        </p:nvSpPr>
        <p:spPr/>
        <p:txBody>
          <a:bodyPr/>
          <a:lstStyle/>
          <a:p>
            <a:r>
              <a:rPr lang="en-US" altLang="zh-CN">
                <a:ea typeface="宋体" panose="02010600030101010101" pitchFamily="2" charset="-122"/>
              </a:rPr>
              <a:t>Design Process</a:t>
            </a:r>
          </a:p>
        </p:txBody>
      </p:sp>
      <p:sp>
        <p:nvSpPr>
          <p:cNvPr id="22530" name="Content Placeholder 2">
            <a:extLst>
              <a:ext uri="{FF2B5EF4-FFF2-40B4-BE49-F238E27FC236}">
                <a16:creationId xmlns:a16="http://schemas.microsoft.com/office/drawing/2014/main" id="{BFBEAF1A-877D-0848-ED64-1C8055C6CC09}"/>
              </a:ext>
            </a:extLst>
          </p:cNvPr>
          <p:cNvSpPr>
            <a:spLocks noGrp="1" noChangeArrowheads="1"/>
          </p:cNvSpPr>
          <p:nvPr>
            <p:ph idx="1"/>
          </p:nvPr>
        </p:nvSpPr>
        <p:spPr>
          <a:xfrm>
            <a:off x="838200" y="1495425"/>
            <a:ext cx="11033125" cy="5302250"/>
          </a:xfrm>
        </p:spPr>
        <p:txBody>
          <a:bodyPr/>
          <a:lstStyle/>
          <a:p>
            <a:r>
              <a:rPr lang="en-US" altLang="zh-CN">
                <a:ea typeface="宋体" panose="02010600030101010101" pitchFamily="2" charset="-122"/>
                <a:sym typeface="等线" panose="02010600030101010101" pitchFamily="2" charset="-122"/>
              </a:rPr>
              <a:t>Preliminary and Detailed Design</a:t>
            </a:r>
            <a:endParaRPr lang="en-US" altLang="zh-CN">
              <a:ea typeface="宋体" panose="02010600030101010101" pitchFamily="2" charset="-122"/>
            </a:endParaRPr>
          </a:p>
          <a:p>
            <a:pPr lvl="1"/>
            <a:r>
              <a:rPr lang="en-US" altLang="zh-CN">
                <a:ea typeface="宋体" panose="02010600030101010101" pitchFamily="2" charset="-122"/>
              </a:rPr>
              <a:t>Preliminary design, a.k.a. architectural/</a:t>
            </a:r>
            <a:r>
              <a:rPr lang="en-US" altLang="zh-CN">
                <a:ea typeface="宋体" panose="02010600030101010101" pitchFamily="2" charset="-122"/>
                <a:sym typeface="等线" panose="02010600030101010101" pitchFamily="2" charset="-122"/>
              </a:rPr>
              <a:t>conceptual </a:t>
            </a:r>
            <a:r>
              <a:rPr lang="en-US" altLang="zh-CN">
                <a:ea typeface="宋体" panose="02010600030101010101" pitchFamily="2" charset="-122"/>
              </a:rPr>
              <a:t>design		</a:t>
            </a:r>
            <a:r>
              <a:rPr lang="en-US" altLang="zh-CN">
                <a:solidFill>
                  <a:srgbClr val="00B050"/>
                </a:solidFill>
                <a:ea typeface="宋体" panose="02010600030101010101" pitchFamily="2" charset="-122"/>
              </a:rPr>
              <a:t>Strategy</a:t>
            </a:r>
            <a:endParaRPr lang="en-US" altLang="zh-CN">
              <a:ea typeface="宋体" panose="02010600030101010101" pitchFamily="2" charset="-122"/>
            </a:endParaRPr>
          </a:p>
          <a:p>
            <a:pPr lvl="2"/>
            <a:r>
              <a:rPr lang="en-US" altLang="zh-CN">
                <a:ea typeface="宋体" panose="02010600030101010101" pitchFamily="2" charset="-122"/>
              </a:rPr>
              <a:t>Consists of mapping out the high-level concepts such as the user, controls, UI displays, navigation mechanisms, and overall workfolow</a:t>
            </a:r>
          </a:p>
          <a:p>
            <a:pPr lvl="2"/>
            <a:r>
              <a:rPr lang="en-US" altLang="zh-CN">
                <a:ea typeface="宋体" panose="02010600030101010101" pitchFamily="2" charset="-122"/>
              </a:rPr>
              <a:t>Organizes the high-level concepts into a conceptual map with their relations</a:t>
            </a:r>
          </a:p>
          <a:p>
            <a:pPr lvl="2"/>
            <a:r>
              <a:rPr lang="en-US" altLang="zh-CN">
                <a:ea typeface="宋体" panose="02010600030101010101" pitchFamily="2" charset="-122"/>
              </a:rPr>
              <a:t>Develops the mental model that users should have about the UI system when using it</a:t>
            </a:r>
          </a:p>
          <a:p>
            <a:pPr lvl="1"/>
            <a:r>
              <a:rPr lang="en-US" altLang="zh-CN">
                <a:ea typeface="宋体" panose="02010600030101010101" pitchFamily="2" charset="-122"/>
              </a:rPr>
              <a:t>Detailed design								</a:t>
            </a:r>
            <a:r>
              <a:rPr lang="en-US" altLang="zh-CN">
                <a:solidFill>
                  <a:srgbClr val="00B050"/>
                </a:solidFill>
                <a:ea typeface="宋体" panose="02010600030101010101" pitchFamily="2" charset="-122"/>
              </a:rPr>
              <a:t>Tactics</a:t>
            </a:r>
            <a:endParaRPr lang="en-US" altLang="zh-CN">
              <a:ea typeface="宋体" panose="02010600030101010101" pitchFamily="2" charset="-122"/>
            </a:endParaRPr>
          </a:p>
          <a:p>
            <a:pPr lvl="2"/>
            <a:r>
              <a:rPr lang="en-US" altLang="zh-CN">
                <a:ea typeface="宋体" panose="02010600030101010101" pitchFamily="2" charset="-122"/>
              </a:rPr>
              <a:t>Specifics of each preliminary design outcome are planned out</a:t>
            </a:r>
          </a:p>
          <a:p>
            <a:r>
              <a:rPr lang="en-US" altLang="zh-CN">
                <a:ea typeface="宋体" panose="02010600030101010101" pitchFamily="2" charset="-122"/>
              </a:rPr>
              <a:t>Build and Implementation</a:t>
            </a:r>
          </a:p>
          <a:p>
            <a:pPr lvl="1"/>
            <a:r>
              <a:rPr lang="en-US" altLang="zh-CN">
                <a:ea typeface="宋体" panose="02010600030101010101" pitchFamily="2" charset="-122"/>
              </a:rPr>
              <a:t>Actual software and hardware engineering (outside the course scope)</a:t>
            </a:r>
          </a:p>
          <a:p>
            <a:r>
              <a:rPr lang="en-US" altLang="zh-CN">
                <a:ea typeface="宋体" panose="02010600030101010101" pitchFamily="2" charset="-122"/>
              </a:rPr>
              <a:t>Evaluation</a:t>
            </a:r>
          </a:p>
          <a:p>
            <a:pPr lvl="1"/>
            <a:r>
              <a:rPr lang="en-US" altLang="zh-CN">
                <a:ea typeface="宋体" panose="02010600030101010101" pitchFamily="2" charset="-122"/>
              </a:rPr>
              <a:t>Developers test and validate the UI system implementation to ensure that it conforms to the design and requirements set out earlier (postponed to Chapter 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A1CABC68-D7A1-3075-0C74-8BE1D6479CD6}"/>
              </a:ext>
            </a:extLst>
          </p:cNvPr>
          <p:cNvSpPr>
            <a:spLocks noGrp="1" noChangeArrowheads="1"/>
          </p:cNvSpPr>
          <p:nvPr>
            <p:ph type="title"/>
          </p:nvPr>
        </p:nvSpPr>
        <p:spPr/>
        <p:txBody>
          <a:bodyPr/>
          <a:lstStyle/>
          <a:p>
            <a:r>
              <a:rPr lang="en-US" altLang="zh-CN">
                <a:ea typeface="宋体" panose="02010600030101010101" pitchFamily="2" charset="-122"/>
              </a:rPr>
              <a:t>Design Frameworks</a:t>
            </a:r>
          </a:p>
        </p:txBody>
      </p:sp>
      <p:sp>
        <p:nvSpPr>
          <p:cNvPr id="24578" name="Content Placeholder 2">
            <a:extLst>
              <a:ext uri="{FF2B5EF4-FFF2-40B4-BE49-F238E27FC236}">
                <a16:creationId xmlns:a16="http://schemas.microsoft.com/office/drawing/2014/main" id="{973AD517-7AF4-E016-9615-2BBE98EF8FAD}"/>
              </a:ext>
            </a:extLst>
          </p:cNvPr>
          <p:cNvSpPr>
            <a:spLocks noGrp="1" noChangeArrowheads="1"/>
          </p:cNvSpPr>
          <p:nvPr>
            <p:ph idx="1"/>
          </p:nvPr>
        </p:nvSpPr>
        <p:spPr>
          <a:xfrm>
            <a:off x="838200" y="1495425"/>
            <a:ext cx="11222038" cy="5302250"/>
          </a:xfrm>
        </p:spPr>
        <p:txBody>
          <a:bodyPr/>
          <a:lstStyle/>
          <a:p>
            <a:r>
              <a:rPr lang="en-US" altLang="zh-CN">
                <a:ea typeface="宋体" panose="02010600030101010101" pitchFamily="2" charset="-122"/>
              </a:rPr>
              <a:t>User-Centered Design</a:t>
            </a:r>
          </a:p>
          <a:p>
            <a:pPr lvl="1"/>
            <a:r>
              <a:rPr lang="en-US" altLang="zh-CN">
                <a:ea typeface="宋体" panose="02010600030101010101" pitchFamily="2" charset="-122"/>
              </a:rPr>
              <a:t>Prescribes a design process that primarily takes the needs, wants, and limitations of the actual end users into account during each phase of the design process</a:t>
            </a:r>
          </a:p>
          <a:p>
            <a:pPr lvl="2"/>
            <a:r>
              <a:rPr lang="en-US" altLang="zh-CN">
                <a:ea typeface="宋体" panose="02010600030101010101" pitchFamily="2" charset="-122"/>
              </a:rPr>
              <a:t>Successful developers work carefully to understand the business’s needs and refine their skills in eliciting accurate requirements from non-technical business managers</a:t>
            </a:r>
          </a:p>
          <a:p>
            <a:r>
              <a:rPr lang="en-US" altLang="zh-CN">
                <a:ea typeface="宋体" panose="02010600030101010101" pitchFamily="2" charset="-122"/>
              </a:rPr>
              <a:t>Participatory Design</a:t>
            </a:r>
          </a:p>
          <a:p>
            <a:pPr lvl="1"/>
            <a:r>
              <a:rPr lang="en-US" altLang="zh-CN">
                <a:ea typeface="宋体" panose="02010600030101010101" pitchFamily="2" charset="-122"/>
              </a:rPr>
              <a:t>Is the direct involvement of users in the design of the things and technologies they use (a.k.a. cooperative design)</a:t>
            </a:r>
          </a:p>
          <a:p>
            <a:r>
              <a:rPr lang="en-US" altLang="zh-CN">
                <a:ea typeface="宋体" panose="02010600030101010101" pitchFamily="2" charset="-122"/>
              </a:rPr>
              <a:t>Agile Design</a:t>
            </a:r>
          </a:p>
          <a:p>
            <a:pPr lvl="1"/>
            <a:r>
              <a:rPr lang="en-US" altLang="zh-CN">
                <a:ea typeface="宋体" panose="02010600030101010101" pitchFamily="2" charset="-122"/>
              </a:rPr>
              <a:t>Is a family of design/development methods for self-organizing, dynamic teams that facilitate flexible, adaptive, and rapid development robust to changing needs</a:t>
            </a:r>
          </a:p>
          <a:p>
            <a:pPr lvl="1"/>
            <a:r>
              <a:rPr lang="en-US" altLang="zh-CN">
                <a:ea typeface="宋体" panose="02010600030101010101" pitchFamily="2" charset="-122"/>
              </a:rPr>
              <a:t>Based on evolutionary development, where software is built incrementally and in rapid release cycles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542C7C2A-24BD-59AE-1D96-9F6D0A7202BC}"/>
              </a:ext>
            </a:extLst>
          </p:cNvPr>
          <p:cNvSpPr>
            <a:spLocks noGrp="1" noChangeArrowheads="1"/>
          </p:cNvSpPr>
          <p:nvPr>
            <p:ph type="title"/>
          </p:nvPr>
        </p:nvSpPr>
        <p:spPr/>
        <p:txBody>
          <a:bodyPr/>
          <a:lstStyle/>
          <a:p>
            <a:r>
              <a:rPr lang="en-US" altLang="zh-CN">
                <a:ea typeface="宋体" panose="02010600030101010101" pitchFamily="2" charset="-122"/>
              </a:rPr>
              <a:t>Agile Software Engineering</a:t>
            </a:r>
          </a:p>
        </p:txBody>
      </p:sp>
      <p:sp>
        <p:nvSpPr>
          <p:cNvPr id="26626" name="Content Placeholder 2">
            <a:extLst>
              <a:ext uri="{FF2B5EF4-FFF2-40B4-BE49-F238E27FC236}">
                <a16:creationId xmlns:a16="http://schemas.microsoft.com/office/drawing/2014/main" id="{5CAFD607-B0FB-9E9D-F37B-62F023B7EF95}"/>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Revisit the Waterfall Model</a:t>
            </a:r>
          </a:p>
          <a:p>
            <a:pPr lvl="1"/>
            <a:r>
              <a:rPr lang="en-US" altLang="zh-CN">
                <a:ea typeface="宋体" panose="02010600030101010101" pitchFamily="2" charset="-122"/>
              </a:rPr>
              <a:t>Requirements</a:t>
            </a:r>
          </a:p>
          <a:p>
            <a:pPr lvl="1"/>
            <a:r>
              <a:rPr lang="en-US" altLang="zh-CN">
                <a:ea typeface="宋体" panose="02010600030101010101" pitchFamily="2" charset="-122"/>
              </a:rPr>
              <a:t>Design</a:t>
            </a:r>
          </a:p>
          <a:p>
            <a:pPr lvl="1"/>
            <a:r>
              <a:rPr lang="en-US" altLang="zh-CN">
                <a:ea typeface="宋体" panose="02010600030101010101" pitchFamily="2" charset="-122"/>
              </a:rPr>
              <a:t>Development</a:t>
            </a:r>
          </a:p>
          <a:p>
            <a:pPr lvl="1"/>
            <a:r>
              <a:rPr lang="en-US" altLang="zh-CN">
                <a:ea typeface="宋体" panose="02010600030101010101" pitchFamily="2" charset="-122"/>
              </a:rPr>
              <a:t>Testing</a:t>
            </a:r>
          </a:p>
          <a:p>
            <a:pPr lvl="2"/>
            <a:r>
              <a:rPr lang="en-US" altLang="zh-CN">
                <a:ea typeface="宋体" panose="02010600030101010101" pitchFamily="2" charset="-122"/>
              </a:rPr>
              <a:t>a.k.a. Integration &amp; Testing</a:t>
            </a:r>
          </a:p>
          <a:p>
            <a:pPr lvl="1"/>
            <a:r>
              <a:rPr lang="en-US" altLang="zh-CN">
                <a:ea typeface="宋体" panose="02010600030101010101" pitchFamily="2" charset="-122"/>
              </a:rPr>
              <a:t>Deploying/deployment</a:t>
            </a:r>
          </a:p>
          <a:p>
            <a:pPr lvl="1"/>
            <a:r>
              <a:rPr lang="en-US" altLang="zh-CN">
                <a:ea typeface="宋体" panose="02010600030101010101" pitchFamily="2" charset="-122"/>
              </a:rPr>
              <a:t>Maintenance</a:t>
            </a:r>
          </a:p>
          <a:p>
            <a:pPr lvl="1"/>
            <a:endParaRPr lang="en-US" altLang="zh-CN">
              <a:ea typeface="宋体" panose="02010600030101010101" pitchFamily="2" charset="-122"/>
            </a:endParaRPr>
          </a:p>
          <a:p>
            <a:pPr lvl="1"/>
            <a:r>
              <a:rPr lang="en-US" altLang="zh-CN">
                <a:ea typeface="宋体" panose="02010600030101010101" pitchFamily="2" charset="-122"/>
              </a:rPr>
              <a:t>Middleware (internal)</a:t>
            </a:r>
          </a:p>
          <a:p>
            <a:pPr lvl="2"/>
            <a:r>
              <a:rPr lang="en-US" altLang="zh-CN">
                <a:ea typeface="宋体" panose="02010600030101010101" pitchFamily="2" charset="-122"/>
              </a:rPr>
              <a:t>Enables agile feedback loops/cycles</a:t>
            </a:r>
          </a:p>
        </p:txBody>
      </p:sp>
      <p:grpSp>
        <p:nvGrpSpPr>
          <p:cNvPr id="26627" name="组合 15">
            <a:extLst>
              <a:ext uri="{FF2B5EF4-FFF2-40B4-BE49-F238E27FC236}">
                <a16:creationId xmlns:a16="http://schemas.microsoft.com/office/drawing/2014/main" id="{27D827A3-C6B1-9E17-F6DB-64A2A6B3DD1E}"/>
              </a:ext>
            </a:extLst>
          </p:cNvPr>
          <p:cNvGrpSpPr>
            <a:grpSpLocks/>
          </p:cNvGrpSpPr>
          <p:nvPr/>
        </p:nvGrpSpPr>
        <p:grpSpPr bwMode="auto">
          <a:xfrm>
            <a:off x="3630613" y="2057400"/>
            <a:ext cx="8482012" cy="4070350"/>
            <a:chOff x="5747" y="3031"/>
            <a:chExt cx="13357" cy="6410"/>
          </a:xfrm>
        </p:grpSpPr>
        <p:sp>
          <p:nvSpPr>
            <p:cNvPr id="26628" name="文本框 3">
              <a:extLst>
                <a:ext uri="{FF2B5EF4-FFF2-40B4-BE49-F238E27FC236}">
                  <a16:creationId xmlns:a16="http://schemas.microsoft.com/office/drawing/2014/main" id="{115C5063-2D29-43CD-C681-B97065C7CA08}"/>
                </a:ext>
              </a:extLst>
            </p:cNvPr>
            <p:cNvSpPr txBox="1">
              <a:spLocks noChangeArrowheads="1"/>
            </p:cNvSpPr>
            <p:nvPr/>
          </p:nvSpPr>
          <p:spPr bwMode="auto">
            <a:xfrm>
              <a:off x="5747" y="3031"/>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Requirements</a:t>
              </a:r>
            </a:p>
          </p:txBody>
        </p:sp>
        <p:sp>
          <p:nvSpPr>
            <p:cNvPr id="26629" name="文本框 4">
              <a:extLst>
                <a:ext uri="{FF2B5EF4-FFF2-40B4-BE49-F238E27FC236}">
                  <a16:creationId xmlns:a16="http://schemas.microsoft.com/office/drawing/2014/main" id="{FD09D5B7-E167-5969-CE7F-254322F8BF5F}"/>
                </a:ext>
              </a:extLst>
            </p:cNvPr>
            <p:cNvSpPr txBox="1">
              <a:spLocks noChangeArrowheads="1"/>
            </p:cNvSpPr>
            <p:nvPr/>
          </p:nvSpPr>
          <p:spPr bwMode="auto">
            <a:xfrm>
              <a:off x="7814" y="4165"/>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Design</a:t>
              </a:r>
            </a:p>
          </p:txBody>
        </p:sp>
        <p:sp>
          <p:nvSpPr>
            <p:cNvPr id="26630" name="文本框 5">
              <a:extLst>
                <a:ext uri="{FF2B5EF4-FFF2-40B4-BE49-F238E27FC236}">
                  <a16:creationId xmlns:a16="http://schemas.microsoft.com/office/drawing/2014/main" id="{18FFC8BD-D8D6-C3C8-B8C3-5E3D62F990D3}"/>
                </a:ext>
              </a:extLst>
            </p:cNvPr>
            <p:cNvSpPr txBox="1">
              <a:spLocks noChangeArrowheads="1"/>
            </p:cNvSpPr>
            <p:nvPr/>
          </p:nvSpPr>
          <p:spPr bwMode="auto">
            <a:xfrm>
              <a:off x="9881" y="5299"/>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Development</a:t>
              </a:r>
            </a:p>
          </p:txBody>
        </p:sp>
        <p:sp>
          <p:nvSpPr>
            <p:cNvPr id="26631" name="文本框 6">
              <a:extLst>
                <a:ext uri="{FF2B5EF4-FFF2-40B4-BE49-F238E27FC236}">
                  <a16:creationId xmlns:a16="http://schemas.microsoft.com/office/drawing/2014/main" id="{45BB893E-58BA-0933-A44C-F8E6B0B8F155}"/>
                </a:ext>
              </a:extLst>
            </p:cNvPr>
            <p:cNvSpPr txBox="1">
              <a:spLocks noChangeArrowheads="1"/>
            </p:cNvSpPr>
            <p:nvPr/>
          </p:nvSpPr>
          <p:spPr bwMode="auto">
            <a:xfrm>
              <a:off x="11948" y="6433"/>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Testing</a:t>
              </a:r>
            </a:p>
          </p:txBody>
        </p:sp>
        <p:sp>
          <p:nvSpPr>
            <p:cNvPr id="26632" name="文本框 7">
              <a:extLst>
                <a:ext uri="{FF2B5EF4-FFF2-40B4-BE49-F238E27FC236}">
                  <a16:creationId xmlns:a16="http://schemas.microsoft.com/office/drawing/2014/main" id="{07AE26B1-210F-E2C4-F7DF-199EEE4A0217}"/>
                </a:ext>
              </a:extLst>
            </p:cNvPr>
            <p:cNvSpPr txBox="1">
              <a:spLocks noChangeArrowheads="1"/>
            </p:cNvSpPr>
            <p:nvPr/>
          </p:nvSpPr>
          <p:spPr bwMode="auto">
            <a:xfrm>
              <a:off x="14015" y="7575"/>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Deploying</a:t>
              </a:r>
            </a:p>
          </p:txBody>
        </p:sp>
        <p:sp>
          <p:nvSpPr>
            <p:cNvPr id="26633" name="文本框 8">
              <a:extLst>
                <a:ext uri="{FF2B5EF4-FFF2-40B4-BE49-F238E27FC236}">
                  <a16:creationId xmlns:a16="http://schemas.microsoft.com/office/drawing/2014/main" id="{93CED619-CAE2-4820-08D3-F13E87F97AB3}"/>
                </a:ext>
              </a:extLst>
            </p:cNvPr>
            <p:cNvSpPr txBox="1">
              <a:spLocks noChangeArrowheads="1"/>
            </p:cNvSpPr>
            <p:nvPr/>
          </p:nvSpPr>
          <p:spPr bwMode="auto">
            <a:xfrm>
              <a:off x="16082" y="8717"/>
              <a:ext cx="3023" cy="725"/>
            </a:xfrm>
            <a:prstGeom prst="rect">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en-US" altLang="zh-CN" sz="2400">
                  <a:ea typeface="宋体" panose="02010600030101010101" pitchFamily="2" charset="-122"/>
                </a:rPr>
                <a:t>Maintenance</a:t>
              </a:r>
            </a:p>
          </p:txBody>
        </p:sp>
        <p:cxnSp>
          <p:nvCxnSpPr>
            <p:cNvPr id="11" name="肘形连接符 10">
              <a:extLst>
                <a:ext uri="{FF2B5EF4-FFF2-40B4-BE49-F238E27FC236}">
                  <a16:creationId xmlns:a16="http://schemas.microsoft.com/office/drawing/2014/main" id="{133DE9FB-6685-55F2-04DF-4BE6FC6065F1}"/>
                </a:ext>
              </a:extLst>
            </p:cNvPr>
            <p:cNvCxnSpPr>
              <a:stCxn id="26628" idx="2"/>
              <a:endCxn id="26629" idx="1"/>
            </p:cNvCxnSpPr>
            <p:nvPr/>
          </p:nvCxnSpPr>
          <p:spPr>
            <a:xfrm rot="5400000" flipV="1">
              <a:off x="7149" y="3864"/>
              <a:ext cx="770"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2" name="肘形连接符 11">
              <a:extLst>
                <a:ext uri="{FF2B5EF4-FFF2-40B4-BE49-F238E27FC236}">
                  <a16:creationId xmlns:a16="http://schemas.microsoft.com/office/drawing/2014/main" id="{35FDDCC7-E53C-466B-867E-7ECFFC411FF0}"/>
                </a:ext>
              </a:extLst>
            </p:cNvPr>
            <p:cNvCxnSpPr>
              <a:stCxn id="26632" idx="2"/>
              <a:endCxn id="26633" idx="1"/>
            </p:cNvCxnSpPr>
            <p:nvPr/>
          </p:nvCxnSpPr>
          <p:spPr>
            <a:xfrm rot="5400000" flipV="1">
              <a:off x="15414" y="8411"/>
              <a:ext cx="780"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3" name="肘形连接符 12">
              <a:extLst>
                <a:ext uri="{FF2B5EF4-FFF2-40B4-BE49-F238E27FC236}">
                  <a16:creationId xmlns:a16="http://schemas.microsoft.com/office/drawing/2014/main" id="{1D9DC6A1-560F-66D8-F081-08FA958C84F2}"/>
                </a:ext>
              </a:extLst>
            </p:cNvPr>
            <p:cNvCxnSpPr>
              <a:stCxn id="26629" idx="2"/>
              <a:endCxn id="26630" idx="1"/>
            </p:cNvCxnSpPr>
            <p:nvPr/>
          </p:nvCxnSpPr>
          <p:spPr>
            <a:xfrm rot="5400000" flipV="1">
              <a:off x="9216" y="4997"/>
              <a:ext cx="772"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肘形连接符 13">
              <a:extLst>
                <a:ext uri="{FF2B5EF4-FFF2-40B4-BE49-F238E27FC236}">
                  <a16:creationId xmlns:a16="http://schemas.microsoft.com/office/drawing/2014/main" id="{3CB7FEC3-E486-2185-F3F2-19637F532C82}"/>
                </a:ext>
              </a:extLst>
            </p:cNvPr>
            <p:cNvCxnSpPr>
              <a:stCxn id="26630" idx="2"/>
              <a:endCxn id="26631" idx="1"/>
            </p:cNvCxnSpPr>
            <p:nvPr/>
          </p:nvCxnSpPr>
          <p:spPr>
            <a:xfrm rot="5400000" flipV="1">
              <a:off x="11283" y="6132"/>
              <a:ext cx="772"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5" name="肘形连接符 14">
              <a:extLst>
                <a:ext uri="{FF2B5EF4-FFF2-40B4-BE49-F238E27FC236}">
                  <a16:creationId xmlns:a16="http://schemas.microsoft.com/office/drawing/2014/main" id="{4CEE6206-B95C-40B8-F07E-907F13E35BEA}"/>
                </a:ext>
              </a:extLst>
            </p:cNvPr>
            <p:cNvCxnSpPr>
              <a:stCxn id="26631" idx="2"/>
              <a:endCxn id="26632" idx="1"/>
            </p:cNvCxnSpPr>
            <p:nvPr/>
          </p:nvCxnSpPr>
          <p:spPr>
            <a:xfrm rot="5400000" flipV="1">
              <a:off x="13347" y="7269"/>
              <a:ext cx="780" cy="555"/>
            </a:xfrm>
            <a:prstGeom prst="bentConnector2">
              <a:avLst/>
            </a:prstGeom>
            <a:ln w="38100">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grpSp>
      <p:sp>
        <p:nvSpPr>
          <p:cNvPr id="26639" name="文本框 9">
            <a:extLst>
              <a:ext uri="{FF2B5EF4-FFF2-40B4-BE49-F238E27FC236}">
                <a16:creationId xmlns:a16="http://schemas.microsoft.com/office/drawing/2014/main" id="{4D463D34-7ABF-E470-7742-67BEF09E9440}"/>
              </a:ext>
            </a:extLst>
          </p:cNvPr>
          <p:cNvSpPr txBox="1">
            <a:spLocks noChangeArrowheads="1"/>
          </p:cNvSpPr>
          <p:nvPr/>
        </p:nvSpPr>
        <p:spPr bwMode="auto">
          <a:xfrm rot="1740000">
            <a:off x="6124575" y="2755900"/>
            <a:ext cx="6226175" cy="646113"/>
          </a:xfrm>
          <a:prstGeom prst="rect">
            <a:avLst/>
          </a:prstGeom>
          <a:solidFill>
            <a:srgbClr val="00B050">
              <a:alpha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3600">
                <a:ea typeface="宋体" panose="02010600030101010101" pitchFamily="2" charset="-122"/>
              </a:rPr>
              <a:t>Middleware</a:t>
            </a:r>
          </a:p>
        </p:txBody>
      </p:sp>
      <p:cxnSp>
        <p:nvCxnSpPr>
          <p:cNvPr id="17" name="直接箭头连接符 16">
            <a:extLst>
              <a:ext uri="{FF2B5EF4-FFF2-40B4-BE49-F238E27FC236}">
                <a16:creationId xmlns:a16="http://schemas.microsoft.com/office/drawing/2014/main" id="{E522C068-B64F-A3C8-9BDA-9C995F51EC1C}"/>
              </a:ext>
            </a:extLst>
          </p:cNvPr>
          <p:cNvCxnSpPr>
            <a:stCxn id="26628" idx="3"/>
          </p:cNvCxnSpPr>
          <p:nvPr/>
        </p:nvCxnSpPr>
        <p:spPr>
          <a:xfrm>
            <a:off x="5549900" y="2289175"/>
            <a:ext cx="1579563" cy="0"/>
          </a:xfrm>
          <a:prstGeom prst="straightConnector1">
            <a:avLst/>
          </a:prstGeom>
          <a:ln w="38100">
            <a:solidFill>
              <a:srgbClr val="FFC000"/>
            </a:solidFill>
            <a:headEnd type="triangle" w="lg" len="lg"/>
            <a:tailEnd type="triangle" w="lg" len="lg"/>
          </a:ln>
        </p:spPr>
        <p:style>
          <a:lnRef idx="2">
            <a:schemeClr val="accent1"/>
          </a:lnRef>
          <a:fillRef idx="0">
            <a:srgbClr val="FFFFFF"/>
          </a:fillRef>
          <a:effectRef idx="0">
            <a:srgbClr val="FFFFFF"/>
          </a:effectRef>
          <a:fontRef idx="minor">
            <a:schemeClr val="tx1"/>
          </a:fontRef>
        </p:style>
      </p:cxnSp>
      <p:cxnSp>
        <p:nvCxnSpPr>
          <p:cNvPr id="18" name="直接箭头连接符 17">
            <a:extLst>
              <a:ext uri="{FF2B5EF4-FFF2-40B4-BE49-F238E27FC236}">
                <a16:creationId xmlns:a16="http://schemas.microsoft.com/office/drawing/2014/main" id="{2C4A400E-D590-BA40-1494-840146025D53}"/>
              </a:ext>
            </a:extLst>
          </p:cNvPr>
          <p:cNvCxnSpPr/>
          <p:nvPr/>
        </p:nvCxnSpPr>
        <p:spPr>
          <a:xfrm>
            <a:off x="6862763" y="3008313"/>
            <a:ext cx="1579562" cy="0"/>
          </a:xfrm>
          <a:prstGeom prst="straightConnector1">
            <a:avLst/>
          </a:prstGeom>
          <a:ln w="38100">
            <a:solidFill>
              <a:srgbClr val="FFC000"/>
            </a:solidFill>
            <a:headEnd type="triangle" w="lg" len="lg"/>
            <a:tailEnd type="triangle" w="lg" len="lg"/>
          </a:ln>
        </p:spPr>
        <p:style>
          <a:lnRef idx="2">
            <a:schemeClr val="accent1"/>
          </a:lnRef>
          <a:fillRef idx="0">
            <a:srgbClr val="FFFFFF"/>
          </a:fillRef>
          <a:effectRef idx="0">
            <a:srgbClr val="FFFFFF"/>
          </a:effectRef>
          <a:fontRef idx="minor">
            <a:schemeClr val="tx1"/>
          </a:fontRef>
        </p:style>
      </p:cxnSp>
      <p:cxnSp>
        <p:nvCxnSpPr>
          <p:cNvPr id="19" name="直接箭头连接符 18">
            <a:extLst>
              <a:ext uri="{FF2B5EF4-FFF2-40B4-BE49-F238E27FC236}">
                <a16:creationId xmlns:a16="http://schemas.microsoft.com/office/drawing/2014/main" id="{8691DD08-FEE1-3EC0-3136-C614E769AD05}"/>
              </a:ext>
            </a:extLst>
          </p:cNvPr>
          <p:cNvCxnSpPr/>
          <p:nvPr/>
        </p:nvCxnSpPr>
        <p:spPr>
          <a:xfrm>
            <a:off x="8175625" y="3729038"/>
            <a:ext cx="1579563" cy="0"/>
          </a:xfrm>
          <a:prstGeom prst="straightConnector1">
            <a:avLst/>
          </a:prstGeom>
          <a:ln w="38100">
            <a:solidFill>
              <a:srgbClr val="FFC000"/>
            </a:solidFill>
            <a:headEnd type="triangle" w="lg" len="lg"/>
            <a:tailEnd type="triangle" w="lg" len="lg"/>
          </a:ln>
        </p:spPr>
        <p:style>
          <a:lnRef idx="2">
            <a:schemeClr val="accent1"/>
          </a:lnRef>
          <a:fillRef idx="0">
            <a:srgbClr val="FFFFFF"/>
          </a:fillRef>
          <a:effectRef idx="0">
            <a:srgbClr val="FFFFFF"/>
          </a:effectRef>
          <a:fontRef idx="minor">
            <a:schemeClr val="tx1"/>
          </a:fontRef>
        </p:style>
      </p:cxnSp>
      <p:cxnSp>
        <p:nvCxnSpPr>
          <p:cNvPr id="20" name="直接箭头连接符 19">
            <a:extLst>
              <a:ext uri="{FF2B5EF4-FFF2-40B4-BE49-F238E27FC236}">
                <a16:creationId xmlns:a16="http://schemas.microsoft.com/office/drawing/2014/main" id="{5E418804-99BD-9B3F-7AB0-13EE4EDDA213}"/>
              </a:ext>
            </a:extLst>
          </p:cNvPr>
          <p:cNvCxnSpPr/>
          <p:nvPr/>
        </p:nvCxnSpPr>
        <p:spPr>
          <a:xfrm>
            <a:off x="9486900" y="4448175"/>
            <a:ext cx="1581150" cy="0"/>
          </a:xfrm>
          <a:prstGeom prst="straightConnector1">
            <a:avLst/>
          </a:prstGeom>
          <a:ln w="38100">
            <a:solidFill>
              <a:srgbClr val="FFC000"/>
            </a:solidFill>
            <a:headEnd type="triangle" w="lg" len="lg"/>
            <a:tailEnd type="triangle" w="lg" len="lg"/>
          </a:ln>
        </p:spPr>
        <p:style>
          <a:lnRef idx="2">
            <a:schemeClr val="accent1"/>
          </a:lnRef>
          <a:fillRef idx="0">
            <a:srgbClr val="FFFFFF"/>
          </a:fillRef>
          <a:effectRef idx="0">
            <a:srgbClr val="FFFFFF"/>
          </a:effectRef>
          <a:fontRef idx="minor">
            <a:schemeClr val="tx1"/>
          </a:fontRef>
        </p:style>
      </p:cxnSp>
      <p:cxnSp>
        <p:nvCxnSpPr>
          <p:cNvPr id="21" name="直接箭头连接符 20">
            <a:extLst>
              <a:ext uri="{FF2B5EF4-FFF2-40B4-BE49-F238E27FC236}">
                <a16:creationId xmlns:a16="http://schemas.microsoft.com/office/drawing/2014/main" id="{1808D2C9-0EA4-DF32-EED3-1460C2FCAB87}"/>
              </a:ext>
            </a:extLst>
          </p:cNvPr>
          <p:cNvCxnSpPr>
            <a:stCxn id="26633" idx="0"/>
          </p:cNvCxnSpPr>
          <p:nvPr/>
        </p:nvCxnSpPr>
        <p:spPr>
          <a:xfrm flipV="1">
            <a:off x="11153775" y="4797425"/>
            <a:ext cx="544513" cy="871538"/>
          </a:xfrm>
          <a:prstGeom prst="straightConnector1">
            <a:avLst/>
          </a:prstGeom>
          <a:ln w="38100">
            <a:solidFill>
              <a:srgbClr val="FFC000"/>
            </a:solidFill>
            <a:headEnd type="triangle" w="lg" len="lg"/>
            <a:tailEnd type="triangle" w="lg" len="lg"/>
          </a:ln>
        </p:spPr>
        <p:style>
          <a:lnRef idx="2">
            <a:schemeClr val="accent1"/>
          </a:lnRef>
          <a:fillRef idx="0">
            <a:srgbClr val="FFFFFF"/>
          </a:fillRef>
          <a:effectRef idx="0">
            <a:srgbClr val="FFFFFF"/>
          </a:effectRef>
          <a:fontRef idx="minor">
            <a:schemeClr val="tx1"/>
          </a:fontRef>
        </p:style>
      </p:cxnSp>
      <p:cxnSp>
        <p:nvCxnSpPr>
          <p:cNvPr id="22" name="直接箭头连接符 21">
            <a:extLst>
              <a:ext uri="{FF2B5EF4-FFF2-40B4-BE49-F238E27FC236}">
                <a16:creationId xmlns:a16="http://schemas.microsoft.com/office/drawing/2014/main" id="{331E3CB9-1DD7-E1DD-15AA-57DA048F845A}"/>
              </a:ext>
            </a:extLst>
          </p:cNvPr>
          <p:cNvCxnSpPr>
            <a:stCxn id="26632" idx="3"/>
          </p:cNvCxnSpPr>
          <p:nvPr/>
        </p:nvCxnSpPr>
        <p:spPr>
          <a:xfrm flipV="1">
            <a:off x="10799763" y="4529138"/>
            <a:ext cx="404812" cy="644525"/>
          </a:xfrm>
          <a:prstGeom prst="straightConnector1">
            <a:avLst/>
          </a:prstGeom>
          <a:ln w="38100">
            <a:solidFill>
              <a:srgbClr val="FFC000"/>
            </a:solidFill>
            <a:headEnd type="triangle" w="lg" len="lg"/>
            <a:tailEnd type="triangle" w="lg" len="lg"/>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图片 3">
            <a:extLst>
              <a:ext uri="{FF2B5EF4-FFF2-40B4-BE49-F238E27FC236}">
                <a16:creationId xmlns:a16="http://schemas.microsoft.com/office/drawing/2014/main" id="{3B2D3600-301D-704E-1C4F-147A49A130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675" y="2740025"/>
            <a:ext cx="8137525" cy="407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Title 1">
            <a:extLst>
              <a:ext uri="{FF2B5EF4-FFF2-40B4-BE49-F238E27FC236}">
                <a16:creationId xmlns:a16="http://schemas.microsoft.com/office/drawing/2014/main" id="{1A106E84-711B-4C45-B566-EDA79BA93E8C}"/>
              </a:ext>
            </a:extLst>
          </p:cNvPr>
          <p:cNvSpPr>
            <a:spLocks noGrp="1" noChangeArrowheads="1"/>
          </p:cNvSpPr>
          <p:nvPr>
            <p:ph type="title"/>
          </p:nvPr>
        </p:nvSpPr>
        <p:spPr/>
        <p:txBody>
          <a:bodyPr/>
          <a:lstStyle/>
          <a:p>
            <a:r>
              <a:rPr lang="en-US" altLang="zh-CN">
                <a:ea typeface="宋体" panose="02010600030101010101" pitchFamily="2" charset="-122"/>
              </a:rPr>
              <a:t>Design Process</a:t>
            </a:r>
          </a:p>
        </p:txBody>
      </p:sp>
      <p:sp>
        <p:nvSpPr>
          <p:cNvPr id="28675" name="Content Placeholder 2">
            <a:extLst>
              <a:ext uri="{FF2B5EF4-FFF2-40B4-BE49-F238E27FC236}">
                <a16:creationId xmlns:a16="http://schemas.microsoft.com/office/drawing/2014/main" id="{BBCFC22E-05B5-B064-24EF-B6116F8A2144}"/>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Four-Phase Iterative Design Process</a:t>
            </a:r>
          </a:p>
          <a:p>
            <a:pPr lvl="1"/>
            <a:r>
              <a:rPr lang="en-US" altLang="zh-CN">
                <a:ea typeface="宋体" panose="02010600030101010101" pitchFamily="2" charset="-122"/>
              </a:rPr>
              <a:t>Requirements analysis</a:t>
            </a:r>
          </a:p>
          <a:p>
            <a:pPr lvl="1"/>
            <a:r>
              <a:rPr lang="en-US" altLang="zh-CN">
                <a:ea typeface="宋体" panose="02010600030101010101" pitchFamily="2" charset="-122"/>
              </a:rPr>
              <a:t>Preliminary and detailed design</a:t>
            </a:r>
          </a:p>
          <a:p>
            <a:pPr lvl="1"/>
            <a:r>
              <a:rPr lang="en-US" altLang="zh-CN">
                <a:ea typeface="宋体" panose="02010600030101010101" pitchFamily="2" charset="-122"/>
              </a:rPr>
              <a:t>Build and implementation</a:t>
            </a:r>
          </a:p>
          <a:p>
            <a:pPr lvl="1"/>
            <a:r>
              <a:rPr lang="en-US" altLang="zh-CN">
                <a:ea typeface="宋体" panose="02010600030101010101" pitchFamily="2" charset="-122"/>
              </a:rPr>
              <a:t>Evaluation</a:t>
            </a:r>
          </a:p>
        </p:txBody>
      </p:sp>
      <p:sp>
        <p:nvSpPr>
          <p:cNvPr id="7" name="矩形 6" descr="7b0a2020202022776f7264617274223a2022220a7d0a">
            <a:extLst>
              <a:ext uri="{FF2B5EF4-FFF2-40B4-BE49-F238E27FC236}">
                <a16:creationId xmlns:a16="http://schemas.microsoft.com/office/drawing/2014/main" id="{06637AB5-F09F-159F-029E-6A984F4C9F21}"/>
              </a:ext>
            </a:extLst>
          </p:cNvPr>
          <p:cNvSpPr/>
          <p:nvPr>
            <p:custDataLst>
              <p:tags r:id="rId1"/>
            </p:custDataLst>
          </p:nvPr>
        </p:nvSpPr>
        <p:spPr>
          <a:xfrm>
            <a:off x="7354888" y="927100"/>
            <a:ext cx="4605337" cy="2132013"/>
          </a:xfrm>
          <a:prstGeom prst="rect">
            <a:avLst/>
          </a:prstGeom>
          <a:noFill/>
        </p:spPr>
        <p:txBody>
          <a:bodyPr wrap="none" lIns="90170" tIns="46990" rIns="90170" bIns="46990"/>
          <a:lstStyle/>
          <a:p>
            <a:pPr algn="ctr" fontAlgn="auto"/>
            <a:r>
              <a:rPr lang="en-US" altLang="zh-CN" sz="5700" spc="1000" noProof="1">
                <a:solidFill>
                  <a:srgbClr val="00B050"/>
                </a:solidFill>
                <a:latin typeface="字魂馆藏山海经体" panose="00000500000000000000" charset="-122"/>
                <a:ea typeface="字魂馆藏山海经体" panose="00000500000000000000" charset="-122"/>
              </a:rPr>
              <a:t>Feedback</a:t>
            </a:r>
          </a:p>
          <a:p>
            <a:pPr algn="ctr" fontAlgn="auto"/>
            <a:r>
              <a:rPr lang="en-US" altLang="zh-CN" sz="5700" spc="1000" noProof="1">
                <a:solidFill>
                  <a:srgbClr val="00B050"/>
                </a:solidFill>
                <a:latin typeface="字魂馆藏山海经体" panose="00000500000000000000" charset="-122"/>
                <a:ea typeface="字魂馆藏山海经体" panose="00000500000000000000" charset="-122"/>
              </a:rPr>
              <a:t>Control</a:t>
            </a:r>
          </a:p>
        </p:txBody>
      </p:sp>
      <p:sp>
        <p:nvSpPr>
          <p:cNvPr id="16" name="文本框 15">
            <a:extLst>
              <a:ext uri="{FF2B5EF4-FFF2-40B4-BE49-F238E27FC236}">
                <a16:creationId xmlns:a16="http://schemas.microsoft.com/office/drawing/2014/main" id="{0D0A15EF-8167-B51A-812B-3B9BBFA1A5F6}"/>
              </a:ext>
            </a:extLst>
          </p:cNvPr>
          <p:cNvSpPr txBox="1">
            <a:spLocks noChangeArrowheads="1"/>
          </p:cNvSpPr>
          <p:nvPr/>
        </p:nvSpPr>
        <p:spPr bwMode="auto">
          <a:xfrm>
            <a:off x="1430338" y="4637088"/>
            <a:ext cx="25892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400">
                <a:solidFill>
                  <a:srgbClr val="00B050"/>
                </a:solidFill>
                <a:ea typeface="宋体" panose="02010600030101010101" pitchFamily="2" charset="-122"/>
              </a:rPr>
              <a:t>Error</a:t>
            </a:r>
          </a:p>
        </p:txBody>
      </p:sp>
      <p:sp>
        <p:nvSpPr>
          <p:cNvPr id="5" name="文本框 4">
            <a:extLst>
              <a:ext uri="{FF2B5EF4-FFF2-40B4-BE49-F238E27FC236}">
                <a16:creationId xmlns:a16="http://schemas.microsoft.com/office/drawing/2014/main" id="{8DB5290A-5609-679D-5317-67FC83C63CF4}"/>
              </a:ext>
            </a:extLst>
          </p:cNvPr>
          <p:cNvSpPr txBox="1">
            <a:spLocks noChangeArrowheads="1"/>
          </p:cNvSpPr>
          <p:nvPr/>
        </p:nvSpPr>
        <p:spPr bwMode="auto">
          <a:xfrm>
            <a:off x="1430338" y="5889625"/>
            <a:ext cx="25892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400">
                <a:solidFill>
                  <a:srgbClr val="00B050"/>
                </a:solidFill>
                <a:ea typeface="宋体" panose="02010600030101010101" pitchFamily="2" charset="-122"/>
              </a:rPr>
              <a:t>0</a:t>
            </a:r>
          </a:p>
        </p:txBody>
      </p:sp>
      <p:sp>
        <p:nvSpPr>
          <p:cNvPr id="6" name="下箭头 5">
            <a:extLst>
              <a:ext uri="{FF2B5EF4-FFF2-40B4-BE49-F238E27FC236}">
                <a16:creationId xmlns:a16="http://schemas.microsoft.com/office/drawing/2014/main" id="{444E3BA8-ED71-2C88-0B8B-1EC768BC9C6D}"/>
              </a:ext>
            </a:extLst>
          </p:cNvPr>
          <p:cNvSpPr/>
          <p:nvPr/>
        </p:nvSpPr>
        <p:spPr>
          <a:xfrm>
            <a:off x="2511425" y="5229225"/>
            <a:ext cx="427038" cy="528638"/>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linds(horizontal)">
                                      <p:cBhvr>
                                        <p:cTn id="10" dur="500"/>
                                        <p:tgtEl>
                                          <p:spTgt spid="1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6" grpId="0"/>
      <p:bldP spid="16" grpId="1"/>
      <p:bldP spid="5" grpId="0"/>
      <p:bldP spid="5" grpId="1"/>
      <p:bldP spid="6" grpId="0" bldLvl="0" animBg="1"/>
      <p:bldP spid="6"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0F26A18A-D633-CF79-7103-D0C96265E76F}"/>
              </a:ext>
            </a:extLst>
          </p:cNvPr>
          <p:cNvSpPr>
            <a:spLocks noGrp="1" noChangeArrowheads="1"/>
          </p:cNvSpPr>
          <p:nvPr>
            <p:ph type="title"/>
          </p:nvPr>
        </p:nvSpPr>
        <p:spPr>
          <a:xfrm>
            <a:off x="1981200" y="274638"/>
            <a:ext cx="8229600" cy="5973762"/>
          </a:xfrm>
        </p:spPr>
        <p:txBody>
          <a:bodyPr/>
          <a:lstStyle/>
          <a:p>
            <a:pPr algn="ctr"/>
            <a:r>
              <a:rPr lang="en-US" altLang="zh-CN">
                <a:ea typeface="宋体" panose="02010600030101010101" pitchFamily="2" charset="-122"/>
              </a:rPr>
              <a:t>DISCUSSION</a:t>
            </a:r>
            <a:br>
              <a:rPr lang="en-US" altLang="zh-CN">
                <a:ea typeface="宋体" panose="02010600030101010101" pitchFamily="2" charset="-122"/>
              </a:rPr>
            </a:br>
            <a:br>
              <a:rPr lang="en-US" altLang="zh-CN">
                <a:ea typeface="宋体" panose="02010600030101010101" pitchFamily="2" charset="-122"/>
              </a:rPr>
            </a:br>
            <a:r>
              <a:rPr lang="en-US" altLang="zh-CN">
                <a:ea typeface="宋体" panose="02010600030101010101" pitchFamily="2" charset="-122"/>
              </a:rPr>
              <a:t>Q &amp; 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图片 3">
            <a:extLst>
              <a:ext uri="{FF2B5EF4-FFF2-40B4-BE49-F238E27FC236}">
                <a16:creationId xmlns:a16="http://schemas.microsoft.com/office/drawing/2014/main" id="{34E9D8A5-1016-6CC9-A120-E98A4C871D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675" y="2740025"/>
            <a:ext cx="8137525" cy="407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6" name="Title 1">
            <a:extLst>
              <a:ext uri="{FF2B5EF4-FFF2-40B4-BE49-F238E27FC236}">
                <a16:creationId xmlns:a16="http://schemas.microsoft.com/office/drawing/2014/main" id="{8F9819C3-6C9F-AE2E-52E3-ED39BEFFA145}"/>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4A2986CC-ABE8-C90F-D306-05830557FDA3}"/>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Four-Phase Iterative Design Process</a:t>
            </a:r>
          </a:p>
          <a:p>
            <a:pPr lvl="1"/>
            <a:r>
              <a:rPr lang="en-US" altLang="zh-CN">
                <a:ea typeface="宋体" panose="02010600030101010101" pitchFamily="2" charset="-122"/>
              </a:rPr>
              <a:t>Requirements analysis</a:t>
            </a:r>
          </a:p>
          <a:p>
            <a:pPr lvl="1"/>
            <a:r>
              <a:rPr lang="en-US" altLang="zh-CN">
                <a:ea typeface="宋体" panose="02010600030101010101" pitchFamily="2" charset="-122"/>
              </a:rPr>
              <a:t>Preliminary and detailed design</a:t>
            </a:r>
          </a:p>
          <a:p>
            <a:pPr lvl="1"/>
            <a:r>
              <a:rPr lang="en-US" altLang="zh-CN">
                <a:ea typeface="宋体" panose="02010600030101010101" pitchFamily="2" charset="-122"/>
              </a:rPr>
              <a:t>Build and implementation</a:t>
            </a:r>
          </a:p>
          <a:p>
            <a:pPr lvl="1"/>
            <a:r>
              <a:rPr lang="en-US" altLang="zh-CN">
                <a:ea typeface="宋体" panose="02010600030101010101" pitchFamily="2" charset="-122"/>
              </a:rPr>
              <a:t>Evaluation</a:t>
            </a:r>
          </a:p>
          <a:p>
            <a:r>
              <a:rPr lang="en-US" altLang="zh-CN">
                <a:solidFill>
                  <a:srgbClr val="FF0000"/>
                </a:solidFill>
                <a:ea typeface="宋体" panose="02010600030101010101" pitchFamily="2" charset="-122"/>
              </a:rPr>
              <a:t>Error</a:t>
            </a:r>
            <a:r>
              <a:rPr lang="en-US" altLang="zh-CN">
                <a:ea typeface="宋体" panose="02010600030101010101" pitchFamily="2" charset="-122"/>
              </a:rPr>
              <a:t> Modelling</a:t>
            </a:r>
          </a:p>
        </p:txBody>
      </p:sp>
      <p:sp>
        <p:nvSpPr>
          <p:cNvPr id="7" name="矩形 6" descr="7b0a2020202022776f7264617274223a2022220a7d0a">
            <a:extLst>
              <a:ext uri="{FF2B5EF4-FFF2-40B4-BE49-F238E27FC236}">
                <a16:creationId xmlns:a16="http://schemas.microsoft.com/office/drawing/2014/main" id="{32B73C84-2B92-54DA-30CB-AFA753D6471C}"/>
              </a:ext>
            </a:extLst>
          </p:cNvPr>
          <p:cNvSpPr/>
          <p:nvPr>
            <p:custDataLst>
              <p:tags r:id="rId1"/>
            </p:custDataLst>
          </p:nvPr>
        </p:nvSpPr>
        <p:spPr>
          <a:xfrm>
            <a:off x="7354888" y="927100"/>
            <a:ext cx="4605337" cy="2132013"/>
          </a:xfrm>
          <a:prstGeom prst="rect">
            <a:avLst/>
          </a:prstGeom>
          <a:noFill/>
        </p:spPr>
        <p:txBody>
          <a:bodyPr wrap="none" lIns="90170" tIns="46990" rIns="90170" bIns="46990"/>
          <a:lstStyle/>
          <a:p>
            <a:pPr algn="ctr" fontAlgn="auto"/>
            <a:r>
              <a:rPr lang="en-US" altLang="zh-CN" sz="5700" spc="1000" noProof="1">
                <a:solidFill>
                  <a:srgbClr val="00B050"/>
                </a:solidFill>
                <a:latin typeface="字魂馆藏山海经体" panose="00000500000000000000" charset="-122"/>
                <a:ea typeface="字魂馆藏山海经体" panose="00000500000000000000" charset="-122"/>
              </a:rPr>
              <a:t>Feedback</a:t>
            </a:r>
          </a:p>
          <a:p>
            <a:pPr algn="ctr" fontAlgn="auto"/>
            <a:r>
              <a:rPr lang="en-US" altLang="zh-CN" sz="5700" spc="1000" noProof="1">
                <a:solidFill>
                  <a:srgbClr val="00B050"/>
                </a:solidFill>
                <a:latin typeface="字魂馆藏山海经体" panose="00000500000000000000" charset="-122"/>
                <a:ea typeface="字魂馆藏山海经体" panose="00000500000000000000" charset="-122"/>
              </a:rPr>
              <a:t>Control</a:t>
            </a:r>
          </a:p>
        </p:txBody>
      </p:sp>
      <p:sp>
        <p:nvSpPr>
          <p:cNvPr id="31749" name="文本框 15">
            <a:extLst>
              <a:ext uri="{FF2B5EF4-FFF2-40B4-BE49-F238E27FC236}">
                <a16:creationId xmlns:a16="http://schemas.microsoft.com/office/drawing/2014/main" id="{97A061DE-2C04-7C24-B898-B9AB728E2718}"/>
              </a:ext>
            </a:extLst>
          </p:cNvPr>
          <p:cNvSpPr txBox="1">
            <a:spLocks noChangeArrowheads="1"/>
          </p:cNvSpPr>
          <p:nvPr/>
        </p:nvSpPr>
        <p:spPr bwMode="auto">
          <a:xfrm>
            <a:off x="1430338" y="4637088"/>
            <a:ext cx="25892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400">
                <a:solidFill>
                  <a:srgbClr val="00B050"/>
                </a:solidFill>
                <a:ea typeface="宋体" panose="02010600030101010101" pitchFamily="2" charset="-122"/>
              </a:rPr>
              <a:t>Error</a:t>
            </a:r>
          </a:p>
        </p:txBody>
      </p:sp>
      <p:sp>
        <p:nvSpPr>
          <p:cNvPr id="31750" name="文本框 4">
            <a:extLst>
              <a:ext uri="{FF2B5EF4-FFF2-40B4-BE49-F238E27FC236}">
                <a16:creationId xmlns:a16="http://schemas.microsoft.com/office/drawing/2014/main" id="{46123E88-5297-33DF-B9D9-98AC27D8C332}"/>
              </a:ext>
            </a:extLst>
          </p:cNvPr>
          <p:cNvSpPr txBox="1">
            <a:spLocks noChangeArrowheads="1"/>
          </p:cNvSpPr>
          <p:nvPr/>
        </p:nvSpPr>
        <p:spPr bwMode="auto">
          <a:xfrm>
            <a:off x="1430338" y="5889625"/>
            <a:ext cx="25892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400">
                <a:solidFill>
                  <a:srgbClr val="00B050"/>
                </a:solidFill>
                <a:ea typeface="宋体" panose="02010600030101010101" pitchFamily="2" charset="-122"/>
              </a:rPr>
              <a:t>0</a:t>
            </a:r>
          </a:p>
        </p:txBody>
      </p:sp>
      <p:sp>
        <p:nvSpPr>
          <p:cNvPr id="6" name="下箭头 5">
            <a:extLst>
              <a:ext uri="{FF2B5EF4-FFF2-40B4-BE49-F238E27FC236}">
                <a16:creationId xmlns:a16="http://schemas.microsoft.com/office/drawing/2014/main" id="{113F0A15-7892-8424-63E5-836EF42FDFC0}"/>
              </a:ext>
            </a:extLst>
          </p:cNvPr>
          <p:cNvSpPr/>
          <p:nvPr/>
        </p:nvSpPr>
        <p:spPr>
          <a:xfrm>
            <a:off x="2511425" y="5229225"/>
            <a:ext cx="427038" cy="528638"/>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sp>
        <p:nvSpPr>
          <p:cNvPr id="8" name="矩形 7">
            <a:extLst>
              <a:ext uri="{FF2B5EF4-FFF2-40B4-BE49-F238E27FC236}">
                <a16:creationId xmlns:a16="http://schemas.microsoft.com/office/drawing/2014/main" id="{961F764E-AD72-BA18-16FF-FEA25BBB3BE4}"/>
              </a:ext>
            </a:extLst>
          </p:cNvPr>
          <p:cNvSpPr/>
          <p:nvPr/>
        </p:nvSpPr>
        <p:spPr>
          <a:xfrm>
            <a:off x="1136650" y="1946275"/>
            <a:ext cx="4770438" cy="1200150"/>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childTnLst>
                          </p:cTn>
                        </p:par>
                        <p:par>
                          <p:cTn id="8" fill="hold" nodeType="afterGroup">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31749" grpId="0"/>
      <p:bldP spid="31749" grpId="1"/>
      <p:bldP spid="31750" grpId="0"/>
      <p:bldP spid="31750" grpId="1"/>
      <p:bldP spid="6" grpId="0" bldLvl="0" animBg="1"/>
      <p:bldP spid="6" grpId="1" animBg="1"/>
      <p:bldP spid="8" grpId="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A0640D82-1177-5765-60BA-AF94618D68E1}"/>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3794" name="Content Placeholder 2">
            <a:extLst>
              <a:ext uri="{FF2B5EF4-FFF2-40B4-BE49-F238E27FC236}">
                <a16:creationId xmlns:a16="http://schemas.microsoft.com/office/drawing/2014/main" id="{2D01C3BD-C9F0-8F55-DB7F-64C460907CB1}"/>
              </a:ext>
            </a:extLst>
          </p:cNvPr>
          <p:cNvSpPr>
            <a:spLocks noGrp="1" noChangeArrowheads="1"/>
          </p:cNvSpPr>
          <p:nvPr>
            <p:ph idx="1"/>
          </p:nvPr>
        </p:nvSpPr>
        <p:spPr>
          <a:xfrm>
            <a:off x="838200" y="1495425"/>
            <a:ext cx="10515600" cy="5302250"/>
          </a:xfrm>
        </p:spPr>
        <p:txBody>
          <a:bodyPr/>
          <a:lstStyle/>
          <a:p>
            <a:r>
              <a:rPr lang="en-US" altLang="zh-CN">
                <a:ea typeface="宋体" panose="02010600030101010101" pitchFamily="2" charset="-122"/>
              </a:rPr>
              <a:t>Requirements Analysis Error Modelling</a:t>
            </a:r>
          </a:p>
          <a:p>
            <a:pPr lvl="1"/>
            <a:r>
              <a:rPr lang="en-US" altLang="zh-CN">
                <a:ea typeface="宋体" panose="02010600030101010101" pitchFamily="2" charset="-122"/>
              </a:rPr>
              <a:t>Requirements documents provide a </a:t>
            </a:r>
            <a:r>
              <a:rPr lang="en-US" altLang="zh-CN">
                <a:solidFill>
                  <a:srgbClr val="00B050"/>
                </a:solidFill>
                <a:ea typeface="宋体" panose="02010600030101010101" pitchFamily="2" charset="-122"/>
              </a:rPr>
              <a:t>shared understanding</a:t>
            </a:r>
            <a:r>
              <a:rPr lang="en-US" altLang="zh-CN">
                <a:ea typeface="宋体" panose="02010600030101010101" pitchFamily="2" charset="-122"/>
              </a:rPr>
              <a:t> between the members of the product team</a:t>
            </a:r>
          </a:p>
          <a:p>
            <a:pPr lvl="2"/>
            <a:r>
              <a:rPr lang="en-US" altLang="zh-CN">
                <a:ea typeface="宋体" panose="02010600030101010101" pitchFamily="2" charset="-122"/>
              </a:rPr>
              <a:t>The success or failure of software projects often depends on the precision and completeness of the shared understanding between all designers, developers, and users</a:t>
            </a:r>
          </a:p>
          <a:p>
            <a:pPr lvl="1"/>
            <a:r>
              <a:rPr lang="en-US" altLang="zh-CN">
                <a:ea typeface="宋体" panose="02010600030101010101" pitchFamily="2" charset="-122"/>
              </a:rPr>
              <a:t>There can be and tends to be </a:t>
            </a:r>
            <a:r>
              <a:rPr lang="en-US" altLang="zh-CN">
                <a:solidFill>
                  <a:srgbClr val="FF0000"/>
                </a:solidFill>
                <a:ea typeface="宋体" panose="02010600030101010101" pitchFamily="2" charset="-122"/>
              </a:rPr>
              <a:t>misunderstanding</a:t>
            </a:r>
            <a:r>
              <a:rPr lang="en-US" altLang="zh-CN">
                <a:ea typeface="宋体" panose="02010600030101010101" pitchFamily="2" charset="-122"/>
              </a:rPr>
              <a:t>, namely </a:t>
            </a:r>
            <a:r>
              <a:rPr lang="en-US" altLang="zh-CN">
                <a:solidFill>
                  <a:srgbClr val="FF0000"/>
                </a:solidFill>
                <a:ea typeface="宋体" panose="02010600030101010101" pitchFamily="2" charset="-122"/>
              </a:rPr>
              <a:t>error</a:t>
            </a:r>
            <a:r>
              <a:rPr lang="en-US" altLang="zh-CN">
                <a:ea typeface="宋体" panose="02010600030101010101" pitchFamily="2" charset="-122"/>
              </a:rPr>
              <a:t> in the shared understanding between the members</a:t>
            </a:r>
          </a:p>
          <a:p>
            <a:pPr lvl="2"/>
            <a:r>
              <a:rPr lang="en-US" altLang="zh-CN">
                <a:ea typeface="宋体" panose="02010600030101010101" pitchFamily="2" charset="-122"/>
              </a:rPr>
              <a:t>Unfortunately, such misunderstanding or error is difficult to be realized at the very beginning, even with careful and intensive communications</a:t>
            </a:r>
          </a:p>
          <a:p>
            <a:pPr lvl="2"/>
            <a:r>
              <a:rPr lang="en-US" altLang="zh-CN">
                <a:ea typeface="宋体" panose="02010600030101010101" pitchFamily="2" charset="-122"/>
              </a:rPr>
              <a:t>Such misunderstanding or error normally can be realized only during project progress</a:t>
            </a:r>
          </a:p>
          <a:p>
            <a:pPr lvl="1"/>
            <a:r>
              <a:rPr lang="en-US" altLang="zh-CN">
                <a:ea typeface="宋体" panose="02010600030101010101" pitchFamily="2" charset="-122"/>
              </a:rPr>
              <a:t>Requirements analysis (RA) </a:t>
            </a:r>
            <a:r>
              <a:rPr lang="en-US" altLang="zh-CN">
                <a:solidFill>
                  <a:srgbClr val="FF0000"/>
                </a:solidFill>
                <a:ea typeface="宋体" panose="02010600030101010101" pitchFamily="2" charset="-122"/>
              </a:rPr>
              <a:t>error rate</a:t>
            </a:r>
            <a:r>
              <a:rPr lang="en-US" altLang="zh-CN">
                <a:ea typeface="宋体" panose="02010600030101010101" pitchFamily="2" charset="-122"/>
              </a:rPr>
              <a:t> or </a:t>
            </a:r>
            <a:r>
              <a:rPr lang="en-US" altLang="zh-CN">
                <a:solidFill>
                  <a:srgbClr val="FF0000"/>
                </a:solidFill>
                <a:ea typeface="宋体" panose="02010600030101010101" pitchFamily="2" charset="-122"/>
              </a:rPr>
              <a:t>misunderstanding rate</a:t>
            </a:r>
            <a:r>
              <a:rPr lang="en-US" altLang="zh-CN">
                <a:ea typeface="宋体" panose="02010600030101010101" pitchFamily="2" charset="-122"/>
              </a:rPr>
              <a:t> (denoted by </a:t>
            </a:r>
            <a:r>
              <a:rPr lang="en-US" altLang="zh-CN" i="1">
                <a:solidFill>
                  <a:srgbClr val="FF0000"/>
                </a:solidFill>
                <a:ea typeface="宋体" panose="02010600030101010101" pitchFamily="2" charset="-122"/>
              </a:rPr>
              <a:t>R</a:t>
            </a:r>
            <a:r>
              <a:rPr lang="en-US" altLang="zh-CN">
                <a:ea typeface="宋体" panose="02010600030101010101" pitchFamily="2" charset="-122"/>
              </a:rPr>
              <a:t>)</a:t>
            </a:r>
          </a:p>
          <a:p>
            <a:pPr lvl="2"/>
            <a:r>
              <a:rPr lang="en-US" altLang="zh-CN">
                <a:ea typeface="宋体" panose="02010600030101010101" pitchFamily="2" charset="-122"/>
              </a:rPr>
              <a:t>Roughly speaking, for </a:t>
            </a:r>
            <a:r>
              <a:rPr lang="en-US" altLang="zh-CN" i="1">
                <a:ea typeface="宋体" panose="02010600030101010101" pitchFamily="2" charset="-122"/>
              </a:rPr>
              <a:t>N</a:t>
            </a:r>
            <a:r>
              <a:rPr lang="en-US" altLang="zh-CN">
                <a:ea typeface="宋体" panose="02010600030101010101" pitchFamily="2" charset="-122"/>
              </a:rPr>
              <a:t> requirements, </a:t>
            </a:r>
            <a:r>
              <a:rPr lang="en-US" altLang="zh-CN" i="1">
                <a:solidFill>
                  <a:srgbClr val="FF0000"/>
                </a:solidFill>
                <a:ea typeface="宋体" panose="02010600030101010101" pitchFamily="2" charset="-122"/>
              </a:rPr>
              <a:t>R</a:t>
            </a:r>
            <a:r>
              <a:rPr lang="en-US" altLang="zh-CN">
                <a:ea typeface="宋体" panose="02010600030101010101" pitchFamily="2" charset="-122"/>
              </a:rPr>
              <a:t> x </a:t>
            </a:r>
            <a:r>
              <a:rPr lang="en-US" altLang="zh-CN" i="1">
                <a:ea typeface="宋体" panose="02010600030101010101" pitchFamily="2" charset="-122"/>
              </a:rPr>
              <a:t>N</a:t>
            </a:r>
            <a:r>
              <a:rPr lang="en-US" altLang="zh-CN">
                <a:ea typeface="宋体" panose="02010600030101010101" pitchFamily="2" charset="-122"/>
              </a:rPr>
              <a:t> ones among them are misunderstood</a:t>
            </a:r>
          </a:p>
          <a:p>
            <a:pPr lvl="1"/>
            <a:r>
              <a:rPr lang="en-US" altLang="zh-CN">
                <a:ea typeface="宋体" panose="02010600030101010101" pitchFamily="2" charset="-122"/>
              </a:rPr>
              <a:t>The amount of requirements is simply assumed proportional to the gap between current achievement and the expected achievement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2CF40998-4D8D-C0B5-28D5-C882D1886FBF}"/>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5842" name="Content Placeholder 2">
            <a:extLst>
              <a:ext uri="{FF2B5EF4-FFF2-40B4-BE49-F238E27FC236}">
                <a16:creationId xmlns:a16="http://schemas.microsoft.com/office/drawing/2014/main" id="{AF5001C9-BC7C-D3E6-F37D-21B6FD2870E4}"/>
              </a:ext>
            </a:extLst>
          </p:cNvPr>
          <p:cNvSpPr>
            <a:spLocks noGrp="1" noChangeArrowheads="1"/>
          </p:cNvSpPr>
          <p:nvPr>
            <p:ph idx="1"/>
          </p:nvPr>
        </p:nvSpPr>
        <p:spPr>
          <a:xfrm>
            <a:off x="838200" y="1495425"/>
            <a:ext cx="10817225" cy="5302250"/>
          </a:xfrm>
        </p:spPr>
        <p:txBody>
          <a:bodyPr/>
          <a:lstStyle/>
          <a:p>
            <a:r>
              <a:rPr lang="en-US" altLang="zh-CN">
                <a:ea typeface="宋体" panose="02010600030101010101" pitchFamily="2" charset="-122"/>
                <a:sym typeface="等线" panose="02010600030101010101" pitchFamily="2" charset="-122"/>
              </a:rPr>
              <a:t>Preliminary and Detailed Design Error Modelling</a:t>
            </a:r>
            <a:endParaRPr lang="en-US" altLang="zh-CN">
              <a:ea typeface="宋体" panose="02010600030101010101" pitchFamily="2" charset="-122"/>
            </a:endParaRPr>
          </a:p>
          <a:p>
            <a:pPr lvl="1"/>
            <a:r>
              <a:rPr lang="en-US" altLang="zh-CN">
                <a:ea typeface="宋体" panose="02010600030101010101" pitchFamily="2" charset="-122"/>
              </a:rPr>
              <a:t>Preliminary design, a.k.a. architectural/</a:t>
            </a:r>
            <a:r>
              <a:rPr lang="en-US" altLang="zh-CN">
                <a:ea typeface="宋体" panose="02010600030101010101" pitchFamily="2" charset="-122"/>
                <a:sym typeface="等线" panose="02010600030101010101" pitchFamily="2" charset="-122"/>
              </a:rPr>
              <a:t>conceptual </a:t>
            </a:r>
            <a:r>
              <a:rPr lang="en-US" altLang="zh-CN">
                <a:ea typeface="宋体" panose="02010600030101010101" pitchFamily="2" charset="-122"/>
              </a:rPr>
              <a:t>design		</a:t>
            </a:r>
            <a:r>
              <a:rPr lang="en-US" altLang="zh-CN">
                <a:solidFill>
                  <a:srgbClr val="00B050"/>
                </a:solidFill>
                <a:ea typeface="宋体" panose="02010600030101010101" pitchFamily="2" charset="-122"/>
              </a:rPr>
              <a:t>Strategy</a:t>
            </a:r>
            <a:endParaRPr lang="en-US" altLang="zh-CN">
              <a:ea typeface="宋体" panose="02010600030101010101" pitchFamily="2" charset="-122"/>
            </a:endParaRPr>
          </a:p>
          <a:p>
            <a:pPr lvl="2"/>
            <a:r>
              <a:rPr lang="en-US" altLang="zh-CN">
                <a:ea typeface="宋体" panose="02010600030101010101" pitchFamily="2" charset="-122"/>
                <a:sym typeface="等线" panose="02010600030101010101" pitchFamily="2" charset="-122"/>
              </a:rPr>
              <a:t>Conceptual map of </a:t>
            </a:r>
            <a:r>
              <a:rPr lang="en-US" altLang="zh-CN">
                <a:ea typeface="宋体" panose="02010600030101010101" pitchFamily="2" charset="-122"/>
              </a:rPr>
              <a:t>high-level concepts </a:t>
            </a:r>
            <a:r>
              <a:rPr lang="en-US" altLang="zh-CN">
                <a:ea typeface="宋体" panose="02010600030101010101" pitchFamily="2" charset="-122"/>
                <a:sym typeface="等线" panose="02010600030101010101" pitchFamily="2" charset="-122"/>
              </a:rPr>
              <a:t>with their relations </a:t>
            </a:r>
            <a:r>
              <a:rPr lang="en-US" altLang="zh-CN">
                <a:ea typeface="宋体" panose="02010600030101010101" pitchFamily="2" charset="-122"/>
              </a:rPr>
              <a:t>and the mental model</a:t>
            </a:r>
          </a:p>
          <a:p>
            <a:pPr lvl="1"/>
            <a:r>
              <a:rPr lang="en-US" altLang="zh-CN">
                <a:ea typeface="宋体" panose="02010600030101010101" pitchFamily="2" charset="-122"/>
              </a:rPr>
              <a:t>Detailed design								</a:t>
            </a:r>
            <a:r>
              <a:rPr lang="en-US" altLang="zh-CN">
                <a:solidFill>
                  <a:srgbClr val="00B050"/>
                </a:solidFill>
                <a:ea typeface="宋体" panose="02010600030101010101" pitchFamily="2" charset="-122"/>
              </a:rPr>
              <a:t>Tactics</a:t>
            </a:r>
            <a:endParaRPr lang="en-US" altLang="zh-CN">
              <a:ea typeface="宋体" panose="02010600030101010101" pitchFamily="2" charset="-122"/>
            </a:endParaRPr>
          </a:p>
          <a:p>
            <a:pPr lvl="2"/>
            <a:r>
              <a:rPr lang="en-US" altLang="zh-CN">
                <a:ea typeface="宋体" panose="02010600030101010101" pitchFamily="2" charset="-122"/>
              </a:rPr>
              <a:t>Specifics of each preliminary design outcome</a:t>
            </a:r>
          </a:p>
          <a:p>
            <a:pPr lvl="1"/>
            <a:r>
              <a:rPr lang="en-US" altLang="zh-CN">
                <a:ea typeface="宋体" panose="02010600030101010101" pitchFamily="2" charset="-122"/>
                <a:sym typeface="等线" panose="02010600030101010101" pitchFamily="2" charset="-122"/>
              </a:rPr>
              <a:t>There can be and tends to be design </a:t>
            </a:r>
            <a:r>
              <a:rPr lang="en-US" altLang="zh-CN">
                <a:solidFill>
                  <a:srgbClr val="FF0000"/>
                </a:solidFill>
                <a:ea typeface="宋体" panose="02010600030101010101" pitchFamily="2" charset="-122"/>
                <a:sym typeface="等线" panose="02010600030101010101" pitchFamily="2" charset="-122"/>
              </a:rPr>
              <a:t>error</a:t>
            </a:r>
            <a:endParaRPr lang="en-US" altLang="zh-CN">
              <a:ea typeface="宋体" panose="02010600030101010101" pitchFamily="2" charset="-122"/>
            </a:endParaRPr>
          </a:p>
          <a:p>
            <a:pPr lvl="2"/>
            <a:r>
              <a:rPr lang="en-US" altLang="zh-CN">
                <a:ea typeface="宋体" panose="02010600030101010101" pitchFamily="2" charset="-122"/>
              </a:rPr>
              <a:t>Preliminary and detailed design hardly can strictly capture requirements analysis outcomes</a:t>
            </a:r>
          </a:p>
          <a:p>
            <a:pPr lvl="1"/>
            <a:r>
              <a:rPr lang="en-US" altLang="zh-CN">
                <a:ea typeface="宋体" panose="02010600030101010101" pitchFamily="2" charset="-122"/>
              </a:rPr>
              <a:t>Preliminary and detailed design (PDD) </a:t>
            </a:r>
            <a:r>
              <a:rPr lang="en-US" altLang="zh-CN">
                <a:solidFill>
                  <a:srgbClr val="FF0000"/>
                </a:solidFill>
                <a:ea typeface="宋体" panose="02010600030101010101" pitchFamily="2" charset="-122"/>
              </a:rPr>
              <a:t>error rate</a:t>
            </a:r>
            <a:r>
              <a:rPr lang="en-US" altLang="zh-CN">
                <a:ea typeface="宋体" panose="02010600030101010101" pitchFamily="2" charset="-122"/>
              </a:rPr>
              <a:t> (denoted by </a:t>
            </a:r>
            <a:r>
              <a:rPr lang="en-US" altLang="zh-CN" i="1">
                <a:solidFill>
                  <a:srgbClr val="FF0000"/>
                </a:solidFill>
                <a:ea typeface="宋体" panose="02010600030101010101" pitchFamily="2" charset="-122"/>
              </a:rPr>
              <a:t>D</a:t>
            </a:r>
            <a:r>
              <a:rPr lang="en-US" altLang="zh-CN">
                <a:ea typeface="宋体" panose="02010600030101010101" pitchFamily="2" charset="-122"/>
              </a:rPr>
              <a:t>)</a:t>
            </a:r>
          </a:p>
          <a:p>
            <a:r>
              <a:rPr lang="en-US" altLang="zh-CN">
                <a:ea typeface="宋体" panose="02010600030101010101" pitchFamily="2" charset="-122"/>
              </a:rPr>
              <a:t>Build and Implementation</a:t>
            </a:r>
          </a:p>
          <a:p>
            <a:pPr lvl="1"/>
            <a:r>
              <a:rPr lang="en-US" altLang="zh-CN">
                <a:ea typeface="宋体" panose="02010600030101010101" pitchFamily="2" charset="-122"/>
              </a:rPr>
              <a:t>Build and implementation (BI) </a:t>
            </a:r>
            <a:r>
              <a:rPr lang="en-US" altLang="zh-CN">
                <a:solidFill>
                  <a:srgbClr val="FF0000"/>
                </a:solidFill>
                <a:ea typeface="宋体" panose="02010600030101010101" pitchFamily="2" charset="-122"/>
              </a:rPr>
              <a:t>error rate</a:t>
            </a:r>
            <a:r>
              <a:rPr lang="en-US" altLang="zh-CN">
                <a:ea typeface="宋体" panose="02010600030101010101" pitchFamily="2" charset="-122"/>
              </a:rPr>
              <a:t> (denoted by </a:t>
            </a:r>
            <a:r>
              <a:rPr lang="en-US" altLang="zh-CN" i="1">
                <a:solidFill>
                  <a:srgbClr val="FF0000"/>
                </a:solidFill>
                <a:ea typeface="宋体" panose="02010600030101010101" pitchFamily="2" charset="-122"/>
              </a:rPr>
              <a:t>I</a:t>
            </a:r>
            <a:r>
              <a:rPr lang="en-US" altLang="zh-CN">
                <a:ea typeface="宋体" panose="02010600030101010101" pitchFamily="2" charset="-122"/>
              </a:rPr>
              <a:t>)</a:t>
            </a:r>
          </a:p>
          <a:p>
            <a:pPr lvl="2"/>
            <a:r>
              <a:rPr lang="en-US" altLang="zh-CN">
                <a:ea typeface="宋体" panose="02010600030101010101" pitchFamily="2" charset="-122"/>
              </a:rPr>
              <a:t>Build and implementation hardly can strictly follow design outcomes</a:t>
            </a:r>
          </a:p>
          <a:p>
            <a:r>
              <a:rPr lang="en-US" altLang="zh-CN">
                <a:ea typeface="宋体" panose="02010600030101010101" pitchFamily="2" charset="-122"/>
              </a:rPr>
              <a:t>Evaluation</a:t>
            </a:r>
          </a:p>
          <a:p>
            <a:pPr lvl="1"/>
            <a:r>
              <a:rPr lang="en-US" altLang="zh-CN">
                <a:ea typeface="宋体" panose="02010600030101010101" pitchFamily="2" charset="-122"/>
              </a:rPr>
              <a:t>Error negligible or neglected for simplicity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E7437A33-C823-8C12-33FD-56E1A560ADD6}"/>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83E2E645-2002-80AB-07E5-8B7E5DB272C3}"/>
              </a:ext>
            </a:extLst>
          </p:cNvPr>
          <p:cNvSpPr>
            <a:spLocks noGrp="1"/>
          </p:cNvSpPr>
          <p:nvPr>
            <p:ph idx="1"/>
          </p:nvPr>
        </p:nvSpPr>
        <p:spPr>
          <a:xfrm>
            <a:off x="838200" y="1495425"/>
            <a:ext cx="10817225" cy="5302250"/>
          </a:xfrm>
        </p:spPr>
        <p:txBody>
          <a:bodyPr/>
          <a:lstStyle/>
          <a:p>
            <a:r>
              <a:rPr lang="en-US" altLang="zh-CN">
                <a:ea typeface="宋体" panose="02010600030101010101" pitchFamily="2" charset="-122"/>
                <a:sym typeface="等线" panose="02010600030101010101" pitchFamily="2" charset="-122"/>
              </a:rPr>
              <a:t>Open-Loop Error Rate</a:t>
            </a:r>
          </a:p>
          <a:p>
            <a:pPr lvl="1"/>
            <a:r>
              <a:rPr lang="en-US" altLang="zh-CN">
                <a:ea typeface="宋体" panose="02010600030101010101" pitchFamily="2" charset="-122"/>
                <a:sym typeface="等线" panose="02010600030101010101" pitchFamily="2" charset="-122"/>
              </a:rPr>
              <a:t>Requirements analysis (RA) </a:t>
            </a:r>
            <a:r>
              <a:rPr lang="en-US" altLang="zh-CN">
                <a:solidFill>
                  <a:srgbClr val="FF0000"/>
                </a:solidFill>
                <a:ea typeface="宋体" panose="02010600030101010101" pitchFamily="2" charset="-122"/>
                <a:sym typeface="等线" panose="02010600030101010101" pitchFamily="2" charset="-122"/>
              </a:rPr>
              <a:t>error rate</a:t>
            </a:r>
            <a:r>
              <a:rPr lang="en-US" altLang="zh-CN">
                <a:ea typeface="宋体" panose="02010600030101010101" pitchFamily="2" charset="-122"/>
                <a:sym typeface="等线" panose="02010600030101010101" pitchFamily="2" charset="-122"/>
              </a:rPr>
              <a:t> or </a:t>
            </a:r>
            <a:r>
              <a:rPr lang="en-US" altLang="zh-CN">
                <a:solidFill>
                  <a:srgbClr val="FF0000"/>
                </a:solidFill>
                <a:ea typeface="宋体" panose="02010600030101010101" pitchFamily="2" charset="-122"/>
                <a:sym typeface="等线" panose="02010600030101010101" pitchFamily="2" charset="-122"/>
              </a:rPr>
              <a:t>misunderstanding rate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a:t>
            </a:r>
          </a:p>
          <a:p>
            <a:pPr lvl="1"/>
            <a:r>
              <a:rPr lang="en-US" altLang="zh-CN">
                <a:ea typeface="宋体" panose="02010600030101010101" pitchFamily="2" charset="-122"/>
                <a:sym typeface="等线" panose="02010600030101010101" pitchFamily="2" charset="-122"/>
              </a:rPr>
              <a:t>Preliminary and detailed design (PDD) </a:t>
            </a:r>
            <a:r>
              <a:rPr lang="en-US" altLang="zh-CN">
                <a:solidFill>
                  <a:srgbClr val="FF0000"/>
                </a:solidFill>
                <a:ea typeface="宋体" panose="02010600030101010101" pitchFamily="2" charset="-122"/>
                <a:sym typeface="等线" panose="02010600030101010101" pitchFamily="2" charset="-122"/>
              </a:rPr>
              <a:t>error rate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a:t>
            </a:r>
          </a:p>
          <a:p>
            <a:pPr lvl="1"/>
            <a:r>
              <a:rPr lang="en-US" altLang="zh-CN">
                <a:ea typeface="宋体" panose="02010600030101010101" pitchFamily="2" charset="-122"/>
                <a:sym typeface="等线" panose="02010600030101010101" pitchFamily="2" charset="-122"/>
              </a:rPr>
              <a:t>Build and implementation (BI) </a:t>
            </a:r>
            <a:r>
              <a:rPr lang="en-US" altLang="zh-CN">
                <a:solidFill>
                  <a:srgbClr val="FF0000"/>
                </a:solidFill>
                <a:ea typeface="宋体" panose="02010600030101010101" pitchFamily="2" charset="-122"/>
                <a:sym typeface="等线" panose="02010600030101010101" pitchFamily="2" charset="-122"/>
              </a:rPr>
              <a:t>error rate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a:t>
            </a:r>
          </a:p>
          <a:p>
            <a:endParaRPr lang="en-US" altLang="zh-CN">
              <a:ea typeface="宋体" panose="02010600030101010101" pitchFamily="2" charset="-122"/>
              <a:sym typeface="等线" panose="02010600030101010101" pitchFamily="2" charset="-122"/>
            </a:endParaRPr>
          </a:p>
          <a:p>
            <a:pPr>
              <a:buFont typeface="Arial" panose="020B0604020202020204" pitchFamily="34" charset="0"/>
              <a:buNone/>
            </a:pPr>
            <a:r>
              <a:rPr lang="en-US" altLang="zh-CN">
                <a:ea typeface="宋体" panose="02010600030101010101" pitchFamily="2" charset="-122"/>
              </a:rPr>
              <a:t>         OL </a:t>
            </a:r>
            <a:r>
              <a:rPr lang="en-US" altLang="zh-CN">
                <a:solidFill>
                  <a:srgbClr val="FF0000"/>
                </a:solidFill>
                <a:ea typeface="宋体" panose="02010600030101010101" pitchFamily="2" charset="-122"/>
              </a:rPr>
              <a:t>error rate		</a:t>
            </a:r>
            <a:r>
              <a:rPr lang="en-US" altLang="zh-CN" i="1">
                <a:solidFill>
                  <a:srgbClr val="FF0000"/>
                </a:solidFill>
                <a:ea typeface="宋体" panose="02010600030101010101" pitchFamily="2" charset="-122"/>
              </a:rPr>
              <a:t>E</a:t>
            </a:r>
            <a:r>
              <a:rPr lang="en-US" altLang="zh-CN">
                <a:ea typeface="宋体" panose="02010600030101010101" pitchFamily="2" charset="-122"/>
              </a:rPr>
              <a:t> = (1 + </a:t>
            </a:r>
            <a:r>
              <a:rPr lang="en-US" altLang="zh-CN" i="1">
                <a:solidFill>
                  <a:srgbClr val="FF0000"/>
                </a:solidFill>
                <a:ea typeface="宋体" panose="02010600030101010101" pitchFamily="2" charset="-122"/>
              </a:rPr>
              <a:t>R</a:t>
            </a:r>
            <a:r>
              <a:rPr lang="en-US" altLang="zh-CN">
                <a:ea typeface="宋体" panose="02010600030101010101" pitchFamily="2" charset="-122"/>
              </a:rPr>
              <a:t>) x (1 + </a:t>
            </a:r>
            <a:r>
              <a:rPr lang="en-US" altLang="zh-CN" i="1">
                <a:solidFill>
                  <a:srgbClr val="FF0000"/>
                </a:solidFill>
                <a:ea typeface="宋体" panose="02010600030101010101" pitchFamily="2" charset="-122"/>
              </a:rPr>
              <a:t>D</a:t>
            </a:r>
            <a:r>
              <a:rPr lang="en-US" altLang="zh-CN">
                <a:ea typeface="宋体" panose="02010600030101010101" pitchFamily="2" charset="-122"/>
              </a:rPr>
              <a:t>) x (1 + </a:t>
            </a:r>
            <a:r>
              <a:rPr lang="en-US" altLang="zh-CN" i="1">
                <a:solidFill>
                  <a:srgbClr val="FF0000"/>
                </a:solidFill>
                <a:ea typeface="宋体" panose="02010600030101010101" pitchFamily="2" charset="-122"/>
              </a:rPr>
              <a:t>I</a:t>
            </a:r>
            <a:r>
              <a:rPr lang="en-US" altLang="zh-CN">
                <a:ea typeface="宋体" panose="02010600030101010101" pitchFamily="2" charset="-122"/>
              </a:rPr>
              <a:t>) - 1</a:t>
            </a:r>
          </a:p>
          <a:p>
            <a:endParaRPr lang="en-US" altLang="zh-CN">
              <a:ea typeface="宋体" panose="02010600030101010101" pitchFamily="2" charset="-122"/>
            </a:endParaRPr>
          </a:p>
          <a:p>
            <a:r>
              <a:rPr lang="en-US" altLang="zh-CN">
                <a:ea typeface="宋体" panose="02010600030101010101" pitchFamily="2" charset="-122"/>
              </a:rPr>
              <a:t>Practice</a:t>
            </a:r>
          </a:p>
          <a:p>
            <a:pPr lvl="1"/>
            <a:r>
              <a:rPr lang="en-US" altLang="zh-CN">
                <a:ea typeface="宋体" panose="02010600030101010101" pitchFamily="2" charset="-122"/>
              </a:rPr>
              <a:t>Given the RA error rate </a:t>
            </a:r>
            <a:r>
              <a:rPr lang="en-US" altLang="zh-CN">
                <a:solidFill>
                  <a:srgbClr val="00B050"/>
                </a:solidFill>
                <a:ea typeface="宋体" panose="02010600030101010101" pitchFamily="2" charset="-122"/>
              </a:rPr>
              <a:t>15%</a:t>
            </a:r>
            <a:r>
              <a:rPr lang="en-US" altLang="zh-CN">
                <a:ea typeface="宋体" panose="02010600030101010101" pitchFamily="2" charset="-122"/>
              </a:rPr>
              <a:t>, the PDD error rate </a:t>
            </a:r>
            <a:r>
              <a:rPr lang="en-US" altLang="zh-CN">
                <a:solidFill>
                  <a:srgbClr val="00B050"/>
                </a:solidFill>
                <a:ea typeface="宋体" panose="02010600030101010101" pitchFamily="2" charset="-122"/>
              </a:rPr>
              <a:t>15%</a:t>
            </a:r>
            <a:r>
              <a:rPr lang="en-US" altLang="zh-CN">
                <a:ea typeface="宋体" panose="02010600030101010101" pitchFamily="2" charset="-122"/>
              </a:rPr>
              <a:t>, and the BI error rate </a:t>
            </a:r>
            <a:r>
              <a:rPr lang="en-US" altLang="zh-CN">
                <a:solidFill>
                  <a:srgbClr val="00B050"/>
                </a:solidFill>
                <a:ea typeface="宋体" panose="02010600030101010101" pitchFamily="2" charset="-122"/>
              </a:rPr>
              <a:t>15%</a:t>
            </a:r>
            <a:r>
              <a:rPr lang="en-US" altLang="zh-CN">
                <a:ea typeface="宋体" panose="02010600030101010101" pitchFamily="2" charset="-122"/>
              </a:rPr>
              <a:t>, what is the OL error rate?	</a:t>
            </a:r>
            <a:r>
              <a:rPr lang="en-US" altLang="zh-CN" i="1">
                <a:ea typeface="宋体" panose="02010600030101010101" pitchFamily="2" charset="-122"/>
              </a:rPr>
              <a:t>E</a:t>
            </a:r>
            <a:r>
              <a:rPr lang="en-US" altLang="zh-CN">
                <a:ea typeface="宋体" panose="02010600030101010101" pitchFamily="2" charset="-122"/>
              </a:rPr>
              <a:t> = (1+0.15) (1+0.15) (1+0.15) - 1 </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a:t>
            </a:r>
            <a:r>
              <a:rPr lang="en-US" altLang="zh-CN">
                <a:solidFill>
                  <a:srgbClr val="FF0000"/>
                </a:solidFill>
                <a:ea typeface="宋体" panose="02010600030101010101" pitchFamily="2" charset="-122"/>
              </a:rPr>
              <a:t>52%</a:t>
            </a:r>
            <a:endParaRPr lang="en-US" altLang="zh-CN">
              <a:ea typeface="宋体" panose="02010600030101010101" pitchFamily="2" charset="-122"/>
            </a:endParaRPr>
          </a:p>
          <a:p>
            <a:pPr lvl="1"/>
            <a:r>
              <a:rPr lang="en-US" altLang="zh-CN">
                <a:ea typeface="宋体" panose="02010600030101010101" pitchFamily="2" charset="-122"/>
                <a:sym typeface="等线" panose="02010600030101010101" pitchFamily="2" charset="-122"/>
              </a:rPr>
              <a:t>Given the RA error rate </a:t>
            </a:r>
            <a:r>
              <a:rPr lang="en-US" altLang="zh-CN">
                <a:solidFill>
                  <a:srgbClr val="00B050"/>
                </a:solidFill>
                <a:ea typeface="宋体" panose="02010600030101010101" pitchFamily="2" charset="-122"/>
                <a:sym typeface="等线" panose="02010600030101010101" pitchFamily="2" charset="-122"/>
              </a:rPr>
              <a:t>10%</a:t>
            </a:r>
            <a:r>
              <a:rPr lang="en-US" altLang="zh-CN">
                <a:ea typeface="宋体" panose="02010600030101010101" pitchFamily="2" charset="-122"/>
                <a:sym typeface="等线" panose="02010600030101010101" pitchFamily="2" charset="-122"/>
              </a:rPr>
              <a:t>, the PDD error rate </a:t>
            </a:r>
            <a:r>
              <a:rPr lang="en-US" altLang="zh-CN">
                <a:solidFill>
                  <a:srgbClr val="00B050"/>
                </a:solidFill>
                <a:ea typeface="宋体" panose="02010600030101010101" pitchFamily="2" charset="-122"/>
                <a:sym typeface="等线" panose="02010600030101010101" pitchFamily="2" charset="-122"/>
              </a:rPr>
              <a:t>10%</a:t>
            </a:r>
            <a:r>
              <a:rPr lang="en-US" altLang="zh-CN">
                <a:ea typeface="宋体" panose="02010600030101010101" pitchFamily="2" charset="-122"/>
                <a:sym typeface="等线" panose="02010600030101010101" pitchFamily="2" charset="-122"/>
              </a:rPr>
              <a:t>, and the BI error rate </a:t>
            </a:r>
            <a:r>
              <a:rPr lang="en-US" altLang="zh-CN">
                <a:solidFill>
                  <a:srgbClr val="00B050"/>
                </a:solidFill>
                <a:ea typeface="宋体" panose="02010600030101010101" pitchFamily="2" charset="-122"/>
                <a:sym typeface="等线" panose="02010600030101010101" pitchFamily="2" charset="-122"/>
              </a:rPr>
              <a:t>10%</a:t>
            </a:r>
            <a:r>
              <a:rPr lang="en-US" altLang="zh-CN">
                <a:ea typeface="宋体" panose="02010600030101010101" pitchFamily="2" charset="-122"/>
                <a:sym typeface="等线" panose="02010600030101010101" pitchFamily="2" charset="-122"/>
              </a:rPr>
              <a:t>, what is the OL error rate?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(1+0.1) (1+0.1) (1+0.1) - 1 </a:t>
            </a:r>
            <a:r>
              <a:rPr lang="en-US" altLang="zh-CN">
                <a:latin typeface="Arial" panose="020B0604020202020204" pitchFamily="34" charset="0"/>
                <a:ea typeface="宋体" panose="02010600030101010101" pitchFamily="2"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a:solidFill>
                  <a:srgbClr val="FF0000"/>
                </a:solidFill>
                <a:ea typeface="宋体" panose="02010600030101010101" pitchFamily="2" charset="-122"/>
                <a:sym typeface="等线" panose="02010600030101010101" pitchFamily="2" charset="-122"/>
              </a:rPr>
              <a:t>33%</a:t>
            </a:r>
          </a:p>
        </p:txBody>
      </p:sp>
      <p:sp>
        <p:nvSpPr>
          <p:cNvPr id="16" name="文本框 15">
            <a:extLst>
              <a:ext uri="{FF2B5EF4-FFF2-40B4-BE49-F238E27FC236}">
                <a16:creationId xmlns:a16="http://schemas.microsoft.com/office/drawing/2014/main" id="{B4E48042-3C82-03FD-6D2C-9CF9AD435022}"/>
              </a:ext>
            </a:extLst>
          </p:cNvPr>
          <p:cNvSpPr txBox="1">
            <a:spLocks noChangeArrowheads="1"/>
          </p:cNvSpPr>
          <p:nvPr/>
        </p:nvSpPr>
        <p:spPr bwMode="auto">
          <a:xfrm>
            <a:off x="4110038" y="4384675"/>
            <a:ext cx="6248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800">
                <a:solidFill>
                  <a:srgbClr val="FF0000"/>
                </a:solidFill>
                <a:ea typeface="宋体" panose="02010600030101010101" pitchFamily="2" charset="-122"/>
              </a:rPr>
              <a:t>Error superposition and enlargement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blinds(horizontal)">
                                      <p:cBhvr>
                                        <p:cTn id="7" dur="500"/>
                                        <p:tgtEl>
                                          <p:spTgt spid="3">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blinds(horizontal)">
                                      <p:cBhvr>
                                        <p:cTn id="10" dur="500"/>
                                        <p:tgtEl>
                                          <p:spTgt spid="3">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blinds(horizontal)">
                                      <p:cBhvr>
                                        <p:cTn id="13" dur="500"/>
                                        <p:tgtEl>
                                          <p:spTgt spid="3">
                                            <p:txEl>
                                              <p:pRg st="9" end="9"/>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67CEFDFA-2595-9CD6-581D-E22656F9512E}"/>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944C91D2-0B71-4E8A-2683-327A2F78DF49}"/>
              </a:ext>
            </a:extLst>
          </p:cNvPr>
          <p:cNvSpPr>
            <a:spLocks noGrp="1"/>
          </p:cNvSpPr>
          <p:nvPr>
            <p:ph idx="1"/>
          </p:nvPr>
        </p:nvSpPr>
        <p:spPr>
          <a:xfrm>
            <a:off x="838200" y="1495425"/>
            <a:ext cx="10817225" cy="5302250"/>
          </a:xfrm>
        </p:spPr>
        <p:txBody>
          <a:bodyPr/>
          <a:lstStyle/>
          <a:p>
            <a:pPr fontAlgn="auto"/>
            <a:r>
              <a:rPr lang="en-US" altLang="zh-CN" noProof="1">
                <a:sym typeface="+mn-ea"/>
              </a:rPr>
              <a:t>Open-Loop Period</a:t>
            </a:r>
          </a:p>
          <a:p>
            <a:pPr lvl="1" fontAlgn="auto"/>
            <a:r>
              <a:rPr lang="en-US" altLang="zh-CN" noProof="1">
                <a:sym typeface="+mn-ea"/>
              </a:rPr>
              <a:t>Requirements analysis (RA) period				</a:t>
            </a:r>
            <a:r>
              <a:rPr lang="en-US" altLang="zh-CN" i="1" noProof="1">
                <a:sym typeface="+mn-ea"/>
              </a:rPr>
              <a:t>T</a:t>
            </a:r>
            <a:r>
              <a:rPr lang="en-US" altLang="zh-CN" i="1" baseline="-25000" noProof="1">
                <a:sym typeface="+mn-ea"/>
              </a:rPr>
              <a:t>R</a:t>
            </a:r>
            <a:r>
              <a:rPr lang="en-US" altLang="zh-CN" noProof="1">
                <a:sym typeface="+mn-ea"/>
              </a:rPr>
              <a:t> </a:t>
            </a:r>
          </a:p>
          <a:p>
            <a:pPr lvl="1" fontAlgn="auto"/>
            <a:r>
              <a:rPr lang="en-US" altLang="zh-CN" noProof="1">
                <a:sym typeface="+mn-ea"/>
              </a:rPr>
              <a:t>Preliminary and detailed design (PDD) period			</a:t>
            </a:r>
            <a:r>
              <a:rPr lang="en-US" altLang="zh-CN" i="1" noProof="1">
                <a:sym typeface="+mn-ea"/>
              </a:rPr>
              <a:t>T</a:t>
            </a:r>
            <a:r>
              <a:rPr lang="en-US" altLang="zh-CN" i="1" baseline="-25000" noProof="1">
                <a:sym typeface="+mn-ea"/>
              </a:rPr>
              <a:t>D</a:t>
            </a:r>
            <a:r>
              <a:rPr lang="en-US" altLang="zh-CN" noProof="1">
                <a:sym typeface="+mn-ea"/>
              </a:rPr>
              <a:t> </a:t>
            </a:r>
          </a:p>
          <a:p>
            <a:pPr lvl="1" fontAlgn="auto"/>
            <a:r>
              <a:rPr lang="en-US" altLang="zh-CN" noProof="1">
                <a:sym typeface="+mn-ea"/>
              </a:rPr>
              <a:t>Build and implementation (BI) period				</a:t>
            </a:r>
            <a:r>
              <a:rPr lang="en-US" altLang="zh-CN" i="1" noProof="1">
                <a:sym typeface="+mn-ea"/>
              </a:rPr>
              <a:t>T</a:t>
            </a:r>
            <a:r>
              <a:rPr lang="en-US" altLang="zh-CN" i="1" baseline="-25000" noProof="1">
                <a:sym typeface="+mn-ea"/>
              </a:rPr>
              <a:t>I</a:t>
            </a:r>
            <a:endParaRPr lang="en-US" altLang="zh-CN" noProof="1">
              <a:sym typeface="+mn-ea"/>
            </a:endParaRPr>
          </a:p>
          <a:p>
            <a:pPr lvl="1" fontAlgn="auto"/>
            <a:r>
              <a:rPr lang="en-US" altLang="zh-CN" noProof="1">
                <a:sym typeface="+mn-ea"/>
              </a:rPr>
              <a:t>Evaluation (EV) period						</a:t>
            </a:r>
            <a:r>
              <a:rPr lang="en-US" altLang="zh-CN" i="1" noProof="1">
                <a:sym typeface="+mn-ea"/>
              </a:rPr>
              <a:t>T</a:t>
            </a:r>
            <a:r>
              <a:rPr lang="en-US" altLang="zh-CN" i="1" baseline="-25000" noProof="1">
                <a:sym typeface="+mn-ea"/>
              </a:rPr>
              <a:t>v</a:t>
            </a:r>
            <a:endParaRPr lang="en-US" altLang="zh-CN" noProof="1">
              <a:sym typeface="+mn-ea"/>
            </a:endParaRPr>
          </a:p>
          <a:p>
            <a:pPr fontAlgn="auto"/>
            <a:endParaRPr lang="en-US" altLang="zh-CN" noProof="1">
              <a:sym typeface="+mn-ea"/>
            </a:endParaRPr>
          </a:p>
          <a:p>
            <a:pPr marL="0" indent="0" fontAlgn="auto">
              <a:buFont typeface="Arial" panose="020B0604020202020204" pitchFamily="34" charset="0"/>
              <a:buNone/>
            </a:pPr>
            <a:r>
              <a:rPr lang="en-US" altLang="zh-CN" noProof="1"/>
              <a:t>         OL period		</a:t>
            </a:r>
            <a:r>
              <a:rPr lang="en-US" altLang="zh-CN" i="1" noProof="1"/>
              <a:t>T</a:t>
            </a:r>
            <a:r>
              <a:rPr lang="en-US" altLang="zh-CN" noProof="1"/>
              <a:t> = </a:t>
            </a:r>
            <a:r>
              <a:rPr lang="en-US" altLang="zh-CN" i="1" noProof="1">
                <a:sym typeface="+mn-ea"/>
              </a:rPr>
              <a:t>T</a:t>
            </a:r>
            <a:r>
              <a:rPr lang="en-US" altLang="zh-CN" i="1" baseline="-25000" noProof="1">
                <a:sym typeface="+mn-ea"/>
              </a:rPr>
              <a:t>R</a:t>
            </a:r>
            <a:r>
              <a:rPr lang="en-US" altLang="zh-CN" noProof="1"/>
              <a:t> + </a:t>
            </a:r>
            <a:r>
              <a:rPr lang="en-US" altLang="zh-CN" i="1" noProof="1">
                <a:sym typeface="+mn-ea"/>
              </a:rPr>
              <a:t>T</a:t>
            </a:r>
            <a:r>
              <a:rPr lang="en-US" altLang="zh-CN" i="1" baseline="-25000" noProof="1">
                <a:sym typeface="+mn-ea"/>
              </a:rPr>
              <a:t>D</a:t>
            </a:r>
            <a:r>
              <a:rPr lang="en-US" altLang="zh-CN" noProof="1"/>
              <a:t> + </a:t>
            </a:r>
            <a:r>
              <a:rPr lang="en-US" altLang="zh-CN" i="1" noProof="1">
                <a:sym typeface="+mn-ea"/>
              </a:rPr>
              <a:t>T</a:t>
            </a:r>
            <a:r>
              <a:rPr lang="en-US" altLang="zh-CN" i="1" baseline="-25000" noProof="1">
                <a:sym typeface="+mn-ea"/>
              </a:rPr>
              <a:t>I</a:t>
            </a:r>
            <a:r>
              <a:rPr lang="en-US" altLang="zh-CN" i="1" noProof="1">
                <a:sym typeface="+mn-ea"/>
              </a:rPr>
              <a:t> + T</a:t>
            </a:r>
            <a:r>
              <a:rPr lang="en-US" altLang="zh-CN" i="1" baseline="-25000" noProof="1">
                <a:sym typeface="+mn-ea"/>
              </a:rPr>
              <a:t>v</a:t>
            </a:r>
            <a:r>
              <a:rPr lang="en-US" altLang="zh-CN" i="1" noProof="1">
                <a:sym typeface="+mn-ea"/>
              </a:rPr>
              <a:t> </a:t>
            </a:r>
            <a:endParaRPr lang="en-US" altLang="zh-CN" noProof="1"/>
          </a:p>
          <a:p>
            <a:pPr fontAlgn="auto"/>
            <a:endParaRPr lang="en-US" altLang="zh-CN" noProof="1"/>
          </a:p>
          <a:p>
            <a:pPr fontAlgn="auto"/>
            <a:r>
              <a:rPr lang="en-US" altLang="zh-CN" noProof="1">
                <a:solidFill>
                  <a:srgbClr val="FF0000"/>
                </a:solidFill>
              </a:rPr>
              <a:t>Engineering Lessons</a:t>
            </a:r>
            <a:endParaRPr lang="en-US" altLang="zh-CN" noProof="1"/>
          </a:p>
          <a:p>
            <a:pPr lvl="1" fontAlgn="auto"/>
            <a:r>
              <a:rPr lang="en-US" altLang="zh-CN" noProof="1">
                <a:sym typeface="+mn-ea"/>
              </a:rPr>
              <a:t>Do not naively think that the project duration is roughly the OL period </a:t>
            </a:r>
            <a:r>
              <a:rPr lang="en-US" altLang="zh-CN" i="1" noProof="1">
                <a:sym typeface="+mn-ea"/>
              </a:rPr>
              <a:t>T</a:t>
            </a:r>
            <a:endParaRPr lang="en-US" altLang="zh-CN" noProof="1">
              <a:sym typeface="+mn-ea"/>
            </a:endParaRPr>
          </a:p>
          <a:p>
            <a:pPr lvl="1" fontAlgn="auto"/>
            <a:r>
              <a:rPr lang="en-US" altLang="zh-CN" noProof="1">
                <a:sym typeface="+mn-ea"/>
              </a:rPr>
              <a:t>The needed time is usually much larger than the OL period </a:t>
            </a:r>
            <a:r>
              <a:rPr lang="en-US" altLang="zh-CN" i="1" noProof="1">
                <a:sym typeface="+mn-ea"/>
              </a:rPr>
              <a:t>T</a:t>
            </a:r>
            <a:r>
              <a:rPr lang="en-US" altLang="zh-CN" noProof="1">
                <a:sym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linds(horizontal)">
                                      <p:cBhvr>
                                        <p:cTn id="7" dur="500"/>
                                        <p:tgtEl>
                                          <p:spTgt spid="3">
                                            <p:txEl>
                                              <p:pRg st="8" end="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blinds(horizontal)">
                                      <p:cBhvr>
                                        <p:cTn id="10" dur="500"/>
                                        <p:tgtEl>
                                          <p:spTgt spid="3">
                                            <p:txEl>
                                              <p:pRg st="9" end="9"/>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blinds(horizontal)">
                                      <p:cBhvr>
                                        <p:cTn id="1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D20DDE88-6537-6F6E-313B-B9158D22E36B}"/>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EC9BCADC-8C76-D640-3C01-9107F394168C}"/>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Closed-Loop Error Convergence (or Divergence)</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Closed-loop (CL) error rate</a:t>
            </a:r>
          </a:p>
          <a:p>
            <a:pPr lvl="2"/>
            <a:r>
              <a:rPr lang="en-US" altLang="zh-CN">
                <a:ea typeface="宋体" panose="02010600030101010101" pitchFamily="2" charset="-122"/>
                <a:sym typeface="等线" panose="02010600030101010101" pitchFamily="2" charset="-122"/>
              </a:rPr>
              <a:t>1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(1st OL period)			</a:t>
            </a:r>
            <a:r>
              <a:rPr lang="en-US" altLang="zh-CN" i="1">
                <a:ea typeface="宋体" panose="02010600030101010101" pitchFamily="2" charset="-122"/>
                <a:sym typeface="等线" panose="02010600030101010101" pitchFamily="2" charset="-122"/>
              </a:rPr>
              <a:t>E</a:t>
            </a:r>
            <a:endParaRPr lang="en-US" altLang="zh-CN">
              <a:ea typeface="宋体" panose="02010600030101010101" pitchFamily="2" charset="-122"/>
              <a:sym typeface="等线" panose="02010600030101010101" pitchFamily="2" charset="-122"/>
            </a:endParaRPr>
          </a:p>
          <a:p>
            <a:pPr lvl="2"/>
            <a:r>
              <a:rPr lang="en-US" altLang="zh-CN">
                <a:ea typeface="宋体" panose="02010600030101010101" pitchFamily="2" charset="-122"/>
                <a:sym typeface="等线" panose="02010600030101010101" pitchFamily="2" charset="-122"/>
              </a:rPr>
              <a:t>2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(2nd OL period)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a:t>
            </a:r>
          </a:p>
          <a:p>
            <a:pPr lvl="2"/>
            <a:r>
              <a:rPr lang="en-US" altLang="zh-CN">
                <a:ea typeface="宋体" panose="02010600030101010101" pitchFamily="2" charset="-122"/>
                <a:sym typeface="等线" panose="02010600030101010101" pitchFamily="2" charset="-122"/>
              </a:rPr>
              <a:t>3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(3rd OL period)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a:t>
            </a:r>
          </a:p>
          <a:p>
            <a:pPr lvl="2"/>
            <a:r>
              <a:rPr lang="en-US" altLang="zh-CN">
                <a:ea typeface="宋体" panose="02010600030101010101" pitchFamily="2" charset="-122"/>
                <a:sym typeface="等线" panose="02010600030101010101" pitchFamily="2" charset="-122"/>
              </a:rPr>
              <a:t>... ...</a:t>
            </a:r>
          </a:p>
          <a:p>
            <a:pPr lvl="2"/>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			</a:t>
            </a:r>
            <a:r>
              <a:rPr lang="en-US" altLang="zh-CN" i="1">
                <a:ea typeface="宋体" panose="02010600030101010101" pitchFamily="2" charset="-122"/>
                <a:sym typeface="等线" panose="02010600030101010101" pitchFamily="2" charset="-122"/>
              </a:rPr>
              <a:t>E</a:t>
            </a:r>
            <a:r>
              <a:rPr lang="en-US" altLang="zh-CN" i="1" baseline="30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p>
          <a:p>
            <a:pPr lvl="1"/>
            <a:r>
              <a:rPr lang="en-US" altLang="zh-CN">
                <a:solidFill>
                  <a:srgbClr val="00B050"/>
                </a:solidFill>
                <a:ea typeface="宋体" panose="02010600030101010101" pitchFamily="2" charset="-122"/>
              </a:rPr>
              <a:t>Convergence criterion</a:t>
            </a:r>
            <a:r>
              <a:rPr lang="en-US" altLang="zh-CN">
                <a:ea typeface="宋体" panose="02010600030101010101" pitchFamily="2" charset="-122"/>
              </a:rPr>
              <a:t>			</a:t>
            </a:r>
            <a:r>
              <a:rPr lang="en-US" altLang="zh-CN" i="1">
                <a:ea typeface="宋体" panose="02010600030101010101" pitchFamily="2" charset="-122"/>
              </a:rPr>
              <a:t>E</a:t>
            </a:r>
            <a:r>
              <a:rPr lang="en-US" altLang="zh-CN" i="1" baseline="30000">
                <a:ea typeface="宋体" panose="02010600030101010101" pitchFamily="2" charset="-122"/>
              </a:rPr>
              <a:t>n</a:t>
            </a:r>
            <a:r>
              <a:rPr lang="en-US" altLang="zh-CN">
                <a:ea typeface="宋体" panose="02010600030101010101" pitchFamily="2" charset="-122"/>
              </a:rPr>
              <a:t> </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0 </a:t>
            </a:r>
            <a:r>
              <a:rPr lang="en-US" altLang="zh-CN">
                <a:latin typeface="微软雅黑" panose="020B0503020204020204" pitchFamily="34" charset="-122"/>
                <a:ea typeface="微软雅黑" panose="020B0503020204020204" pitchFamily="34" charset="-122"/>
              </a:rPr>
              <a:t>⟺</a:t>
            </a:r>
            <a:r>
              <a:rPr lang="en-US" altLang="zh-CN">
                <a:ea typeface="宋体" panose="02010600030101010101" pitchFamily="2" charset="-122"/>
              </a:rPr>
              <a:t>  </a:t>
            </a:r>
            <a:r>
              <a:rPr lang="en-US" altLang="zh-CN" i="1">
                <a:solidFill>
                  <a:srgbClr val="00B050"/>
                </a:solidFill>
                <a:ea typeface="宋体" panose="02010600030101010101" pitchFamily="2" charset="-122"/>
              </a:rPr>
              <a:t>E</a:t>
            </a:r>
            <a:r>
              <a:rPr lang="en-US" altLang="zh-CN">
                <a:solidFill>
                  <a:srgbClr val="00B050"/>
                </a:solidFill>
                <a:ea typeface="宋体" panose="02010600030101010101" pitchFamily="2" charset="-122"/>
              </a:rPr>
              <a:t> &lt; 1</a:t>
            </a:r>
            <a:endParaRPr lang="en-US" altLang="zh-CN">
              <a:ea typeface="宋体" panose="02010600030101010101" pitchFamily="2" charset="-122"/>
            </a:endParaRPr>
          </a:p>
          <a:p>
            <a:r>
              <a:rPr lang="en-US" altLang="zh-CN">
                <a:ea typeface="宋体" panose="02010600030101010101" pitchFamily="2" charset="-122"/>
              </a:rPr>
              <a:t>Practice</a:t>
            </a:r>
          </a:p>
          <a:p>
            <a:pPr lvl="1"/>
            <a:r>
              <a:rPr lang="en-US" altLang="zh-CN">
                <a:ea typeface="宋体" panose="02010600030101010101" pitchFamily="2" charset="-122"/>
              </a:rPr>
              <a:t>Given the RA error rate 30%, the PDD error rate 25%, and the BI error rate 25%, can the design process converge?	</a:t>
            </a:r>
            <a:r>
              <a:rPr lang="en-US" altLang="zh-CN" i="1">
                <a:ea typeface="宋体" panose="02010600030101010101" pitchFamily="2" charset="-122"/>
              </a:rPr>
              <a:t>E</a:t>
            </a:r>
            <a:r>
              <a:rPr lang="en-US" altLang="zh-CN">
                <a:ea typeface="宋体" panose="02010600030101010101" pitchFamily="2" charset="-122"/>
              </a:rPr>
              <a:t> = (1+0.3) (1+0.25) (1+0.25) - 1 </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sym typeface="等线" panose="02010600030101010101" pitchFamily="2" charset="-122"/>
              </a:rPr>
              <a:t> </a:t>
            </a:r>
            <a:r>
              <a:rPr lang="en-US" altLang="zh-CN">
                <a:solidFill>
                  <a:srgbClr val="FF0000"/>
                </a:solidFill>
                <a:ea typeface="宋体" panose="02010600030101010101" pitchFamily="2" charset="-122"/>
                <a:sym typeface="等线" panose="02010600030101010101" pitchFamily="2" charset="-122"/>
              </a:rPr>
              <a:t>103% &gt; 1</a:t>
            </a:r>
            <a:r>
              <a:rPr lang="en-US" altLang="zh-CN">
                <a:ea typeface="宋体" panose="02010600030101010101" pitchFamily="2" charset="-122"/>
              </a:rPr>
              <a:t> so impossible to converge (namely </a:t>
            </a:r>
            <a:r>
              <a:rPr lang="en-US" altLang="zh-CN">
                <a:solidFill>
                  <a:srgbClr val="FF0000"/>
                </a:solidFill>
                <a:ea typeface="宋体" panose="02010600030101010101" pitchFamily="2" charset="-122"/>
              </a:rPr>
              <a:t>divergent</a:t>
            </a:r>
            <a:r>
              <a:rPr lang="en-US" altLang="zh-CN">
                <a:ea typeface="宋体" panose="02010600030101010101" pitchFamily="2" charset="-122"/>
              </a:rPr>
              <a:t>)</a:t>
            </a:r>
            <a:endParaRPr lang="en-US" altLang="zh-CN">
              <a:ea typeface="宋体" panose="02010600030101010101" pitchFamily="2" charset="-122"/>
              <a:sym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blinds(horizontal)">
                                      <p:cBhvr>
                                        <p:cTn id="7" dur="500"/>
                                        <p:tgtEl>
                                          <p:spTgt spid="3">
                                            <p:txEl>
                                              <p:pRg st="9" end="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0" end="10"/>
                                            </p:txEl>
                                          </p:spTgt>
                                        </p:tgtEl>
                                        <p:attrNameLst>
                                          <p:attrName>style.visibility</p:attrName>
                                        </p:attrNameLst>
                                      </p:cBhvr>
                                      <p:to>
                                        <p:strVal val="visible"/>
                                      </p:to>
                                    </p:set>
                                    <p:animEffect transition="in" filter="blinds(horizontal)">
                                      <p:cBhvr>
                                        <p:cTn id="1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B727F09B-0DCC-1580-D19A-E6D64FCF2E03}"/>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44034" name="Content Placeholder 2">
            <a:extLst>
              <a:ext uri="{FF2B5EF4-FFF2-40B4-BE49-F238E27FC236}">
                <a16:creationId xmlns:a16="http://schemas.microsoft.com/office/drawing/2014/main" id="{B55E1370-05CB-5D04-768E-B970FB2B0137}"/>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Closed-Loop Error Convergence (or Divergence)</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Closed-loop (CL) error rate</a:t>
            </a:r>
          </a:p>
          <a:p>
            <a:pPr lvl="2"/>
            <a:r>
              <a:rPr lang="en-US" altLang="zh-CN">
                <a:ea typeface="宋体" panose="02010600030101010101" pitchFamily="2" charset="-122"/>
                <a:sym typeface="等线" panose="02010600030101010101" pitchFamily="2" charset="-122"/>
              </a:rPr>
              <a:t>1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(1st OL period)			</a:t>
            </a:r>
            <a:r>
              <a:rPr lang="en-US" altLang="zh-CN" i="1">
                <a:ea typeface="宋体" panose="02010600030101010101" pitchFamily="2" charset="-122"/>
                <a:sym typeface="等线" panose="02010600030101010101" pitchFamily="2" charset="-122"/>
              </a:rPr>
              <a:t>E</a:t>
            </a:r>
            <a:endParaRPr lang="en-US" altLang="zh-CN">
              <a:ea typeface="宋体" panose="02010600030101010101" pitchFamily="2" charset="-122"/>
              <a:sym typeface="等线" panose="02010600030101010101" pitchFamily="2" charset="-122"/>
            </a:endParaRPr>
          </a:p>
          <a:p>
            <a:pPr lvl="2"/>
            <a:r>
              <a:rPr lang="en-US" altLang="zh-CN">
                <a:ea typeface="宋体" panose="02010600030101010101" pitchFamily="2" charset="-122"/>
                <a:sym typeface="等线" panose="02010600030101010101" pitchFamily="2" charset="-122"/>
              </a:rPr>
              <a:t>2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(2nd OL period)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a:t>
            </a:r>
          </a:p>
          <a:p>
            <a:pPr lvl="2"/>
            <a:r>
              <a:rPr lang="en-US" altLang="zh-CN">
                <a:ea typeface="宋体" panose="02010600030101010101" pitchFamily="2" charset="-122"/>
                <a:sym typeface="等线" panose="02010600030101010101" pitchFamily="2" charset="-122"/>
              </a:rPr>
              <a:t>3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(3rd OL period)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a:t>
            </a:r>
          </a:p>
          <a:p>
            <a:pPr lvl="2"/>
            <a:r>
              <a:rPr lang="en-US" altLang="zh-CN">
                <a:ea typeface="宋体" panose="02010600030101010101" pitchFamily="2" charset="-122"/>
                <a:sym typeface="等线" panose="02010600030101010101" pitchFamily="2" charset="-122"/>
              </a:rPr>
              <a:t>... ...</a:t>
            </a:r>
          </a:p>
          <a:p>
            <a:pPr lvl="2"/>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			</a:t>
            </a:r>
            <a:r>
              <a:rPr lang="en-US" altLang="zh-CN" i="1">
                <a:ea typeface="宋体" panose="02010600030101010101" pitchFamily="2" charset="-122"/>
                <a:sym typeface="等线" panose="02010600030101010101" pitchFamily="2" charset="-122"/>
              </a:rPr>
              <a:t>E</a:t>
            </a:r>
            <a:r>
              <a:rPr lang="en-US" altLang="zh-CN" i="1" baseline="30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p>
          <a:p>
            <a:pPr lvl="1"/>
            <a:r>
              <a:rPr lang="en-US" altLang="zh-CN">
                <a:solidFill>
                  <a:srgbClr val="00B050"/>
                </a:solidFill>
                <a:ea typeface="宋体" panose="02010600030101010101" pitchFamily="2" charset="-122"/>
              </a:rPr>
              <a:t>Convergence criterion</a:t>
            </a:r>
            <a:r>
              <a:rPr lang="en-US" altLang="zh-CN">
                <a:ea typeface="宋体" panose="02010600030101010101" pitchFamily="2" charset="-122"/>
              </a:rPr>
              <a:t>			</a:t>
            </a:r>
            <a:r>
              <a:rPr lang="en-US" altLang="zh-CN" i="1">
                <a:ea typeface="宋体" panose="02010600030101010101" pitchFamily="2" charset="-122"/>
              </a:rPr>
              <a:t>E</a:t>
            </a:r>
            <a:r>
              <a:rPr lang="en-US" altLang="zh-CN" i="1" baseline="30000">
                <a:ea typeface="宋体" panose="02010600030101010101" pitchFamily="2" charset="-122"/>
              </a:rPr>
              <a:t>n</a:t>
            </a:r>
            <a:r>
              <a:rPr lang="en-US" altLang="zh-CN">
                <a:ea typeface="宋体" panose="02010600030101010101" pitchFamily="2" charset="-122"/>
              </a:rPr>
              <a:t> </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0 </a:t>
            </a:r>
            <a:r>
              <a:rPr lang="en-US" altLang="zh-CN">
                <a:latin typeface="微软雅黑" panose="020B0503020204020204" pitchFamily="34" charset="-122"/>
                <a:ea typeface="微软雅黑" panose="020B0503020204020204" pitchFamily="34" charset="-122"/>
              </a:rPr>
              <a:t>⟺</a:t>
            </a:r>
            <a:r>
              <a:rPr lang="en-US" altLang="zh-CN">
                <a:ea typeface="宋体" panose="02010600030101010101" pitchFamily="2" charset="-122"/>
              </a:rPr>
              <a:t>  </a:t>
            </a:r>
            <a:r>
              <a:rPr lang="en-US" altLang="zh-CN" i="1">
                <a:solidFill>
                  <a:srgbClr val="00B050"/>
                </a:solidFill>
                <a:ea typeface="宋体" panose="02010600030101010101" pitchFamily="2" charset="-122"/>
              </a:rPr>
              <a:t>E</a:t>
            </a:r>
            <a:r>
              <a:rPr lang="en-US" altLang="zh-CN">
                <a:solidFill>
                  <a:srgbClr val="00B050"/>
                </a:solidFill>
                <a:ea typeface="宋体" panose="02010600030101010101" pitchFamily="2" charset="-122"/>
              </a:rPr>
              <a:t> &lt; 1</a:t>
            </a:r>
            <a:endParaRPr lang="en-US" altLang="zh-CN">
              <a:ea typeface="宋体" panose="02010600030101010101" pitchFamily="2" charset="-122"/>
            </a:endParaRPr>
          </a:p>
          <a:p>
            <a:pPr lvl="1"/>
            <a:r>
              <a:rPr lang="en-US" altLang="zh-CN">
                <a:ea typeface="宋体" panose="02010600030101010101" pitchFamily="2" charset="-122"/>
                <a:sym typeface="等线" panose="02010600030101010101" pitchFamily="2" charset="-122"/>
              </a:rPr>
              <a:t>Convergence threshold			</a:t>
            </a:r>
            <a:r>
              <a:rPr lang="en-US" altLang="zh-CN" i="1">
                <a:ea typeface="宋体" panose="02010600030101010101" pitchFamily="2" charset="-122"/>
                <a:sym typeface="等线" panose="02010600030101010101" pitchFamily="2" charset="-122"/>
              </a:rPr>
              <a:t>C</a:t>
            </a:r>
            <a:r>
              <a:rPr lang="en-US" altLang="zh-CN">
                <a:ea typeface="宋体" panose="02010600030101010101" pitchFamily="2" charset="-122"/>
                <a:sym typeface="等线" panose="02010600030101010101" pitchFamily="2" charset="-122"/>
              </a:rPr>
              <a:t> </a:t>
            </a:r>
          </a:p>
          <a:p>
            <a:pPr lvl="1"/>
            <a:r>
              <a:rPr lang="en-US" altLang="zh-CN">
                <a:ea typeface="宋体" panose="02010600030101010101" pitchFamily="2" charset="-122"/>
                <a:sym typeface="等线" panose="02010600030101010101" pitchFamily="2" charset="-122"/>
              </a:rPr>
              <a:t>OL periods needed for convergence	</a:t>
            </a:r>
            <a:r>
              <a:rPr lang="en-US" altLang="zh-CN" i="1">
                <a:ea typeface="宋体" panose="02010600030101010101" pitchFamily="2" charset="-122"/>
                <a:sym typeface="等线" panose="02010600030101010101" pitchFamily="2" charset="-122"/>
              </a:rPr>
              <a:t>E</a:t>
            </a:r>
            <a:r>
              <a:rPr lang="en-US" altLang="zh-CN" i="1" baseline="30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&lt; </a:t>
            </a:r>
            <a:r>
              <a:rPr lang="en-US" altLang="zh-CN" i="1">
                <a:ea typeface="宋体" panose="02010600030101010101" pitchFamily="2" charset="-122"/>
                <a:sym typeface="等线" panose="02010600030101010101" pitchFamily="2" charset="-122"/>
              </a:rPr>
              <a:t>C</a:t>
            </a:r>
            <a:r>
              <a:rPr lang="en-US" altLang="zh-CN">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&gt; log </a:t>
            </a:r>
            <a:r>
              <a:rPr lang="en-US" altLang="zh-CN" i="1" baseline="-25000">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C</a:t>
            </a:r>
            <a:r>
              <a:rPr lang="en-US" altLang="zh-CN">
                <a:ea typeface="宋体" panose="02010600030101010101" pitchFamily="2" charset="-122"/>
                <a:sym typeface="等线" panose="02010600030101010101" pitchFamily="2" charset="-122"/>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1B791A8C-B475-EE75-D304-A76AD3E430EB}"/>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734F7A1D-42D7-60A3-30BF-16EC4D68B37C}"/>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Closed-Loop Error Convergence (or Divergence)</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Closed-loop (CL) error rate		</a:t>
            </a:r>
            <a:r>
              <a:rPr lang="en-US" altLang="zh-CN" i="1">
                <a:ea typeface="宋体" panose="02010600030101010101" pitchFamily="2" charset="-122"/>
                <a:sym typeface="等线" panose="02010600030101010101" pitchFamily="2" charset="-122"/>
              </a:rPr>
              <a:t>E</a:t>
            </a:r>
            <a:r>
              <a:rPr lang="en-US" altLang="zh-CN" i="1" baseline="30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a:t>
            </a:r>
            <a:endParaRPr lang="en-US" altLang="zh-CN" sz="2000">
              <a:ea typeface="宋体" panose="02010600030101010101" pitchFamily="2" charset="-122"/>
              <a:sym typeface="等线" panose="02010600030101010101" pitchFamily="2" charset="-122"/>
            </a:endParaRPr>
          </a:p>
          <a:p>
            <a:pPr lvl="1"/>
            <a:r>
              <a:rPr lang="en-US" altLang="zh-CN">
                <a:solidFill>
                  <a:srgbClr val="00B050"/>
                </a:solidFill>
                <a:ea typeface="宋体" panose="02010600030101010101" pitchFamily="2" charset="-122"/>
              </a:rPr>
              <a:t>Convergence criterion</a:t>
            </a:r>
            <a:r>
              <a:rPr lang="en-US" altLang="zh-CN">
                <a:ea typeface="宋体" panose="02010600030101010101" pitchFamily="2" charset="-122"/>
              </a:rPr>
              <a:t>			</a:t>
            </a:r>
            <a:r>
              <a:rPr lang="en-US" altLang="zh-CN" i="1">
                <a:ea typeface="宋体" panose="02010600030101010101" pitchFamily="2" charset="-122"/>
              </a:rPr>
              <a:t>E</a:t>
            </a:r>
            <a:r>
              <a:rPr lang="en-US" altLang="zh-CN" i="1" baseline="30000">
                <a:ea typeface="宋体" panose="02010600030101010101" pitchFamily="2" charset="-122"/>
              </a:rPr>
              <a:t>n</a:t>
            </a:r>
            <a:r>
              <a:rPr lang="en-US" altLang="zh-CN">
                <a:ea typeface="宋体" panose="02010600030101010101" pitchFamily="2" charset="-122"/>
              </a:rPr>
              <a:t> </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0 </a:t>
            </a:r>
            <a:r>
              <a:rPr lang="en-US" altLang="zh-CN">
                <a:latin typeface="微软雅黑" panose="020B0503020204020204" pitchFamily="34" charset="-122"/>
                <a:ea typeface="微软雅黑" panose="020B0503020204020204" pitchFamily="34" charset="-122"/>
              </a:rPr>
              <a:t>⟺</a:t>
            </a:r>
            <a:r>
              <a:rPr lang="en-US" altLang="zh-CN">
                <a:ea typeface="宋体" panose="02010600030101010101" pitchFamily="2" charset="-122"/>
              </a:rPr>
              <a:t>  </a:t>
            </a:r>
            <a:r>
              <a:rPr lang="en-US" altLang="zh-CN" i="1">
                <a:solidFill>
                  <a:srgbClr val="00B050"/>
                </a:solidFill>
                <a:ea typeface="宋体" panose="02010600030101010101" pitchFamily="2" charset="-122"/>
              </a:rPr>
              <a:t>E</a:t>
            </a:r>
            <a:r>
              <a:rPr lang="en-US" altLang="zh-CN">
                <a:solidFill>
                  <a:srgbClr val="00B050"/>
                </a:solidFill>
                <a:ea typeface="宋体" panose="02010600030101010101" pitchFamily="2" charset="-122"/>
              </a:rPr>
              <a:t> &lt; 1</a:t>
            </a:r>
            <a:endParaRPr lang="en-US" altLang="zh-CN">
              <a:ea typeface="宋体" panose="02010600030101010101" pitchFamily="2" charset="-122"/>
            </a:endParaRPr>
          </a:p>
          <a:p>
            <a:pPr lvl="1"/>
            <a:r>
              <a:rPr lang="en-US" altLang="zh-CN">
                <a:ea typeface="宋体" panose="02010600030101010101" pitchFamily="2" charset="-122"/>
                <a:sym typeface="等线" panose="02010600030101010101" pitchFamily="2" charset="-122"/>
              </a:rPr>
              <a:t>Convergence threshold			</a:t>
            </a:r>
            <a:r>
              <a:rPr lang="en-US" altLang="zh-CN" i="1">
                <a:ea typeface="宋体" panose="02010600030101010101" pitchFamily="2" charset="-122"/>
                <a:sym typeface="等线" panose="02010600030101010101" pitchFamily="2" charset="-122"/>
              </a:rPr>
              <a:t>C</a:t>
            </a:r>
            <a:r>
              <a:rPr lang="en-US" altLang="zh-CN">
                <a:ea typeface="宋体" panose="02010600030101010101" pitchFamily="2" charset="-122"/>
                <a:sym typeface="等线" panose="02010600030101010101" pitchFamily="2" charset="-122"/>
              </a:rPr>
              <a:t> </a:t>
            </a:r>
          </a:p>
          <a:p>
            <a:pPr lvl="1"/>
            <a:r>
              <a:rPr lang="en-US" altLang="zh-CN">
                <a:ea typeface="宋体" panose="02010600030101010101" pitchFamily="2" charset="-122"/>
                <a:sym typeface="等线" panose="02010600030101010101" pitchFamily="2" charset="-122"/>
              </a:rPr>
              <a:t>OL periods needed for convergence	</a:t>
            </a:r>
            <a:r>
              <a:rPr lang="en-US" altLang="zh-CN" i="1">
                <a:ea typeface="宋体" panose="02010600030101010101" pitchFamily="2" charset="-122"/>
                <a:sym typeface="等线" panose="02010600030101010101" pitchFamily="2" charset="-122"/>
              </a:rPr>
              <a:t>E</a:t>
            </a:r>
            <a:r>
              <a:rPr lang="en-US" altLang="zh-CN" i="1" baseline="30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&lt; </a:t>
            </a:r>
            <a:r>
              <a:rPr lang="en-US" altLang="zh-CN" i="1">
                <a:ea typeface="宋体" panose="02010600030101010101" pitchFamily="2" charset="-122"/>
                <a:sym typeface="等线" panose="02010600030101010101" pitchFamily="2" charset="-122"/>
              </a:rPr>
              <a:t>C</a:t>
            </a:r>
            <a:r>
              <a:rPr lang="en-US" altLang="zh-CN">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&gt; log </a:t>
            </a:r>
            <a:r>
              <a:rPr lang="en-US" altLang="zh-CN" i="1" baseline="-25000">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C</a:t>
            </a:r>
            <a:r>
              <a:rPr lang="en-US" altLang="zh-CN">
                <a:ea typeface="宋体" panose="02010600030101010101" pitchFamily="2" charset="-122"/>
                <a:sym typeface="等线" panose="02010600030101010101" pitchFamily="2" charset="-122"/>
              </a:rPr>
              <a:t> </a:t>
            </a:r>
          </a:p>
          <a:p>
            <a:r>
              <a:rPr lang="en-US" altLang="zh-CN">
                <a:ea typeface="宋体" panose="02010600030101010101" pitchFamily="2" charset="-122"/>
                <a:sym typeface="等线" panose="02010600030101010101" pitchFamily="2" charset="-122"/>
              </a:rPr>
              <a:t>Practice</a:t>
            </a:r>
          </a:p>
          <a:p>
            <a:pPr lvl="1"/>
            <a:r>
              <a:rPr lang="en-US" altLang="zh-CN">
                <a:ea typeface="宋体" panose="02010600030101010101" pitchFamily="2" charset="-122"/>
                <a:sym typeface="等线" panose="02010600030101010101" pitchFamily="2" charset="-122"/>
              </a:rPr>
              <a:t>Given the RA error rate 10%, the PDD error rate 10%, the BI error rate 10%, and the convergence threshold 1%, how many OL periods can achieve convergence?</a:t>
            </a:r>
          </a:p>
          <a:p>
            <a:pPr lvl="2"/>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=33%;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=10.9%;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=3.6%;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4</a:t>
            </a:r>
            <a:r>
              <a:rPr lang="en-US" altLang="zh-CN">
                <a:ea typeface="宋体" panose="02010600030101010101" pitchFamily="2" charset="-122"/>
                <a:sym typeface="等线" panose="02010600030101010101" pitchFamily="2" charset="-122"/>
              </a:rPr>
              <a:t>=1.2%;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5</a:t>
            </a:r>
            <a:r>
              <a:rPr lang="en-US" altLang="zh-CN">
                <a:ea typeface="宋体" panose="02010600030101010101" pitchFamily="2" charset="-122"/>
                <a:sym typeface="等线" panose="02010600030101010101" pitchFamily="2" charset="-122"/>
              </a:rPr>
              <a:t>=0.4% &lt; 1%</a:t>
            </a:r>
            <a:endParaRPr lang="en-US" altLang="zh-CN">
              <a:ea typeface="宋体" panose="02010600030101010101" pitchFamily="2" charset="-122"/>
            </a:endParaRPr>
          </a:p>
          <a:p>
            <a:pPr lvl="1"/>
            <a:r>
              <a:rPr lang="en-US" altLang="zh-CN">
                <a:ea typeface="宋体" panose="02010600030101010101" pitchFamily="2" charset="-122"/>
                <a:sym typeface="等线" panose="02010600030101010101" pitchFamily="2" charset="-122"/>
              </a:rPr>
              <a:t>What if the RA error rate 15%, the PDD error rate 15%, and the BI error rate 15%?</a:t>
            </a:r>
          </a:p>
          <a:p>
            <a:pPr lvl="2"/>
            <a:r>
              <a:rPr lang="en-US" altLang="zh-CN">
                <a:ea typeface="宋体" panose="02010600030101010101" pitchFamily="2" charset="-122"/>
                <a:sym typeface="等线" panose="02010600030101010101" pitchFamily="2" charset="-122"/>
              </a:rPr>
              <a:t>E=52%;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=27.0%;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=14.1%;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4</a:t>
            </a:r>
            <a:r>
              <a:rPr lang="en-US" altLang="zh-CN">
                <a:ea typeface="宋体" panose="02010600030101010101" pitchFamily="2" charset="-122"/>
                <a:sym typeface="等线" panose="02010600030101010101" pitchFamily="2" charset="-122"/>
              </a:rPr>
              <a:t>=7.3%;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5</a:t>
            </a:r>
            <a:r>
              <a:rPr lang="en-US" altLang="zh-CN">
                <a:ea typeface="宋体" panose="02010600030101010101" pitchFamily="2" charset="-122"/>
                <a:sym typeface="等线" panose="02010600030101010101" pitchFamily="2" charset="-122"/>
              </a:rPr>
              <a:t>=3.8%;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6</a:t>
            </a:r>
            <a:r>
              <a:rPr lang="en-US" altLang="zh-CN">
                <a:ea typeface="宋体" panose="02010600030101010101" pitchFamily="2" charset="-122"/>
                <a:sym typeface="等线" panose="02010600030101010101" pitchFamily="2" charset="-122"/>
              </a:rPr>
              <a:t>=2.0%;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7</a:t>
            </a:r>
            <a:r>
              <a:rPr lang="en-US" altLang="zh-CN">
                <a:ea typeface="宋体" panose="02010600030101010101" pitchFamily="2" charset="-122"/>
                <a:sym typeface="等线" panose="02010600030101010101" pitchFamily="2" charset="-122"/>
              </a:rPr>
              <a:t>=1.0%;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8</a:t>
            </a:r>
            <a:r>
              <a:rPr lang="en-US" altLang="zh-CN">
                <a:ea typeface="宋体" panose="02010600030101010101" pitchFamily="2" charset="-122"/>
                <a:sym typeface="等线" panose="02010600030101010101" pitchFamily="2" charset="-122"/>
              </a:rPr>
              <a:t>=0.5% &lt;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linds(horizontal)">
                                      <p:cBhvr>
                                        <p:cTn id="7" dur="500"/>
                                        <p:tgtEl>
                                          <p:spTgt spid="3">
                                            <p:txEl>
                                              <p:pRg st="8" end="8"/>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0" end="10"/>
                                            </p:txEl>
                                          </p:spTgt>
                                        </p:tgtEl>
                                        <p:attrNameLst>
                                          <p:attrName>style.visibility</p:attrName>
                                        </p:attrNameLst>
                                      </p:cBhvr>
                                      <p:to>
                                        <p:strVal val="visible"/>
                                      </p:to>
                                    </p:set>
                                    <p:animEffect transition="in" filter="blinds(horizontal)">
                                      <p:cBhvr>
                                        <p:cTn id="1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ECE61208-E9B7-7B9D-F5D6-73C8658D8DB0}"/>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B3F88B6F-8713-CFEB-2361-B399FC16B68E}"/>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Practice</a:t>
            </a:r>
          </a:p>
          <a:p>
            <a:pPr lvl="1"/>
            <a:r>
              <a:rPr lang="en-US" altLang="zh-CN">
                <a:ea typeface="宋体" panose="02010600030101010101" pitchFamily="2" charset="-122"/>
                <a:sym typeface="等线" panose="02010600030101010101" pitchFamily="2" charset="-122"/>
              </a:rPr>
              <a:t>A director is confused by a tricky phenomenon: The company’s departments work rather effectively in her/his opinion, but the actual project duration needed to achieve 99.5% project objective is always about five times her/his imagined project duration (i.e. roughly the open-loop period), much slower than her/his expectation.</a:t>
            </a:r>
          </a:p>
          <a:p>
            <a:pPr lvl="1"/>
            <a:r>
              <a:rPr lang="en-US" altLang="zh-CN">
                <a:ea typeface="宋体" panose="02010600030101010101" pitchFamily="2" charset="-122"/>
                <a:sym typeface="等线" panose="02010600030101010101" pitchFamily="2" charset="-122"/>
              </a:rPr>
              <a:t>First, try to clarify confusion for the director. </a:t>
            </a:r>
          </a:p>
          <a:p>
            <a:pPr lvl="1"/>
            <a:r>
              <a:rPr lang="en-US" altLang="zh-CN">
                <a:ea typeface="宋体" panose="02010600030101010101" pitchFamily="2" charset="-122"/>
                <a:sym typeface="等线" panose="02010600030101010101" pitchFamily="2" charset="-122"/>
              </a:rPr>
              <a:t>Second, estimate the open-loop error rate of the company’s working system.</a:t>
            </a:r>
          </a:p>
          <a:p>
            <a:pPr lvl="2"/>
            <a:r>
              <a:rPr lang="en-US" altLang="zh-CN">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5</a:t>
            </a:r>
            <a:r>
              <a:rPr lang="en-US" altLang="zh-CN">
                <a:ea typeface="宋体" panose="02010600030101010101" pitchFamily="2" charset="-122"/>
                <a:sym typeface="等线" panose="02010600030101010101" pitchFamily="2" charset="-122"/>
              </a:rPr>
              <a:t> = 1-99.5% = 0.005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E = 0.005</a:t>
            </a:r>
            <a:r>
              <a:rPr lang="en-US" altLang="zh-CN" baseline="30000">
                <a:ea typeface="宋体" panose="02010600030101010101" pitchFamily="2" charset="-122"/>
                <a:sym typeface="等线" panose="02010600030101010101" pitchFamily="2" charset="-122"/>
              </a:rPr>
              <a:t>1/5</a:t>
            </a:r>
            <a:r>
              <a:rPr lang="en-US" altLang="zh-CN">
                <a:ea typeface="宋体" panose="02010600030101010101" pitchFamily="2" charset="-122"/>
                <a:sym typeface="等线" panose="02010600030101010101" pitchFamily="2" charset="-122"/>
              </a:rPr>
              <a:t> = 34.7%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6D926993-F869-0C24-7F4D-BA9B3FE980F4}"/>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57E5473D-4B64-A978-7C69-BF41BE0005F1}"/>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Closed-Loop Error Under Dynamic Requirements</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Requirements variation (RV) rate	</a:t>
            </a:r>
            <a:r>
              <a:rPr lang="en-US" altLang="zh-CN" i="1">
                <a:ea typeface="宋体" panose="02010600030101010101" pitchFamily="2" charset="-122"/>
                <a:sym typeface="等线" panose="02010600030101010101" pitchFamily="2" charset="-122"/>
              </a:rPr>
              <a:t>V</a:t>
            </a:r>
            <a:endParaRPr lang="en-US" altLang="zh-CN">
              <a:ea typeface="宋体" panose="02010600030101010101" pitchFamily="2" charset="-122"/>
              <a:sym typeface="等线" panose="02010600030101010101" pitchFamily="2" charset="-122"/>
            </a:endParaRPr>
          </a:p>
          <a:p>
            <a:pPr lvl="1"/>
            <a:r>
              <a:rPr lang="en-US" altLang="zh-CN">
                <a:ea typeface="宋体" panose="02010600030101010101" pitchFamily="2" charset="-122"/>
                <a:sym typeface="等线" panose="02010600030101010101" pitchFamily="2" charset="-122"/>
              </a:rPr>
              <a:t>Closed-loop (CL) error rate</a:t>
            </a:r>
          </a:p>
          <a:p>
            <a:pPr lvl="2"/>
            <a:r>
              <a:rPr lang="en-US" altLang="zh-CN">
                <a:ea typeface="宋体" panose="02010600030101010101" pitchFamily="2" charset="-122"/>
                <a:sym typeface="等线" panose="02010600030101010101" pitchFamily="2" charset="-122"/>
              </a:rPr>
              <a:t>1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(1st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endParaRPr lang="en-US" altLang="zh-CN">
              <a:ea typeface="宋体" panose="02010600030101010101" pitchFamily="2" charset="-122"/>
              <a:sym typeface="等线" panose="02010600030101010101" pitchFamily="2" charset="-122"/>
            </a:endParaRPr>
          </a:p>
          <a:p>
            <a:pPr lvl="2"/>
            <a:r>
              <a:rPr lang="en-US" altLang="zh-CN">
                <a:ea typeface="宋体" panose="02010600030101010101" pitchFamily="2" charset="-122"/>
                <a:sym typeface="等线" panose="02010600030101010101" pitchFamily="2" charset="-122"/>
              </a:rPr>
              <a:t>2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(2nd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a:t>
            </a:r>
          </a:p>
          <a:p>
            <a:pPr lvl="2"/>
            <a:r>
              <a:rPr lang="en-US" altLang="zh-CN">
                <a:ea typeface="宋体" panose="02010600030101010101" pitchFamily="2" charset="-122"/>
                <a:sym typeface="等线" panose="02010600030101010101" pitchFamily="2" charset="-122"/>
              </a:rPr>
              <a:t>3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(3rd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a:t>
            </a:r>
          </a:p>
          <a:p>
            <a:pPr lvl="2"/>
            <a:r>
              <a:rPr lang="en-US" altLang="zh-CN">
                <a:ea typeface="宋体" panose="02010600030101010101" pitchFamily="2" charset="-122"/>
                <a:sym typeface="等线" panose="02010600030101010101" pitchFamily="2" charset="-122"/>
              </a:rPr>
              <a:t>... ...</a:t>
            </a:r>
          </a:p>
          <a:p>
            <a:pPr lvl="2"/>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a:t>
            </a:r>
          </a:p>
          <a:p>
            <a:endParaRPr lang="en-US" altLang="zh-CN" i="1">
              <a:ea typeface="宋体" panose="02010600030101010101" pitchFamily="2" charset="-122"/>
              <a:sym typeface="等线" panose="02010600030101010101" pitchFamily="2" charset="-122"/>
            </a:endParaRPr>
          </a:p>
          <a:p>
            <a:endParaRPr lang="en-US" altLang="zh-CN" i="1">
              <a:ea typeface="宋体" panose="02010600030101010101" pitchFamily="2" charset="-122"/>
              <a:sym typeface="等线" panose="02010600030101010101" pitchFamily="2" charset="-122"/>
            </a:endParaRPr>
          </a:p>
          <a:p>
            <a:pPr lvl="1"/>
            <a:r>
              <a:rPr lang="en-US" altLang="zh-CN">
                <a:ea typeface="宋体" panose="02010600030101010101" pitchFamily="2" charset="-122"/>
                <a:sym typeface="等线" panose="02010600030101010101" pitchFamily="2" charset="-122"/>
              </a:rPr>
              <a:t>If </a:t>
            </a:r>
            <a:r>
              <a:rPr lang="en-US" altLang="zh-CN" i="1">
                <a:solidFill>
                  <a:srgbClr val="00B050"/>
                </a:solidFill>
                <a:ea typeface="宋体" panose="02010600030101010101" pitchFamily="2" charset="-122"/>
                <a:sym typeface="等线" panose="02010600030101010101" pitchFamily="2" charset="-122"/>
              </a:rPr>
              <a:t>E</a:t>
            </a:r>
            <a:r>
              <a:rPr lang="en-US" altLang="zh-CN">
                <a:solidFill>
                  <a:srgbClr val="00B050"/>
                </a:solidFill>
                <a:ea typeface="宋体" panose="02010600030101010101" pitchFamily="2" charset="-122"/>
                <a:sym typeface="等线" panose="02010600030101010101" pitchFamily="2" charset="-122"/>
              </a:rPr>
              <a:t> &lt; 1</a:t>
            </a:r>
            <a:r>
              <a:rPr lang="en-US" altLang="zh-CN">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rPr>
              <a:t>E</a:t>
            </a:r>
            <a:r>
              <a:rPr lang="en-US" altLang="zh-CN" i="1" baseline="30000">
                <a:ea typeface="宋体" panose="02010600030101010101" pitchFamily="2" charset="-122"/>
              </a:rPr>
              <a:t>n</a:t>
            </a:r>
            <a:r>
              <a:rPr lang="en-US" altLang="zh-CN">
                <a:ea typeface="宋体" panose="02010600030101010101" pitchFamily="2" charset="-122"/>
              </a:rPr>
              <a:t> </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 0</a:t>
            </a:r>
            <a:r>
              <a:rPr lang="en-US" altLang="zh-CN">
                <a:ea typeface="宋体" panose="02010600030101010101" pitchFamily="2" charset="-122"/>
                <a:sym typeface="等线" panose="02010600030101010101" pitchFamily="2" charset="-122"/>
              </a:rPr>
              <a:t> and as n </a:t>
            </a:r>
            <a:r>
              <a:rPr lang="en-US" altLang="zh-CN">
                <a:latin typeface="Arial" panose="020B0604020202020204" pitchFamily="34" charset="0"/>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p>
          <a:p>
            <a:pPr lvl="2"/>
            <a:r>
              <a:rPr lang="en-US" altLang="zh-CN">
                <a:solidFill>
                  <a:srgbClr val="FF0000"/>
                </a:solidFill>
                <a:ea typeface="宋体" panose="02010600030101010101" pitchFamily="2" charset="-122"/>
                <a:sym typeface="等线" panose="02010600030101010101" pitchFamily="2" charset="-122"/>
              </a:rPr>
              <a:t>Static error rate</a:t>
            </a:r>
            <a:r>
              <a:rPr lang="en-US" altLang="zh-CN">
                <a:ea typeface="宋体" panose="02010600030101010101" pitchFamily="2" charset="-122"/>
                <a:sym typeface="等线" panose="02010600030101010101" pitchFamily="2" charset="-122"/>
              </a:rPr>
              <a:t> remains</a:t>
            </a:r>
          </a:p>
        </p:txBody>
      </p:sp>
      <p:sp>
        <p:nvSpPr>
          <p:cNvPr id="4" name="文本框 3">
            <a:extLst>
              <a:ext uri="{FF2B5EF4-FFF2-40B4-BE49-F238E27FC236}">
                <a16:creationId xmlns:a16="http://schemas.microsoft.com/office/drawing/2014/main" id="{A2DB9A46-6490-3598-C876-3A7A7A77D240}"/>
              </a:ext>
            </a:extLst>
          </p:cNvPr>
          <p:cNvSpPr txBox="1">
            <a:spLocks noRot="1" noChangeAspect="1" noMove="1" noResize="1" noEditPoints="1" noAdjustHandles="1" noChangeArrowheads="1" noChangeShapeType="1" noTextEdit="1"/>
          </p:cNvSpPr>
          <p:nvPr/>
        </p:nvSpPr>
        <p:spPr>
          <a:xfrm>
            <a:off x="6336601" y="4918646"/>
            <a:ext cx="4373880" cy="777240"/>
          </a:xfrm>
          <a:prstGeom prst="rect">
            <a:avLst/>
          </a:prstGeom>
          <a:blipFill rotWithShape="0">
            <a:blip r:embed="rId3"/>
            <a:stretch>
              <a:fillRect l="-13" t="-73" r="13" b="73"/>
            </a:stretch>
          </a:blipFill>
        </p:spPr>
        <p:txBody>
          <a:bodyPr/>
          <a:lstStyle/>
          <a:p>
            <a:r>
              <a:rPr lang="zh-CN" altLang="en-US">
                <a:noFill/>
              </a:rPr>
              <a:t> </a:t>
            </a:r>
          </a:p>
        </p:txBody>
      </p:sp>
      <p:sp>
        <p:nvSpPr>
          <p:cNvPr id="5" name="文本框 4">
            <a:extLst>
              <a:ext uri="{FF2B5EF4-FFF2-40B4-BE49-F238E27FC236}">
                <a16:creationId xmlns:a16="http://schemas.microsoft.com/office/drawing/2014/main" id="{8C3D9D9E-70AC-3919-C1FD-033A5859F08C}"/>
              </a:ext>
            </a:extLst>
          </p:cNvPr>
          <p:cNvSpPr txBox="1">
            <a:spLocks noRot="1" noChangeAspect="1" noMove="1" noResize="1" noEditPoints="1" noAdjustHandles="1" noChangeArrowheads="1" noChangeShapeType="1" noTextEdit="1"/>
          </p:cNvSpPr>
          <p:nvPr/>
        </p:nvSpPr>
        <p:spPr>
          <a:xfrm>
            <a:off x="6336601" y="5849556"/>
            <a:ext cx="1865630" cy="777240"/>
          </a:xfrm>
          <a:prstGeom prst="rect">
            <a:avLst/>
          </a:prstGeom>
          <a:blipFill rotWithShape="0">
            <a:blip r:embed="rId4"/>
            <a:stretch>
              <a:fillRect l="-31" t="-73" r="31" b="73"/>
            </a:stretch>
          </a:blipFill>
        </p:spPr>
        <p:txBody>
          <a:bodyPr/>
          <a:lstStyle/>
          <a:p>
            <a:r>
              <a:rPr lang="zh-CN" altLang="en-US">
                <a:noFill/>
              </a:rPr>
              <a:t> </a:t>
            </a:r>
          </a:p>
        </p:txBody>
      </p:sp>
      <p:sp>
        <p:nvSpPr>
          <p:cNvPr id="8" name="矩形 7">
            <a:extLst>
              <a:ext uri="{FF2B5EF4-FFF2-40B4-BE49-F238E27FC236}">
                <a16:creationId xmlns:a16="http://schemas.microsoft.com/office/drawing/2014/main" id="{A668DFFA-E5EB-771D-F97E-CEFA34DAE2BA}"/>
              </a:ext>
            </a:extLst>
          </p:cNvPr>
          <p:cNvSpPr/>
          <p:nvPr/>
        </p:nvSpPr>
        <p:spPr>
          <a:xfrm>
            <a:off x="6221413" y="5759450"/>
            <a:ext cx="2146300" cy="1020763"/>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blinds(horizontal)">
                                      <p:cBhvr>
                                        <p:cTn id="12" dur="500"/>
                                        <p:tgtEl>
                                          <p:spTgt spid="3">
                                            <p:txEl>
                                              <p:pRg st="11" end="1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Effect transition="in" filter="blinds(horizontal)">
                                      <p:cBhvr>
                                        <p:cTn id="15" dur="500"/>
                                        <p:tgtEl>
                                          <p:spTgt spid="3">
                                            <p:txEl>
                                              <p:pRg st="12" end="1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par>
                          <p:cTn id="19" fill="hold" nodeType="afterGroup">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p:bldP spid="5" grpId="0" animBg="1"/>
      <p:bldP spid="5" grpId="1"/>
      <p:bldP spid="8" grpId="0" bldLvl="0" animBg="1"/>
      <p:bldP spid="8"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BDB85216-5324-A147-420E-F75CCEBF5BB1}"/>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3" name="Content Placeholder 2">
            <a:extLst>
              <a:ext uri="{FF2B5EF4-FFF2-40B4-BE49-F238E27FC236}">
                <a16:creationId xmlns:a16="http://schemas.microsoft.com/office/drawing/2014/main" id="{68768319-9702-E689-71B8-926B2A1FACD8}"/>
              </a:ext>
            </a:extLst>
          </p:cNvPr>
          <p:cNvSpPr>
            <a:spLocks noGrp="1" noChangeArrowheads="1"/>
          </p:cNvSpPr>
          <p:nvPr>
            <p:ph idx="1"/>
          </p:nvPr>
        </p:nvSpPr>
        <p:spPr>
          <a:xfrm>
            <a:off x="838200" y="1495425"/>
            <a:ext cx="11260138" cy="5302250"/>
          </a:xfrm>
        </p:spPr>
        <p:txBody>
          <a:bodyPr/>
          <a:lstStyle/>
          <a:p>
            <a:r>
              <a:rPr lang="en-US" altLang="zh-CN">
                <a:ea typeface="宋体" panose="02010600030101010101" pitchFamily="2" charset="-122"/>
                <a:sym typeface="等线" panose="02010600030101010101" pitchFamily="2" charset="-122"/>
              </a:rPr>
              <a:t>Closed-Loop Error Under Dynamic Requirements</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Requirements variation (RV) rate	</a:t>
            </a:r>
            <a:r>
              <a:rPr lang="en-US" altLang="zh-CN" i="1">
                <a:ea typeface="宋体" panose="02010600030101010101" pitchFamily="2" charset="-122"/>
                <a:sym typeface="等线" panose="02010600030101010101" pitchFamily="2" charset="-122"/>
              </a:rPr>
              <a:t>V</a:t>
            </a:r>
            <a:endParaRPr lang="en-US" altLang="zh-CN">
              <a:ea typeface="宋体" panose="02010600030101010101" pitchFamily="2" charset="-122"/>
              <a:sym typeface="等线" panose="02010600030101010101" pitchFamily="2" charset="-122"/>
            </a:endParaRPr>
          </a:p>
          <a:p>
            <a:pPr lvl="1"/>
            <a:r>
              <a:rPr lang="en-US" altLang="zh-CN">
                <a:ea typeface="宋体" panose="02010600030101010101" pitchFamily="2" charset="-122"/>
                <a:sym typeface="等线" panose="02010600030101010101" pitchFamily="2" charset="-122"/>
              </a:rPr>
              <a:t>Closed-loop (CL) error rate</a:t>
            </a:r>
          </a:p>
          <a:p>
            <a:pPr lvl="2"/>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a:t>
            </a:r>
            <a:endParaRPr lang="en-US" altLang="zh-CN" i="1">
              <a:ea typeface="宋体" panose="02010600030101010101" pitchFamily="2" charset="-122"/>
              <a:sym typeface="等线" panose="02010600030101010101" pitchFamily="2" charset="-122"/>
            </a:endParaRPr>
          </a:p>
          <a:p>
            <a:pPr lvl="1"/>
            <a:r>
              <a:rPr lang="en-US" altLang="zh-CN">
                <a:ea typeface="宋体" panose="02010600030101010101" pitchFamily="2" charset="-122"/>
                <a:sym typeface="等线" panose="02010600030101010101" pitchFamily="2" charset="-122"/>
              </a:rPr>
              <a:t>If </a:t>
            </a:r>
            <a:r>
              <a:rPr lang="en-US" altLang="zh-CN" i="1">
                <a:solidFill>
                  <a:srgbClr val="00B050"/>
                </a:solidFill>
                <a:ea typeface="宋体" panose="02010600030101010101" pitchFamily="2" charset="-122"/>
                <a:sym typeface="等线" panose="02010600030101010101" pitchFamily="2" charset="-122"/>
              </a:rPr>
              <a:t>E</a:t>
            </a:r>
            <a:r>
              <a:rPr lang="en-US" altLang="zh-CN">
                <a:solidFill>
                  <a:srgbClr val="00B050"/>
                </a:solidFill>
                <a:ea typeface="宋体" panose="02010600030101010101" pitchFamily="2" charset="-122"/>
                <a:sym typeface="等线" panose="02010600030101010101" pitchFamily="2" charset="-122"/>
              </a:rPr>
              <a:t> &lt; 1</a:t>
            </a:r>
            <a:r>
              <a:rPr lang="en-US" altLang="zh-CN">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i="1" baseline="30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a:latin typeface="Arial" panose="020B0604020202020204" pitchFamily="34" charset="0"/>
                <a:ea typeface="宋体" panose="02010600030101010101" pitchFamily="2" charset="-122"/>
                <a:sym typeface="等线" panose="02010600030101010101" pitchFamily="2" charset="-122"/>
              </a:rPr>
              <a:t>→</a:t>
            </a:r>
            <a:r>
              <a:rPr lang="en-US" altLang="zh-CN">
                <a:ea typeface="宋体" panose="02010600030101010101" pitchFamily="2" charset="-122"/>
                <a:sym typeface="等线" panose="02010600030101010101" pitchFamily="2" charset="-122"/>
              </a:rPr>
              <a:t> 0 and as n </a:t>
            </a:r>
            <a:r>
              <a:rPr lang="en-US" altLang="zh-CN">
                <a:latin typeface="Arial" panose="020B0604020202020204" pitchFamily="34" charset="0"/>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p>
          <a:p>
            <a:pPr lvl="2"/>
            <a:r>
              <a:rPr lang="en-US" altLang="zh-CN">
                <a:solidFill>
                  <a:srgbClr val="FF0000"/>
                </a:solidFill>
                <a:ea typeface="宋体" panose="02010600030101010101" pitchFamily="2" charset="-122"/>
                <a:sym typeface="等线" panose="02010600030101010101" pitchFamily="2" charset="-122"/>
              </a:rPr>
              <a:t>Static error rate</a:t>
            </a:r>
            <a:r>
              <a:rPr lang="en-US" altLang="zh-CN">
                <a:ea typeface="宋体" panose="02010600030101010101" pitchFamily="2" charset="-122"/>
                <a:sym typeface="等线" panose="02010600030101010101" pitchFamily="2" charset="-122"/>
              </a:rPr>
              <a:t> remains</a:t>
            </a:r>
          </a:p>
          <a:p>
            <a:r>
              <a:rPr lang="en-US" altLang="zh-CN">
                <a:ea typeface="宋体" panose="02010600030101010101" pitchFamily="2" charset="-122"/>
                <a:sym typeface="等线" panose="02010600030101010101" pitchFamily="2" charset="-122"/>
              </a:rPr>
              <a:t>Practice</a:t>
            </a:r>
          </a:p>
          <a:p>
            <a:pPr lvl="1"/>
            <a:r>
              <a:rPr lang="en-US" altLang="zh-CN">
                <a:ea typeface="宋体" panose="02010600030101010101" pitchFamily="2" charset="-122"/>
              </a:rPr>
              <a:t>Given the OL error rate 50% and the requirements variation rate 20%, what is the CL static error rate? Suppose no more RV since certain OL period </a:t>
            </a:r>
            <a:r>
              <a:rPr lang="en-US" altLang="zh-CN">
                <a:ea typeface="宋体" panose="02010600030101010101" pitchFamily="2" charset="-122"/>
                <a:sym typeface="等线" panose="02010600030101010101" pitchFamily="2" charset="-122"/>
              </a:rPr>
              <a:t>and the convergence threshold 1%, what is the extra project duration to achieve convergence?</a:t>
            </a:r>
          </a:p>
          <a:p>
            <a:pPr lvl="2"/>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baseline="-25000">
                <a:ea typeface="宋体" panose="02010600030101010101" pitchFamily="2" charset="-122"/>
                <a:sym typeface="等线" panose="02010600030101010101" pitchFamily="2" charset="-122"/>
              </a:rPr>
              <a:t> </a:t>
            </a:r>
            <a:r>
              <a:rPr lang="en-US" altLang="zh-CN" baseline="-25000">
                <a:latin typeface="Arial" panose="020B0604020202020204" pitchFamily="34" charset="0"/>
                <a:ea typeface="宋体" panose="02010600030101010101" pitchFamily="2" charset="-122"/>
                <a:sym typeface="等线" panose="02010600030101010101" pitchFamily="2" charset="-122"/>
              </a:rPr>
              <a:t>→ </a:t>
            </a:r>
            <a:r>
              <a:rPr lang="en-US" altLang="zh-CN" baseline="-25000">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a:latin typeface="Arial" panose="020B0604020202020204" pitchFamily="34" charset="0"/>
                <a:ea typeface="宋体" panose="02010600030101010101" pitchFamily="2" charset="-122"/>
                <a:sym typeface="等线" panose="02010600030101010101" pitchFamily="2" charset="-122"/>
              </a:rPr>
              <a:t>= </a:t>
            </a:r>
            <a:r>
              <a:rPr lang="en-US" altLang="zh-CN">
                <a:ea typeface="宋体" panose="02010600030101010101" pitchFamily="2" charset="-122"/>
                <a:sym typeface="等线" panose="02010600030101010101" pitchFamily="2" charset="-122"/>
              </a:rPr>
              <a:t>0.5 x 0.2/(1-0.5) = </a:t>
            </a:r>
            <a:r>
              <a:rPr lang="en-US" altLang="zh-CN">
                <a:solidFill>
                  <a:srgbClr val="FF0000"/>
                </a:solidFill>
                <a:ea typeface="宋体" panose="02010600030101010101" pitchFamily="2" charset="-122"/>
                <a:sym typeface="等线" panose="02010600030101010101" pitchFamily="2" charset="-122"/>
              </a:rPr>
              <a:t>20%</a:t>
            </a:r>
            <a:endParaRPr lang="en-US" altLang="zh-CN">
              <a:ea typeface="宋体" panose="02010600030101010101" pitchFamily="2" charset="-122"/>
              <a:sym typeface="等线" panose="02010600030101010101" pitchFamily="2" charset="-122"/>
            </a:endParaRPr>
          </a:p>
          <a:p>
            <a:pPr lvl="2"/>
            <a:r>
              <a:rPr lang="en-US" altLang="zh-CN" i="1">
                <a:ea typeface="宋体" panose="02010600030101010101" pitchFamily="2" charset="-122"/>
                <a:sym typeface="等线" panose="02010600030101010101" pitchFamily="2" charset="-122"/>
              </a:rPr>
              <a:t>E</a:t>
            </a:r>
            <a:r>
              <a:rPr lang="en-US" altLang="zh-CN" baseline="-25000">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0.2 x 0.5 = 10%; </a:t>
            </a:r>
            <a:r>
              <a:rPr lang="en-US" altLang="zh-CN" i="1">
                <a:ea typeface="宋体" panose="02010600030101010101" pitchFamily="2" charset="-122"/>
                <a:sym typeface="等线" panose="02010600030101010101" pitchFamily="2" charset="-122"/>
              </a:rPr>
              <a:t>E</a:t>
            </a:r>
            <a:r>
              <a:rPr lang="en-US" altLang="zh-CN" baseline="-25000">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5%; </a:t>
            </a:r>
            <a:r>
              <a:rPr lang="en-US" altLang="zh-CN" i="1">
                <a:ea typeface="宋体" panose="02010600030101010101" pitchFamily="2" charset="-122"/>
                <a:sym typeface="等线" panose="02010600030101010101" pitchFamily="2" charset="-122"/>
              </a:rPr>
              <a:t>E</a:t>
            </a:r>
            <a:r>
              <a:rPr lang="en-US" altLang="zh-CN" baseline="-25000">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 2.5%; </a:t>
            </a:r>
            <a:r>
              <a:rPr lang="en-US" altLang="zh-CN" i="1">
                <a:ea typeface="宋体" panose="02010600030101010101" pitchFamily="2" charset="-122"/>
                <a:sym typeface="等线" panose="02010600030101010101" pitchFamily="2" charset="-122"/>
              </a:rPr>
              <a:t>E</a:t>
            </a:r>
            <a:r>
              <a:rPr lang="en-US" altLang="zh-CN" baseline="-25000">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30000">
                <a:ea typeface="宋体" panose="02010600030101010101" pitchFamily="2" charset="-122"/>
                <a:sym typeface="等线" panose="02010600030101010101" pitchFamily="2" charset="-122"/>
              </a:rPr>
              <a:t>4</a:t>
            </a:r>
            <a:r>
              <a:rPr lang="en-US" altLang="zh-CN">
                <a:ea typeface="宋体" panose="02010600030101010101" pitchFamily="2" charset="-122"/>
                <a:sym typeface="等线" panose="02010600030101010101" pitchFamily="2" charset="-122"/>
              </a:rPr>
              <a:t> = 1.3%; </a:t>
            </a:r>
            <a:r>
              <a:rPr lang="en-US" altLang="zh-CN" i="1">
                <a:solidFill>
                  <a:srgbClr val="00B050"/>
                </a:solidFill>
                <a:ea typeface="宋体" panose="02010600030101010101" pitchFamily="2" charset="-122"/>
                <a:sym typeface="等线" panose="02010600030101010101" pitchFamily="2" charset="-122"/>
              </a:rPr>
              <a:t>E</a:t>
            </a:r>
            <a:r>
              <a:rPr lang="en-US" altLang="zh-CN" baseline="-25000">
                <a:solidFill>
                  <a:srgbClr val="00B050"/>
                </a:solidFill>
                <a:latin typeface="微软雅黑" panose="020B0503020204020204" pitchFamily="34" charset="-122"/>
                <a:ea typeface="微软雅黑" panose="020B0503020204020204" pitchFamily="34" charset="-122"/>
                <a:sym typeface="等线" panose="02010600030101010101" pitchFamily="2" charset="-122"/>
              </a:rPr>
              <a:t>∞</a:t>
            </a:r>
            <a:r>
              <a:rPr lang="en-US" altLang="zh-CN">
                <a:solidFill>
                  <a:srgbClr val="00B050"/>
                </a:solidFill>
                <a:ea typeface="宋体" panose="02010600030101010101" pitchFamily="2" charset="-122"/>
                <a:sym typeface="等线" panose="02010600030101010101" pitchFamily="2" charset="-122"/>
              </a:rPr>
              <a:t> </a:t>
            </a:r>
            <a:r>
              <a:rPr lang="en-US" altLang="zh-CN" i="1">
                <a:solidFill>
                  <a:srgbClr val="00B050"/>
                </a:solidFill>
                <a:ea typeface="宋体" panose="02010600030101010101" pitchFamily="2" charset="-122"/>
                <a:sym typeface="等线" panose="02010600030101010101" pitchFamily="2" charset="-122"/>
              </a:rPr>
              <a:t>E</a:t>
            </a:r>
            <a:r>
              <a:rPr lang="en-US" altLang="zh-CN" baseline="30000">
                <a:solidFill>
                  <a:srgbClr val="00B050"/>
                </a:solidFill>
                <a:ea typeface="宋体" panose="02010600030101010101" pitchFamily="2" charset="-122"/>
                <a:sym typeface="等线" panose="02010600030101010101" pitchFamily="2" charset="-122"/>
              </a:rPr>
              <a:t>5</a:t>
            </a:r>
            <a:r>
              <a:rPr lang="en-US" altLang="zh-CN">
                <a:solidFill>
                  <a:srgbClr val="00B050"/>
                </a:solidFill>
                <a:ea typeface="宋体" panose="02010600030101010101" pitchFamily="2" charset="-122"/>
                <a:sym typeface="等线" panose="02010600030101010101" pitchFamily="2" charset="-122"/>
              </a:rPr>
              <a:t> = 0.6% &lt; 1%</a:t>
            </a:r>
            <a:r>
              <a:rPr lang="en-US" altLang="zh-CN">
                <a:ea typeface="宋体" panose="02010600030101010101" pitchFamily="2" charset="-122"/>
                <a:sym typeface="等线" panose="02010600030101010101" pitchFamily="2" charset="-122"/>
              </a:rPr>
              <a:t>							Extra project duration = Five OL periods</a:t>
            </a:r>
          </a:p>
        </p:txBody>
      </p:sp>
      <p:sp>
        <p:nvSpPr>
          <p:cNvPr id="4" name="文本框 3">
            <a:extLst>
              <a:ext uri="{FF2B5EF4-FFF2-40B4-BE49-F238E27FC236}">
                <a16:creationId xmlns:a16="http://schemas.microsoft.com/office/drawing/2014/main" id="{F0816314-A1BB-2B2F-0A9F-BEA084939F0D}"/>
              </a:ext>
            </a:extLst>
          </p:cNvPr>
          <p:cNvSpPr txBox="1">
            <a:spLocks noRot="1" noChangeAspect="1" noMove="1" noResize="1" noEditPoints="1" noAdjustHandles="1" noChangeArrowheads="1" noChangeShapeType="1" noTextEdit="1"/>
          </p:cNvSpPr>
          <p:nvPr/>
        </p:nvSpPr>
        <p:spPr>
          <a:xfrm>
            <a:off x="6336601" y="3451796"/>
            <a:ext cx="5761355" cy="777240"/>
          </a:xfrm>
          <a:prstGeom prst="rect">
            <a:avLst/>
          </a:prstGeom>
          <a:blipFill rotWithShape="0">
            <a:blip r:embed="rId3"/>
            <a:stretch>
              <a:fillRect l="-10" t="-73" r="10" b="73"/>
            </a:stretch>
          </a:blipFill>
        </p:spPr>
        <p:txBody>
          <a:bodyPr/>
          <a:lstStyle/>
          <a:p>
            <a:r>
              <a:rPr lang="zh-CN" altLang="en-US">
                <a:noFill/>
              </a:rPr>
              <a:t> </a:t>
            </a:r>
          </a:p>
        </p:txBody>
      </p:sp>
      <p:sp>
        <p:nvSpPr>
          <p:cNvPr id="8" name="矩形 7">
            <a:extLst>
              <a:ext uri="{FF2B5EF4-FFF2-40B4-BE49-F238E27FC236}">
                <a16:creationId xmlns:a16="http://schemas.microsoft.com/office/drawing/2014/main" id="{D4A3833E-8E02-BA2D-B8DB-100867FF6EF8}"/>
              </a:ext>
            </a:extLst>
          </p:cNvPr>
          <p:cNvSpPr/>
          <p:nvPr/>
        </p:nvSpPr>
        <p:spPr>
          <a:xfrm>
            <a:off x="11058525" y="3330575"/>
            <a:ext cx="1039813" cy="1020763"/>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blinds(horizontal)">
                                      <p:cBhvr>
                                        <p:cTn id="7" dur="500"/>
                                        <p:tgtEl>
                                          <p:spTgt spid="3">
                                            <p:txEl>
                                              <p:pRg st="9" end="9"/>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0" end="10"/>
                                            </p:txEl>
                                          </p:spTgt>
                                        </p:tgtEl>
                                        <p:attrNameLst>
                                          <p:attrName>style.visibility</p:attrName>
                                        </p:attrNameLst>
                                      </p:cBhvr>
                                      <p:to>
                                        <p:strVal val="visible"/>
                                      </p:to>
                                    </p:set>
                                    <p:animEffect transition="in" filter="blinds(horizontal)">
                                      <p:cBhvr>
                                        <p:cTn id="1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8" grpId="0" bldLvl="0" animBg="1"/>
      <p:bldP spid="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5C7E1835-9FDD-1DD8-217F-5F24A817F5D9}"/>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54274" name="Content Placeholder 2">
            <a:extLst>
              <a:ext uri="{FF2B5EF4-FFF2-40B4-BE49-F238E27FC236}">
                <a16:creationId xmlns:a16="http://schemas.microsoft.com/office/drawing/2014/main" id="{16DE99AE-A0C3-6E37-9CD5-E61AC1B5B264}"/>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Closed-Loop Error Under Dynamic Requirements</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Requirements variation (RV) rate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a:t>
            </a:r>
            <a:r>
              <a:rPr lang="en-US" altLang="zh-CN" baseline="30000">
                <a:ea typeface="宋体" panose="02010600030101010101" pitchFamily="2" charset="-122"/>
                <a:sym typeface="等线" panose="02010600030101010101" pitchFamily="2" charset="-122"/>
              </a:rPr>
              <a:t>4</a:t>
            </a:r>
            <a:r>
              <a:rPr lang="en-US" altLang="zh-CN">
                <a:ea typeface="宋体" panose="02010600030101010101" pitchFamily="2" charset="-122"/>
                <a:sym typeface="等线" panose="02010600030101010101" pitchFamily="2" charset="-122"/>
              </a:rPr>
              <a:t>, ...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 &lt; 1)</a:t>
            </a:r>
          </a:p>
          <a:p>
            <a:pPr lvl="1"/>
            <a:r>
              <a:rPr lang="en-US" altLang="zh-CN">
                <a:ea typeface="宋体" panose="02010600030101010101" pitchFamily="2" charset="-122"/>
                <a:sym typeface="等线" panose="02010600030101010101" pitchFamily="2" charset="-122"/>
              </a:rPr>
              <a:t>Closed-loop (CL) error rate</a:t>
            </a:r>
          </a:p>
          <a:p>
            <a:pPr lvl="2"/>
            <a:r>
              <a:rPr lang="en-US" altLang="zh-CN">
                <a:ea typeface="宋体" panose="02010600030101010101" pitchFamily="2" charset="-122"/>
                <a:sym typeface="等线" panose="02010600030101010101" pitchFamily="2" charset="-122"/>
              </a:rPr>
              <a:t>1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(1st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endParaRPr lang="en-US" altLang="zh-CN">
              <a:ea typeface="宋体" panose="02010600030101010101" pitchFamily="2" charset="-122"/>
              <a:sym typeface="等线" panose="02010600030101010101" pitchFamily="2" charset="-122"/>
            </a:endParaRPr>
          </a:p>
          <a:p>
            <a:pPr lvl="2"/>
            <a:r>
              <a:rPr lang="en-US" altLang="zh-CN">
                <a:ea typeface="宋体" panose="02010600030101010101" pitchFamily="2" charset="-122"/>
                <a:sym typeface="等线" panose="02010600030101010101" pitchFamily="2" charset="-122"/>
              </a:rPr>
              <a:t>2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(2nd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a:t>
            </a:r>
          </a:p>
          <a:p>
            <a:pPr lvl="2"/>
            <a:r>
              <a:rPr lang="en-US" altLang="zh-CN">
                <a:ea typeface="宋体" panose="02010600030101010101" pitchFamily="2" charset="-122"/>
                <a:sym typeface="等线" panose="02010600030101010101" pitchFamily="2" charset="-122"/>
              </a:rPr>
              <a:t>3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(3rd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a:t>
            </a:r>
          </a:p>
          <a:p>
            <a:pPr lvl="2"/>
            <a:r>
              <a:rPr lang="en-US" altLang="zh-CN">
                <a:ea typeface="宋体" panose="02010600030101010101" pitchFamily="2" charset="-122"/>
                <a:sym typeface="等线" panose="02010600030101010101" pitchFamily="2" charset="-122"/>
              </a:rPr>
              <a:t>... ...</a:t>
            </a:r>
          </a:p>
          <a:p>
            <a:pPr lvl="2"/>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i="1" baseline="30000">
                <a:ea typeface="宋体" panose="02010600030101010101" pitchFamily="2" charset="-122"/>
                <a:sym typeface="等线" panose="02010600030101010101" pitchFamily="2" charset="-122"/>
              </a:rPr>
              <a:t>n</a:t>
            </a:r>
            <a:r>
              <a:rPr lang="en-US" altLang="zh-CN" baseline="30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a:t>
            </a:r>
          </a:p>
          <a:p>
            <a:endParaRPr lang="en-US" altLang="zh-CN" i="1">
              <a:ea typeface="宋体" panose="02010600030101010101" pitchFamily="2" charset="-122"/>
              <a:sym typeface="等线" panose="02010600030101010101" pitchFamily="2" charset="-122"/>
            </a:endParaRPr>
          </a:p>
          <a:p>
            <a:endParaRPr lang="en-US" altLang="zh-CN" i="1">
              <a:ea typeface="宋体" panose="02010600030101010101" pitchFamily="2" charset="-122"/>
              <a:sym typeface="等线" panose="02010600030101010101" pitchFamily="2" charset="-122"/>
            </a:endParaRPr>
          </a:p>
          <a:p>
            <a:pPr lvl="1"/>
            <a:endParaRPr lang="en-US" altLang="zh-CN">
              <a:ea typeface="宋体" panose="02010600030101010101" pitchFamily="2" charset="-122"/>
              <a:sym typeface="等线" panose="02010600030101010101" pitchFamily="2" charset="-122"/>
            </a:endParaRPr>
          </a:p>
          <a:p>
            <a:pPr lvl="1"/>
            <a:r>
              <a:rPr lang="en-US" altLang="zh-CN">
                <a:ea typeface="宋体" panose="02010600030101010101" pitchFamily="2" charset="-122"/>
                <a:sym typeface="等线" panose="02010600030101010101" pitchFamily="2" charset="-122"/>
              </a:rPr>
              <a:t>If </a:t>
            </a:r>
            <a:r>
              <a:rPr lang="en-US" altLang="zh-CN" i="1">
                <a:solidFill>
                  <a:srgbClr val="00B050"/>
                </a:solidFill>
                <a:ea typeface="宋体" panose="02010600030101010101" pitchFamily="2" charset="-122"/>
                <a:sym typeface="等线" panose="02010600030101010101" pitchFamily="2" charset="-122"/>
              </a:rPr>
              <a:t>E</a:t>
            </a:r>
            <a:r>
              <a:rPr lang="en-US" altLang="zh-CN">
                <a:solidFill>
                  <a:srgbClr val="00B050"/>
                </a:solidFill>
                <a:ea typeface="宋体" panose="02010600030101010101" pitchFamily="2" charset="-122"/>
                <a:sym typeface="等线" panose="02010600030101010101" pitchFamily="2" charset="-122"/>
              </a:rPr>
              <a:t> &lt; 1 </a:t>
            </a:r>
            <a:r>
              <a:rPr lang="en-US" altLang="zh-CN">
                <a:ea typeface="宋体" panose="02010600030101010101" pitchFamily="2" charset="-122"/>
                <a:sym typeface="等线" panose="02010600030101010101" pitchFamily="2" charset="-122"/>
              </a:rPr>
              <a:t>and as n </a:t>
            </a:r>
            <a:r>
              <a:rPr lang="en-US" altLang="zh-CN">
                <a:latin typeface="Arial" panose="020B0604020202020204" pitchFamily="34" charset="0"/>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p>
        </p:txBody>
      </p:sp>
      <p:sp>
        <p:nvSpPr>
          <p:cNvPr id="4" name="文本框 3">
            <a:extLst>
              <a:ext uri="{FF2B5EF4-FFF2-40B4-BE49-F238E27FC236}">
                <a16:creationId xmlns:a16="http://schemas.microsoft.com/office/drawing/2014/main" id="{D3CDF855-F08F-5CA1-4474-6D6F66A1A7B4}"/>
              </a:ext>
            </a:extLst>
          </p:cNvPr>
          <p:cNvSpPr txBox="1">
            <a:spLocks noRot="1" noChangeAspect="1" noMove="1" noResize="1" noEditPoints="1" noAdjustHandles="1" noChangeArrowheads="1" noChangeShapeType="1" noTextEdit="1"/>
          </p:cNvSpPr>
          <p:nvPr/>
        </p:nvSpPr>
        <p:spPr>
          <a:xfrm>
            <a:off x="1920811" y="4959921"/>
            <a:ext cx="9486265" cy="1157605"/>
          </a:xfrm>
          <a:prstGeom prst="rect">
            <a:avLst/>
          </a:prstGeom>
          <a:blipFill rotWithShape="0">
            <a:blip r:embed="rId3"/>
            <a:stretch>
              <a:fillRect l="-6" t="-49" r="6" b="49"/>
            </a:stretch>
          </a:blipFill>
        </p:spPr>
        <p:txBody>
          <a:bodyPr/>
          <a:lstStyle/>
          <a:p>
            <a:r>
              <a:rPr lang="zh-CN" altLang="en-US">
                <a:noFill/>
              </a:rPr>
              <a:t> </a:t>
            </a:r>
          </a:p>
        </p:txBody>
      </p:sp>
      <p:sp>
        <p:nvSpPr>
          <p:cNvPr id="5" name="文本框 4">
            <a:extLst>
              <a:ext uri="{FF2B5EF4-FFF2-40B4-BE49-F238E27FC236}">
                <a16:creationId xmlns:a16="http://schemas.microsoft.com/office/drawing/2014/main" id="{317A8F4C-3898-8CD4-3529-6755DEF05049}"/>
              </a:ext>
            </a:extLst>
          </p:cNvPr>
          <p:cNvSpPr txBox="1">
            <a:spLocks noRot="1" noChangeAspect="1" noMove="1" noResize="1" noEditPoints="1" noAdjustHandles="1" noChangeArrowheads="1" noChangeShapeType="1" noTextEdit="1"/>
          </p:cNvSpPr>
          <p:nvPr/>
        </p:nvSpPr>
        <p:spPr>
          <a:xfrm>
            <a:off x="6336601" y="6187376"/>
            <a:ext cx="1258570" cy="460375"/>
          </a:xfrm>
          <a:prstGeom prst="rect">
            <a:avLst/>
          </a:prstGeom>
          <a:blipFill rotWithShape="0">
            <a:blip r:embed="rId4"/>
            <a:stretch>
              <a:fillRect l="-45" t="-124" r="45" b="124"/>
            </a:stretch>
          </a:blipFill>
        </p:spPr>
        <p:txBody>
          <a:bodyPr/>
          <a:lstStyle/>
          <a:p>
            <a:r>
              <a:rPr lang="zh-CN" altLang="en-US">
                <a:no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34A027D8-7900-B625-5E97-9FB75CAD210D}"/>
              </a:ext>
            </a:extLst>
          </p:cNvPr>
          <p:cNvSpPr>
            <a:spLocks noGrp="1" noChangeArrowheads="1"/>
          </p:cNvSpPr>
          <p:nvPr>
            <p:ph type="title"/>
          </p:nvPr>
        </p:nvSpPr>
        <p:spPr/>
        <p:txBody>
          <a:bodyPr/>
          <a:lstStyle/>
          <a:p>
            <a:r>
              <a:rPr lang="en-US" altLang="zh-CN">
                <a:ea typeface="宋体" panose="02010600030101010101" pitchFamily="2" charset="-122"/>
              </a:rPr>
              <a:t>Design/Development Process (Advanced)</a:t>
            </a:r>
          </a:p>
        </p:txBody>
      </p:sp>
      <p:sp>
        <p:nvSpPr>
          <p:cNvPr id="56322" name="Content Placeholder 2">
            <a:extLst>
              <a:ext uri="{FF2B5EF4-FFF2-40B4-BE49-F238E27FC236}">
                <a16:creationId xmlns:a16="http://schemas.microsoft.com/office/drawing/2014/main" id="{240A916C-71DA-E43B-771F-EBA2FD4E7890}"/>
              </a:ext>
            </a:extLst>
          </p:cNvPr>
          <p:cNvSpPr>
            <a:spLocks noGrp="1" noChangeArrowheads="1"/>
          </p:cNvSpPr>
          <p:nvPr>
            <p:ph idx="1"/>
          </p:nvPr>
        </p:nvSpPr>
        <p:spPr>
          <a:xfrm>
            <a:off x="838200" y="1495425"/>
            <a:ext cx="11141075" cy="5302250"/>
          </a:xfrm>
        </p:spPr>
        <p:txBody>
          <a:bodyPr/>
          <a:lstStyle/>
          <a:p>
            <a:r>
              <a:rPr lang="en-US" altLang="zh-CN">
                <a:ea typeface="宋体" panose="02010600030101010101" pitchFamily="2" charset="-122"/>
                <a:sym typeface="等线" panose="02010600030101010101" pitchFamily="2" charset="-122"/>
              </a:rPr>
              <a:t>Closed-Loop Error Under Dynamic Requirements</a:t>
            </a:r>
          </a:p>
          <a:p>
            <a:pPr lvl="1"/>
            <a:r>
              <a:rPr lang="en-US" altLang="zh-CN">
                <a:ea typeface="宋体" panose="02010600030101010101" pitchFamily="2" charset="-122"/>
                <a:sym typeface="等线" panose="02010600030101010101" pitchFamily="2" charset="-122"/>
              </a:rPr>
              <a:t>Open-loop (OL) error rate		</a:t>
            </a:r>
            <a:r>
              <a:rPr lang="en-US" altLang="zh-CN" i="1">
                <a:solidFill>
                  <a:srgbClr val="FF0000"/>
                </a:solidFill>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 (1 + </a:t>
            </a:r>
            <a:r>
              <a:rPr lang="en-US" altLang="zh-CN" i="1">
                <a:solidFill>
                  <a:srgbClr val="FF0000"/>
                </a:solidFill>
                <a:ea typeface="宋体" panose="02010600030101010101" pitchFamily="2" charset="-122"/>
                <a:sym typeface="等线" panose="02010600030101010101" pitchFamily="2" charset="-122"/>
              </a:rPr>
              <a:t>R</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D</a:t>
            </a:r>
            <a:r>
              <a:rPr lang="en-US" altLang="zh-CN">
                <a:ea typeface="宋体" panose="02010600030101010101" pitchFamily="2" charset="-122"/>
                <a:sym typeface="等线" panose="02010600030101010101" pitchFamily="2" charset="-122"/>
              </a:rPr>
              <a:t>) x (1 + </a:t>
            </a:r>
            <a:r>
              <a:rPr lang="en-US" altLang="zh-CN" i="1">
                <a:solidFill>
                  <a:srgbClr val="FF0000"/>
                </a:solidFill>
                <a:ea typeface="宋体" panose="02010600030101010101" pitchFamily="2" charset="-122"/>
                <a:sym typeface="等线" panose="02010600030101010101" pitchFamily="2" charset="-122"/>
              </a:rPr>
              <a:t>I</a:t>
            </a:r>
            <a:r>
              <a:rPr lang="en-US" altLang="zh-CN">
                <a:ea typeface="宋体" panose="02010600030101010101" pitchFamily="2" charset="-122"/>
                <a:sym typeface="等线" panose="02010600030101010101" pitchFamily="2" charset="-122"/>
              </a:rPr>
              <a:t>) - 1</a:t>
            </a:r>
          </a:p>
          <a:p>
            <a:pPr lvl="1"/>
            <a:r>
              <a:rPr lang="en-US" altLang="zh-CN">
                <a:ea typeface="宋体" panose="02010600030101010101" pitchFamily="2" charset="-122"/>
                <a:sym typeface="等线" panose="02010600030101010101" pitchFamily="2" charset="-122"/>
              </a:rPr>
              <a:t>Requirements variation (RV) rate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 a</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 a</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 a</a:t>
            </a:r>
            <a:r>
              <a:rPr lang="en-US" altLang="zh-CN" baseline="30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V a</a:t>
            </a:r>
            <a:r>
              <a:rPr lang="en-US" altLang="zh-CN" baseline="30000">
                <a:ea typeface="宋体" panose="02010600030101010101" pitchFamily="2" charset="-122"/>
                <a:sym typeface="等线" panose="02010600030101010101" pitchFamily="2" charset="-122"/>
              </a:rPr>
              <a:t>4</a:t>
            </a:r>
            <a:r>
              <a:rPr lang="en-US" altLang="zh-CN">
                <a:ea typeface="宋体" panose="02010600030101010101" pitchFamily="2" charset="-122"/>
                <a:sym typeface="等线" panose="02010600030101010101" pitchFamily="2" charset="-122"/>
              </a:rPr>
              <a:t>, ... ... (</a:t>
            </a:r>
            <a:r>
              <a:rPr lang="en-US" altLang="zh-CN" i="1">
                <a:ea typeface="宋体" panose="02010600030101010101" pitchFamily="2" charset="-122"/>
                <a:sym typeface="等线" panose="02010600030101010101" pitchFamily="2" charset="-122"/>
              </a:rPr>
              <a:t>a</a:t>
            </a:r>
            <a:r>
              <a:rPr lang="en-US" altLang="zh-CN">
                <a:ea typeface="宋体" panose="02010600030101010101" pitchFamily="2" charset="-122"/>
                <a:sym typeface="等线" panose="02010600030101010101" pitchFamily="2" charset="-122"/>
              </a:rPr>
              <a:t> &lt; 1)</a:t>
            </a:r>
          </a:p>
          <a:p>
            <a:pPr lvl="1"/>
            <a:r>
              <a:rPr lang="en-US" altLang="zh-CN">
                <a:ea typeface="宋体" panose="02010600030101010101" pitchFamily="2" charset="-122"/>
                <a:sym typeface="等线" panose="02010600030101010101" pitchFamily="2" charset="-122"/>
              </a:rPr>
              <a:t>Closed-loop (CL) error rate</a:t>
            </a:r>
          </a:p>
          <a:p>
            <a:pPr lvl="2"/>
            <a:r>
              <a:rPr lang="en-US" altLang="zh-CN">
                <a:ea typeface="宋体" panose="02010600030101010101" pitchFamily="2" charset="-122"/>
                <a:sym typeface="等线" panose="02010600030101010101" pitchFamily="2" charset="-122"/>
              </a:rPr>
              <a:t>1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(1st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endParaRPr lang="en-US" altLang="zh-CN">
              <a:ea typeface="宋体" panose="02010600030101010101" pitchFamily="2" charset="-122"/>
              <a:sym typeface="等线" panose="02010600030101010101" pitchFamily="2" charset="-122"/>
            </a:endParaRPr>
          </a:p>
          <a:p>
            <a:pPr lvl="2"/>
            <a:r>
              <a:rPr lang="en-US" altLang="zh-CN">
                <a:ea typeface="宋体" panose="02010600030101010101" pitchFamily="2" charset="-122"/>
                <a:sym typeface="等线" panose="02010600030101010101" pitchFamily="2" charset="-122"/>
              </a:rPr>
              <a:t>2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(2nd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a:t>
            </a:r>
            <a:r>
              <a:rPr lang="en-US" altLang="zh-CN">
                <a:ea typeface="宋体" panose="02010600030101010101" pitchFamily="2" charset="-122"/>
                <a:sym typeface="等线" panose="02010600030101010101" pitchFamily="2" charset="-122"/>
              </a:rPr>
              <a:t>)</a:t>
            </a:r>
          </a:p>
          <a:p>
            <a:pPr lvl="2"/>
            <a:r>
              <a:rPr lang="en-US" altLang="zh-CN">
                <a:ea typeface="宋体" panose="02010600030101010101" pitchFamily="2" charset="-122"/>
                <a:sym typeface="等线" panose="02010600030101010101" pitchFamily="2" charset="-122"/>
              </a:rPr>
              <a:t>3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(3rd OL period)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3</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baseline="-25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 a</a:t>
            </a:r>
            <a:r>
              <a:rPr lang="en-US" altLang="zh-CN">
                <a:ea typeface="宋体" panose="02010600030101010101" pitchFamily="2" charset="-122"/>
                <a:sym typeface="等线" panose="02010600030101010101" pitchFamily="2" charset="-122"/>
              </a:rPr>
              <a:t>)</a:t>
            </a:r>
          </a:p>
          <a:p>
            <a:pPr lvl="2"/>
            <a:r>
              <a:rPr lang="en-US" altLang="zh-CN">
                <a:ea typeface="宋体" panose="02010600030101010101" pitchFamily="2" charset="-122"/>
                <a:sym typeface="等线" panose="02010600030101010101" pitchFamily="2" charset="-122"/>
              </a:rPr>
              <a:t>... ...</a:t>
            </a:r>
          </a:p>
          <a:p>
            <a:pPr lvl="2"/>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T</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-th OL period)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E</a:t>
            </a:r>
            <a:r>
              <a:rPr lang="en-US" altLang="zh-CN">
                <a:ea typeface="宋体" panose="02010600030101010101" pitchFamily="2" charset="-122"/>
                <a:sym typeface="等线" panose="02010600030101010101" pitchFamily="2" charset="-122"/>
              </a:rPr>
              <a:t> (</a:t>
            </a:r>
            <a:r>
              <a:rPr lang="en-US" altLang="zh-CN" i="1">
                <a:ea typeface="宋体" panose="02010600030101010101" pitchFamily="2" charset="-122"/>
                <a:sym typeface="等线" panose="02010600030101010101" pitchFamily="2" charset="-122"/>
              </a:rPr>
              <a:t>E</a:t>
            </a:r>
            <a:r>
              <a:rPr lang="en-US" altLang="zh-CN" i="1" baseline="-25000">
                <a:ea typeface="宋体" panose="02010600030101010101" pitchFamily="2" charset="-122"/>
                <a:sym typeface="等线" panose="02010600030101010101" pitchFamily="2" charset="-122"/>
              </a:rPr>
              <a:t>n</a:t>
            </a:r>
            <a:r>
              <a:rPr lang="en-US" altLang="zh-CN" baseline="-25000">
                <a:ea typeface="宋体" panose="02010600030101010101" pitchFamily="2" charset="-122"/>
                <a:sym typeface="等线" panose="02010600030101010101" pitchFamily="2" charset="-122"/>
              </a:rPr>
              <a:t>-1</a:t>
            </a:r>
            <a:r>
              <a:rPr lang="en-US" altLang="zh-CN">
                <a:ea typeface="宋体" panose="02010600030101010101" pitchFamily="2" charset="-122"/>
                <a:sym typeface="等线" panose="02010600030101010101" pitchFamily="2" charset="-122"/>
              </a:rPr>
              <a:t> + </a:t>
            </a:r>
            <a:r>
              <a:rPr lang="en-US" altLang="zh-CN" i="1">
                <a:ea typeface="宋体" panose="02010600030101010101" pitchFamily="2" charset="-122"/>
                <a:sym typeface="等线" panose="02010600030101010101" pitchFamily="2" charset="-122"/>
              </a:rPr>
              <a:t>V a</a:t>
            </a:r>
            <a:r>
              <a:rPr lang="en-US" altLang="zh-CN" i="1" baseline="30000">
                <a:ea typeface="宋体" panose="02010600030101010101" pitchFamily="2" charset="-122"/>
                <a:sym typeface="等线" panose="02010600030101010101" pitchFamily="2" charset="-122"/>
              </a:rPr>
              <a:t>n</a:t>
            </a:r>
            <a:r>
              <a:rPr lang="en-US" altLang="zh-CN" baseline="30000">
                <a:ea typeface="宋体" panose="02010600030101010101" pitchFamily="2" charset="-122"/>
                <a:sym typeface="等线" panose="02010600030101010101" pitchFamily="2" charset="-122"/>
              </a:rPr>
              <a:t>-2</a:t>
            </a:r>
            <a:r>
              <a:rPr lang="en-US" altLang="zh-CN">
                <a:ea typeface="宋体" panose="02010600030101010101" pitchFamily="2" charset="-122"/>
                <a:sym typeface="等线" panose="02010600030101010101" pitchFamily="2" charset="-122"/>
              </a:rPr>
              <a:t>)</a:t>
            </a:r>
          </a:p>
          <a:p>
            <a:endParaRPr lang="en-US" altLang="zh-CN" i="1">
              <a:ea typeface="宋体" panose="02010600030101010101" pitchFamily="2" charset="-122"/>
              <a:sym typeface="等线" panose="02010600030101010101" pitchFamily="2" charset="-122"/>
            </a:endParaRPr>
          </a:p>
          <a:p>
            <a:endParaRPr lang="en-US" altLang="zh-CN" i="1">
              <a:ea typeface="宋体" panose="02010600030101010101" pitchFamily="2" charset="-122"/>
              <a:sym typeface="等线" panose="02010600030101010101" pitchFamily="2" charset="-122"/>
            </a:endParaRPr>
          </a:p>
          <a:p>
            <a:pPr lvl="1"/>
            <a:endParaRPr lang="en-US" altLang="zh-CN">
              <a:ea typeface="宋体" panose="02010600030101010101" pitchFamily="2" charset="-122"/>
              <a:sym typeface="等线" panose="02010600030101010101" pitchFamily="2" charset="-122"/>
            </a:endParaRPr>
          </a:p>
          <a:p>
            <a:pPr lvl="1"/>
            <a:r>
              <a:rPr lang="en-US" altLang="zh-CN">
                <a:ea typeface="宋体" panose="02010600030101010101" pitchFamily="2" charset="-122"/>
                <a:sym typeface="等线" panose="02010600030101010101" pitchFamily="2" charset="-122"/>
              </a:rPr>
              <a:t>If </a:t>
            </a:r>
            <a:r>
              <a:rPr lang="en-US" altLang="zh-CN" i="1">
                <a:solidFill>
                  <a:srgbClr val="00B050"/>
                </a:solidFill>
                <a:ea typeface="宋体" panose="02010600030101010101" pitchFamily="2" charset="-122"/>
                <a:sym typeface="等线" panose="02010600030101010101" pitchFamily="2" charset="-122"/>
              </a:rPr>
              <a:t>E</a:t>
            </a:r>
            <a:r>
              <a:rPr lang="en-US" altLang="zh-CN">
                <a:solidFill>
                  <a:srgbClr val="00B050"/>
                </a:solidFill>
                <a:ea typeface="宋体" panose="02010600030101010101" pitchFamily="2" charset="-122"/>
                <a:sym typeface="等线" panose="02010600030101010101" pitchFamily="2" charset="-122"/>
              </a:rPr>
              <a:t> &lt; 1 </a:t>
            </a:r>
            <a:r>
              <a:rPr lang="en-US" altLang="zh-CN">
                <a:ea typeface="宋体" panose="02010600030101010101" pitchFamily="2" charset="-122"/>
                <a:sym typeface="等线" panose="02010600030101010101" pitchFamily="2" charset="-122"/>
              </a:rPr>
              <a:t>and as n </a:t>
            </a:r>
            <a:r>
              <a:rPr lang="en-US" altLang="zh-CN">
                <a:latin typeface="Arial" panose="020B0604020202020204" pitchFamily="34" charset="0"/>
                <a:ea typeface="宋体" panose="02010600030101010101" pitchFamily="2" charset="-122"/>
                <a:sym typeface="等线" panose="02010600030101010101" pitchFamily="2" charset="-122"/>
              </a:rPr>
              <a:t>→ </a:t>
            </a:r>
            <a:r>
              <a:rPr lang="en-US" altLang="zh-CN">
                <a:latin typeface="微软雅黑" panose="020B0503020204020204" pitchFamily="34" charset="-122"/>
                <a:ea typeface="微软雅黑" panose="020B0503020204020204" pitchFamily="34" charset="-122"/>
                <a:sym typeface="等线" panose="02010600030101010101" pitchFamily="2" charset="-122"/>
              </a:rPr>
              <a:t>∞</a:t>
            </a:r>
            <a:r>
              <a:rPr lang="en-US" altLang="zh-CN">
                <a:ea typeface="宋体" panose="02010600030101010101" pitchFamily="2" charset="-122"/>
                <a:sym typeface="等线" panose="02010600030101010101" pitchFamily="2" charset="-122"/>
              </a:rPr>
              <a:t> </a:t>
            </a:r>
          </a:p>
        </p:txBody>
      </p:sp>
      <p:sp>
        <p:nvSpPr>
          <p:cNvPr id="4" name="文本框 3">
            <a:extLst>
              <a:ext uri="{FF2B5EF4-FFF2-40B4-BE49-F238E27FC236}">
                <a16:creationId xmlns:a16="http://schemas.microsoft.com/office/drawing/2014/main" id="{BC5F8429-E30C-FCCC-5410-3E703F9A7E76}"/>
              </a:ext>
            </a:extLst>
          </p:cNvPr>
          <p:cNvSpPr txBox="1">
            <a:spLocks noRot="1" noChangeAspect="1" noMove="1" noResize="1" noEditPoints="1" noAdjustHandles="1" noChangeArrowheads="1" noChangeShapeType="1" noTextEdit="1"/>
          </p:cNvSpPr>
          <p:nvPr/>
        </p:nvSpPr>
        <p:spPr>
          <a:xfrm>
            <a:off x="676211" y="4923091"/>
            <a:ext cx="11125200" cy="1264285"/>
          </a:xfrm>
          <a:prstGeom prst="rect">
            <a:avLst/>
          </a:prstGeom>
          <a:blipFill rotWithShape="0">
            <a:blip r:embed="rId3"/>
            <a:stretch>
              <a:fillRect l="-5" t="-45" r="5" b="45"/>
            </a:stretch>
          </a:blipFill>
        </p:spPr>
        <p:txBody>
          <a:bodyPr/>
          <a:lstStyle/>
          <a:p>
            <a:r>
              <a:rPr lang="zh-CN" altLang="en-US">
                <a:noFill/>
              </a:rPr>
              <a:t> </a:t>
            </a:r>
          </a:p>
        </p:txBody>
      </p:sp>
      <p:sp>
        <p:nvSpPr>
          <p:cNvPr id="6" name="文本框 5">
            <a:extLst>
              <a:ext uri="{FF2B5EF4-FFF2-40B4-BE49-F238E27FC236}">
                <a16:creationId xmlns:a16="http://schemas.microsoft.com/office/drawing/2014/main" id="{A644E26C-703D-514E-DDB2-FBB0A178E58F}"/>
              </a:ext>
            </a:extLst>
          </p:cNvPr>
          <p:cNvSpPr txBox="1">
            <a:spLocks noRot="1" noChangeAspect="1" noMove="1" noResize="1" noEditPoints="1" noAdjustHandles="1" noChangeArrowheads="1" noChangeShapeType="1" noTextEdit="1"/>
          </p:cNvSpPr>
          <p:nvPr/>
        </p:nvSpPr>
        <p:spPr>
          <a:xfrm>
            <a:off x="6336601" y="6187376"/>
            <a:ext cx="1258570" cy="460375"/>
          </a:xfrm>
          <a:prstGeom prst="rect">
            <a:avLst/>
          </a:prstGeom>
          <a:blipFill rotWithShape="0">
            <a:blip r:embed="rId4"/>
            <a:stretch>
              <a:fillRect l="-45" t="-124" r="45" b="124"/>
            </a:stretch>
          </a:blipFill>
        </p:spPr>
        <p:txBody>
          <a:bodyPr/>
          <a:lstStyle/>
          <a:p>
            <a:r>
              <a:rPr lang="zh-CN" altLang="en-US">
                <a:noFill/>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CA1BCA09-58AC-5DFD-A911-3C3908548F71}"/>
              </a:ext>
            </a:extLst>
          </p:cNvPr>
          <p:cNvSpPr>
            <a:spLocks noGrp="1" noChangeArrowheads="1"/>
          </p:cNvSpPr>
          <p:nvPr>
            <p:ph type="title"/>
          </p:nvPr>
        </p:nvSpPr>
        <p:spPr>
          <a:xfrm>
            <a:off x="1981200" y="274638"/>
            <a:ext cx="8229600" cy="5973762"/>
          </a:xfrm>
        </p:spPr>
        <p:txBody>
          <a:bodyPr/>
          <a:lstStyle/>
          <a:p>
            <a:pPr algn="ctr"/>
            <a:r>
              <a:rPr lang="en-US" altLang="zh-CN">
                <a:ea typeface="宋体" panose="02010600030101010101" pitchFamily="2" charset="-122"/>
              </a:rPr>
              <a:t>DISCUSSION</a:t>
            </a:r>
            <a:br>
              <a:rPr lang="en-US" altLang="zh-CN">
                <a:ea typeface="宋体" panose="02010600030101010101" pitchFamily="2" charset="-122"/>
              </a:rPr>
            </a:br>
            <a:br>
              <a:rPr lang="en-US" altLang="zh-CN">
                <a:ea typeface="宋体" panose="02010600030101010101" pitchFamily="2" charset="-122"/>
              </a:rPr>
            </a:br>
            <a:r>
              <a:rPr lang="en-US" altLang="zh-CN">
                <a:ea typeface="宋体" panose="02010600030101010101" pitchFamily="2" charset="-122"/>
              </a:rPr>
              <a:t>Q &amp; 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2&quot;:[25125218],&quot;70&quot;:[3314558]}"/>
</p:tagLst>
</file>

<file path=ppt/tags/tag2.xml><?xml version="1.0" encoding="utf-8"?>
<p:tagLst xmlns:a="http://schemas.openxmlformats.org/drawingml/2006/main" xmlns:r="http://schemas.openxmlformats.org/officeDocument/2006/relationships" xmlns:p="http://schemas.openxmlformats.org/presentationml/2006/main">
  <p:tag name="KSO_DOCER_RESOURCE_TRACE_INFO" val="{&quot;id&quot;:&quot;25125218&quot;,&quot;origin&quot;:0,&quot;type&quot;:&quot;wordart&quot;,&quot;user&quot;:&quot;443135910&quot;}"/>
</p:tagLst>
</file>

<file path=ppt/tags/tag3.xml><?xml version="1.0" encoding="utf-8"?>
<p:tagLst xmlns:a="http://schemas.openxmlformats.org/drawingml/2006/main" xmlns:r="http://schemas.openxmlformats.org/officeDocument/2006/relationships" xmlns:p="http://schemas.openxmlformats.org/presentationml/2006/main">
  <p:tag name="KSO_DOCER_RESOURCE_TRACE_INFO" val="{&quot;id&quot;:&quot;25125218&quot;,&quot;origin&quot;:0,&quot;type&quot;:&quot;wordart&quot;,&quot;user&quot;:&quot;443135910&quot;}"/>
</p:tagLst>
</file>

<file path=ppt/tags/tag4.xml><?xml version="1.0" encoding="utf-8"?>
<p:tagLst xmlns:a="http://schemas.openxmlformats.org/drawingml/2006/main" xmlns:r="http://schemas.openxmlformats.org/officeDocument/2006/relationships" xmlns:p="http://schemas.openxmlformats.org/presentationml/2006/main">
  <p:tag name="KSO_DOCER_RESOURCE_TRACE_INFO" val="{&quot;id&quot;:&quot;25125218&quot;,&quot;origin&quot;:0,&quot;type&quot;:&quot;wordart&quot;,&quot;user&quot;:&quot;443135910&quot;}"/>
</p:tagLst>
</file>

<file path=ppt/tags/tag5.xml><?xml version="1.0" encoding="utf-8"?>
<p:tagLst xmlns:a="http://schemas.openxmlformats.org/drawingml/2006/main" xmlns:r="http://schemas.openxmlformats.org/officeDocument/2006/relationships" xmlns:p="http://schemas.openxmlformats.org/presentationml/2006/main">
  <p:tag name="KSO_DOCER_RESOURCE_TRACE_INFO" val="{&quot;id&quot;:&quot;25125218&quot;,&quot;origin&quot;:0,&quot;type&quot;:&quot;wordart&quot;,&quot;user&quot;:&quot;443135910&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FB613E58B50ECD43AB0B498DD3CF0746" ma:contentTypeVersion="9" ma:contentTypeDescription="新建文档。" ma:contentTypeScope="" ma:versionID="6285962b11485d1cfc0391b226b23c35">
  <xsd:schema xmlns:xsd="http://www.w3.org/2001/XMLSchema" xmlns:xs="http://www.w3.org/2001/XMLSchema" xmlns:p="http://schemas.microsoft.com/office/2006/metadata/properties" xmlns:ns2="7e793656-8180-40d0-9a4d-88ddcc0814ae" xmlns:ns3="899f8d8b-c30b-4ffe-9d5c-a48791c9eb60" targetNamespace="http://schemas.microsoft.com/office/2006/metadata/properties" ma:root="true" ma:fieldsID="24f9c9616194ef4ee3079a95d7c544b0" ns2:_="" ns3:_="">
    <xsd:import namespace="7e793656-8180-40d0-9a4d-88ddcc0814ae"/>
    <xsd:import namespace="899f8d8b-c30b-4ffe-9d5c-a48791c9eb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93656-8180-40d0-9a4d-88ddcc0814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图像标记" ma:readOnly="false" ma:fieldId="{5cf76f15-5ced-4ddc-b409-7134ff3c332f}" ma:taxonomyMulti="true" ma:sspId="7d4ec655-d4b4-4e3d-9a14-733d370873df"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9f8d8b-c30b-4ffe-9d5c-a48791c9eb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7cd19c1-ff15-41aa-ba3f-b301302e1ffc}" ma:internalName="TaxCatchAll" ma:showField="CatchAllData" ma:web="899f8d8b-c30b-4ffe-9d5c-a48791c9eb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14915F-DFEF-4815-B52A-D7A1D1DAB4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93656-8180-40d0-9a4d-88ddcc0814ae"/>
    <ds:schemaRef ds:uri="899f8d8b-c30b-4ffe-9d5c-a48791c9eb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700F7F-0115-4C6E-95FD-CA70A81251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Words>13672</Words>
  <Application>Microsoft Office PowerPoint</Application>
  <PresentationFormat>宽屏</PresentationFormat>
  <Paragraphs>379</Paragraphs>
  <Slides>28</Slides>
  <Notes>25</Notes>
  <HiddenSlides>0</HiddenSlides>
  <MMClips>0</MMClips>
  <ScaleCrop>false</ScaleCrop>
  <HeadingPairs>
    <vt:vector size="4" baseType="variant">
      <vt:variant>
        <vt:lpstr>主题</vt:lpstr>
      </vt:variant>
      <vt:variant>
        <vt:i4>1</vt:i4>
      </vt:variant>
      <vt:variant>
        <vt:lpstr>幻灯片标题</vt:lpstr>
      </vt:variant>
      <vt:variant>
        <vt:i4>28</vt:i4>
      </vt:variant>
    </vt:vector>
  </HeadingPairs>
  <TitlesOfParts>
    <vt:vector size="29" baseType="lpstr">
      <vt:lpstr>Office Theme</vt:lpstr>
      <vt:lpstr>ISE 333: User Interface Development (Design) Chapter 4: Design</vt:lpstr>
      <vt:lpstr>Introduction</vt:lpstr>
      <vt:lpstr>Introduction</vt:lpstr>
      <vt:lpstr>Introduction</vt:lpstr>
      <vt:lpstr>Traditional Software Engineering</vt:lpstr>
      <vt:lpstr>Design Process</vt:lpstr>
      <vt:lpstr>Design Process</vt:lpstr>
      <vt:lpstr>Design Process</vt:lpstr>
      <vt:lpstr>Design Process</vt:lpstr>
      <vt:lpstr>Design Process</vt:lpstr>
      <vt:lpstr>Design Frameworks</vt:lpstr>
      <vt:lpstr>Agile Software Engineering</vt:lpstr>
      <vt:lpstr>Design Process</vt:lpstr>
      <vt:lpstr>DISCUSSION  Q &amp; A</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Design/Development Process (Advanced)</vt:lpstr>
      <vt:lpstr>DISCUSSION  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木子景叶</cp:lastModifiedBy>
  <cp:revision>1130</cp:revision>
  <dcterms:created xsi:type="dcterms:W3CDTF">2019-08-30T03:29:00Z</dcterms:created>
  <dcterms:modified xsi:type="dcterms:W3CDTF">2026-04-28T07:45:23Z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4EE2A41AFB9741E0BB398A35D6229D2C_13</vt:lpwstr>
  </property>
  <property fmtid="{D5CDD505-2E9C-101B-9397-08002B2CF9AE}" pid="3" name="KSOProductBuildVer">
    <vt:lpwstr>2052-12.1.0.25865</vt:lpwstr>
  </property>
</Properties>
</file>