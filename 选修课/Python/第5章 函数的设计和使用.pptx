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 id="2147483756" r:id="rId11"/>
    <p:sldMasterId id="2147483768" r:id="rId12"/>
  </p:sldMasterIdLst>
  <p:notesMasterIdLst>
    <p:notesMasterId r:id="rId146"/>
  </p:notesMasterIdLst>
  <p:handoutMasterIdLst>
    <p:handoutMasterId r:id="rId147"/>
  </p:handoutMasterIdLst>
  <p:sldIdLst>
    <p:sldId id="256" r:id="rId13"/>
    <p:sldId id="258" r:id="rId14"/>
    <p:sldId id="441" r:id="rId15"/>
    <p:sldId id="257" r:id="rId16"/>
    <p:sldId id="259" r:id="rId17"/>
    <p:sldId id="291" r:id="rId18"/>
    <p:sldId id="445" r:id="rId19"/>
    <p:sldId id="446" r:id="rId20"/>
    <p:sldId id="260" r:id="rId21"/>
    <p:sldId id="293" r:id="rId22"/>
    <p:sldId id="294" r:id="rId23"/>
    <p:sldId id="366" r:id="rId24"/>
    <p:sldId id="265" r:id="rId25"/>
    <p:sldId id="440" r:id="rId26"/>
    <p:sldId id="533" r:id="rId27"/>
    <p:sldId id="295" r:id="rId28"/>
    <p:sldId id="296" r:id="rId29"/>
    <p:sldId id="266" r:id="rId30"/>
    <p:sldId id="268" r:id="rId31"/>
    <p:sldId id="367" r:id="rId32"/>
    <p:sldId id="368" r:id="rId33"/>
    <p:sldId id="269" r:id="rId34"/>
    <p:sldId id="267" r:id="rId35"/>
    <p:sldId id="270" r:id="rId36"/>
    <p:sldId id="271" r:id="rId37"/>
    <p:sldId id="272" r:id="rId38"/>
    <p:sldId id="273" r:id="rId39"/>
    <p:sldId id="274" r:id="rId40"/>
    <p:sldId id="275" r:id="rId41"/>
    <p:sldId id="944" r:id="rId42"/>
    <p:sldId id="369" r:id="rId43"/>
    <p:sldId id="370" r:id="rId44"/>
    <p:sldId id="371" r:id="rId45"/>
    <p:sldId id="372" r:id="rId46"/>
    <p:sldId id="262" r:id="rId47"/>
    <p:sldId id="373" r:id="rId48"/>
    <p:sldId id="264" r:id="rId49"/>
    <p:sldId id="277" r:id="rId50"/>
    <p:sldId id="374" r:id="rId51"/>
    <p:sldId id="278" r:id="rId52"/>
    <p:sldId id="375" r:id="rId53"/>
    <p:sldId id="534" r:id="rId54"/>
    <p:sldId id="376" r:id="rId55"/>
    <p:sldId id="447" r:id="rId56"/>
    <p:sldId id="448" r:id="rId57"/>
    <p:sldId id="865" r:id="rId58"/>
    <p:sldId id="279" r:id="rId59"/>
    <p:sldId id="280" r:id="rId60"/>
    <p:sldId id="378" r:id="rId61"/>
    <p:sldId id="281" r:id="rId62"/>
    <p:sldId id="282" r:id="rId63"/>
    <p:sldId id="379" r:id="rId64"/>
    <p:sldId id="345" r:id="rId65"/>
    <p:sldId id="380" r:id="rId66"/>
    <p:sldId id="1684" r:id="rId67"/>
    <p:sldId id="1685" r:id="rId68"/>
    <p:sldId id="1686" r:id="rId69"/>
    <p:sldId id="1687" r:id="rId70"/>
    <p:sldId id="2205" r:id="rId71"/>
    <p:sldId id="297" r:id="rId72"/>
    <p:sldId id="298" r:id="rId73"/>
    <p:sldId id="299" r:id="rId74"/>
    <p:sldId id="300" r:id="rId75"/>
    <p:sldId id="945" r:id="rId76"/>
    <p:sldId id="308" r:id="rId77"/>
    <p:sldId id="381" r:id="rId78"/>
    <p:sldId id="2093" r:id="rId79"/>
    <p:sldId id="2206" r:id="rId80"/>
    <p:sldId id="2207" r:id="rId81"/>
    <p:sldId id="2208" r:id="rId82"/>
    <p:sldId id="302" r:id="rId83"/>
    <p:sldId id="303" r:id="rId84"/>
    <p:sldId id="1816" r:id="rId85"/>
    <p:sldId id="304" r:id="rId86"/>
    <p:sldId id="382" r:id="rId87"/>
    <p:sldId id="305" r:id="rId88"/>
    <p:sldId id="383" r:id="rId89"/>
    <p:sldId id="336" r:id="rId90"/>
    <p:sldId id="337" r:id="rId91"/>
    <p:sldId id="385" r:id="rId92"/>
    <p:sldId id="386" r:id="rId93"/>
    <p:sldId id="1562" r:id="rId94"/>
    <p:sldId id="1563" r:id="rId95"/>
    <p:sldId id="2209" r:id="rId96"/>
    <p:sldId id="2210" r:id="rId97"/>
    <p:sldId id="2211" r:id="rId98"/>
    <p:sldId id="2213" r:id="rId99"/>
    <p:sldId id="2214" r:id="rId100"/>
    <p:sldId id="2215" r:id="rId101"/>
    <p:sldId id="2216" r:id="rId102"/>
    <p:sldId id="2217" r:id="rId103"/>
    <p:sldId id="2218" r:id="rId104"/>
    <p:sldId id="2219" r:id="rId105"/>
    <p:sldId id="2220" r:id="rId106"/>
    <p:sldId id="2221" r:id="rId107"/>
    <p:sldId id="2225" r:id="rId108"/>
    <p:sldId id="2222" r:id="rId109"/>
    <p:sldId id="2223" r:id="rId110"/>
    <p:sldId id="2224" r:id="rId111"/>
    <p:sldId id="283" r:id="rId112"/>
    <p:sldId id="284" r:id="rId113"/>
    <p:sldId id="285" r:id="rId114"/>
    <p:sldId id="535" r:id="rId115"/>
    <p:sldId id="537" r:id="rId116"/>
    <p:sldId id="538" r:id="rId117"/>
    <p:sldId id="539" r:id="rId118"/>
    <p:sldId id="540" r:id="rId119"/>
    <p:sldId id="646" r:id="rId120"/>
    <p:sldId id="846" r:id="rId121"/>
    <p:sldId id="847" r:id="rId122"/>
    <p:sldId id="1315" r:id="rId123"/>
    <p:sldId id="1560" r:id="rId124"/>
    <p:sldId id="1561" r:id="rId125"/>
    <p:sldId id="1798" r:id="rId126"/>
    <p:sldId id="2006" r:id="rId127"/>
    <p:sldId id="263" r:id="rId128"/>
    <p:sldId id="442" r:id="rId129"/>
    <p:sldId id="307" r:id="rId130"/>
    <p:sldId id="387" r:id="rId131"/>
    <p:sldId id="388" r:id="rId132"/>
    <p:sldId id="541" r:id="rId133"/>
    <p:sldId id="542" r:id="rId134"/>
    <p:sldId id="389" r:id="rId135"/>
    <p:sldId id="390" r:id="rId136"/>
    <p:sldId id="391" r:id="rId137"/>
    <p:sldId id="688" r:id="rId138"/>
    <p:sldId id="689" r:id="rId139"/>
    <p:sldId id="543" r:id="rId140"/>
    <p:sldId id="544" r:id="rId141"/>
    <p:sldId id="545" r:id="rId142"/>
    <p:sldId id="546" r:id="rId143"/>
    <p:sldId id="547" r:id="rId144"/>
    <p:sldId id="2323" r:id="rId145"/>
  </p:sldIdLst>
  <p:sldSz cx="9144000" cy="5143500" type="screen16x9"/>
  <p:notesSz cx="6858000" cy="9144000"/>
  <p:custDataLst>
    <p:tags r:id="rId151"/>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84" d="100"/>
          <a:sy n="84" d="100"/>
        </p:scale>
        <p:origin x="-96" y="-102"/>
      </p:cViewPr>
      <p:guideLst>
        <p:guide orient="horz" pos="1620"/>
        <p:guide pos="2880"/>
      </p:guideLst>
    </p:cSldViewPr>
  </p:slideViewPr>
  <p:notesTextViewPr>
    <p:cViewPr>
      <p:scale>
        <a:sx n="1" d="1"/>
        <a:sy n="1" d="1"/>
      </p:scale>
      <p:origin x="0" y="0"/>
    </p:cViewPr>
  </p:notesTextViewPr>
  <p:gridSpacing cx="71999" cy="71999"/>
</p:viewPr>
</file>

<file path=ppt/_rels/presentation.xml.rels><?xml version="1.0" encoding="UTF-8" standalone="yes"?>
<Relationships xmlns="http://schemas.openxmlformats.org/package/2006/relationships"><Relationship Id="rId99" Type="http://schemas.openxmlformats.org/officeDocument/2006/relationships/slide" Target="slides/slide87.xml"/><Relationship Id="rId98" Type="http://schemas.openxmlformats.org/officeDocument/2006/relationships/slide" Target="slides/slide86.xml"/><Relationship Id="rId97" Type="http://schemas.openxmlformats.org/officeDocument/2006/relationships/slide" Target="slides/slide85.xml"/><Relationship Id="rId96" Type="http://schemas.openxmlformats.org/officeDocument/2006/relationships/slide" Target="slides/slide84.xml"/><Relationship Id="rId95" Type="http://schemas.openxmlformats.org/officeDocument/2006/relationships/slide" Target="slides/slide83.xml"/><Relationship Id="rId94" Type="http://schemas.openxmlformats.org/officeDocument/2006/relationships/slide" Target="slides/slide82.xml"/><Relationship Id="rId93" Type="http://schemas.openxmlformats.org/officeDocument/2006/relationships/slide" Target="slides/slide81.xml"/><Relationship Id="rId92" Type="http://schemas.openxmlformats.org/officeDocument/2006/relationships/slide" Target="slides/slide80.xml"/><Relationship Id="rId91" Type="http://schemas.openxmlformats.org/officeDocument/2006/relationships/slide" Target="slides/slide79.xml"/><Relationship Id="rId90" Type="http://schemas.openxmlformats.org/officeDocument/2006/relationships/slide" Target="slides/slide78.xml"/><Relationship Id="rId9" Type="http://schemas.openxmlformats.org/officeDocument/2006/relationships/slideMaster" Target="slideMasters/slideMaster8.xml"/><Relationship Id="rId89" Type="http://schemas.openxmlformats.org/officeDocument/2006/relationships/slide" Target="slides/slide77.xml"/><Relationship Id="rId88" Type="http://schemas.openxmlformats.org/officeDocument/2006/relationships/slide" Target="slides/slide76.xml"/><Relationship Id="rId87" Type="http://schemas.openxmlformats.org/officeDocument/2006/relationships/slide" Target="slides/slide75.xml"/><Relationship Id="rId86" Type="http://schemas.openxmlformats.org/officeDocument/2006/relationships/slide" Target="slides/slide74.xml"/><Relationship Id="rId85" Type="http://schemas.openxmlformats.org/officeDocument/2006/relationships/slide" Target="slides/slide73.xml"/><Relationship Id="rId84" Type="http://schemas.openxmlformats.org/officeDocument/2006/relationships/slide" Target="slides/slide72.xml"/><Relationship Id="rId83" Type="http://schemas.openxmlformats.org/officeDocument/2006/relationships/slide" Target="slides/slide71.xml"/><Relationship Id="rId82" Type="http://schemas.openxmlformats.org/officeDocument/2006/relationships/slide" Target="slides/slide70.xml"/><Relationship Id="rId81" Type="http://schemas.openxmlformats.org/officeDocument/2006/relationships/slide" Target="slides/slide69.xml"/><Relationship Id="rId80" Type="http://schemas.openxmlformats.org/officeDocument/2006/relationships/slide" Target="slides/slide68.xml"/><Relationship Id="rId8" Type="http://schemas.openxmlformats.org/officeDocument/2006/relationships/slideMaster" Target="slideMasters/slideMaster7.xml"/><Relationship Id="rId79" Type="http://schemas.openxmlformats.org/officeDocument/2006/relationships/slide" Target="slides/slide67.xml"/><Relationship Id="rId78" Type="http://schemas.openxmlformats.org/officeDocument/2006/relationships/slide" Target="slides/slide66.xml"/><Relationship Id="rId77" Type="http://schemas.openxmlformats.org/officeDocument/2006/relationships/slide" Target="slides/slide65.xml"/><Relationship Id="rId76" Type="http://schemas.openxmlformats.org/officeDocument/2006/relationships/slide" Target="slides/slide64.xml"/><Relationship Id="rId75" Type="http://schemas.openxmlformats.org/officeDocument/2006/relationships/slide" Target="slides/slide63.xml"/><Relationship Id="rId74" Type="http://schemas.openxmlformats.org/officeDocument/2006/relationships/slide" Target="slides/slide62.xml"/><Relationship Id="rId73" Type="http://schemas.openxmlformats.org/officeDocument/2006/relationships/slide" Target="slides/slide61.xml"/><Relationship Id="rId72" Type="http://schemas.openxmlformats.org/officeDocument/2006/relationships/slide" Target="slides/slide60.xml"/><Relationship Id="rId71" Type="http://schemas.openxmlformats.org/officeDocument/2006/relationships/slide" Target="slides/slide59.xml"/><Relationship Id="rId70" Type="http://schemas.openxmlformats.org/officeDocument/2006/relationships/slide" Target="slides/slide58.xml"/><Relationship Id="rId7" Type="http://schemas.openxmlformats.org/officeDocument/2006/relationships/slideMaster" Target="slideMasters/slideMaster6.xml"/><Relationship Id="rId69" Type="http://schemas.openxmlformats.org/officeDocument/2006/relationships/slide" Target="slides/slide57.xml"/><Relationship Id="rId68" Type="http://schemas.openxmlformats.org/officeDocument/2006/relationships/slide" Target="slides/slide56.xml"/><Relationship Id="rId67" Type="http://schemas.openxmlformats.org/officeDocument/2006/relationships/slide" Target="slides/slide55.xml"/><Relationship Id="rId66" Type="http://schemas.openxmlformats.org/officeDocument/2006/relationships/slide" Target="slides/slide54.xml"/><Relationship Id="rId65" Type="http://schemas.openxmlformats.org/officeDocument/2006/relationships/slide" Target="slides/slide53.xml"/><Relationship Id="rId64" Type="http://schemas.openxmlformats.org/officeDocument/2006/relationships/slide" Target="slides/slide52.xml"/><Relationship Id="rId63" Type="http://schemas.openxmlformats.org/officeDocument/2006/relationships/slide" Target="slides/slide51.xml"/><Relationship Id="rId62" Type="http://schemas.openxmlformats.org/officeDocument/2006/relationships/slide" Target="slides/slide50.xml"/><Relationship Id="rId61" Type="http://schemas.openxmlformats.org/officeDocument/2006/relationships/slide" Target="slides/slide49.xml"/><Relationship Id="rId60" Type="http://schemas.openxmlformats.org/officeDocument/2006/relationships/slide" Target="slides/slide48.xml"/><Relationship Id="rId6" Type="http://schemas.openxmlformats.org/officeDocument/2006/relationships/slideMaster" Target="slideMasters/slideMaster5.xml"/><Relationship Id="rId59" Type="http://schemas.openxmlformats.org/officeDocument/2006/relationships/slide" Target="slides/slide47.xml"/><Relationship Id="rId58" Type="http://schemas.openxmlformats.org/officeDocument/2006/relationships/slide" Target="slides/slide46.xml"/><Relationship Id="rId57" Type="http://schemas.openxmlformats.org/officeDocument/2006/relationships/slide" Target="slides/slide45.xml"/><Relationship Id="rId56" Type="http://schemas.openxmlformats.org/officeDocument/2006/relationships/slide" Target="slides/slide44.xml"/><Relationship Id="rId55" Type="http://schemas.openxmlformats.org/officeDocument/2006/relationships/slide" Target="slides/slide43.xml"/><Relationship Id="rId54" Type="http://schemas.openxmlformats.org/officeDocument/2006/relationships/slide" Target="slides/slide42.xml"/><Relationship Id="rId53" Type="http://schemas.openxmlformats.org/officeDocument/2006/relationships/slide" Target="slides/slide41.xml"/><Relationship Id="rId52" Type="http://schemas.openxmlformats.org/officeDocument/2006/relationships/slide" Target="slides/slide40.xml"/><Relationship Id="rId51" Type="http://schemas.openxmlformats.org/officeDocument/2006/relationships/slide" Target="slides/slide39.xml"/><Relationship Id="rId50" Type="http://schemas.openxmlformats.org/officeDocument/2006/relationships/slide" Target="slides/slide38.xml"/><Relationship Id="rId5" Type="http://schemas.openxmlformats.org/officeDocument/2006/relationships/slideMaster" Target="slideMasters/slideMaster4.xml"/><Relationship Id="rId49" Type="http://schemas.openxmlformats.org/officeDocument/2006/relationships/slide" Target="slides/slide37.xml"/><Relationship Id="rId48" Type="http://schemas.openxmlformats.org/officeDocument/2006/relationships/slide" Target="slides/slide36.xml"/><Relationship Id="rId47" Type="http://schemas.openxmlformats.org/officeDocument/2006/relationships/slide" Target="slides/slide35.xml"/><Relationship Id="rId46" Type="http://schemas.openxmlformats.org/officeDocument/2006/relationships/slide" Target="slides/slide34.xml"/><Relationship Id="rId45" Type="http://schemas.openxmlformats.org/officeDocument/2006/relationships/slide" Target="slides/slide33.xml"/><Relationship Id="rId44" Type="http://schemas.openxmlformats.org/officeDocument/2006/relationships/slide" Target="slides/slide32.xml"/><Relationship Id="rId43" Type="http://schemas.openxmlformats.org/officeDocument/2006/relationships/slide" Target="slides/slide31.xml"/><Relationship Id="rId42" Type="http://schemas.openxmlformats.org/officeDocument/2006/relationships/slide" Target="slides/slide30.xml"/><Relationship Id="rId41" Type="http://schemas.openxmlformats.org/officeDocument/2006/relationships/slide" Target="slides/slide29.xml"/><Relationship Id="rId40" Type="http://schemas.openxmlformats.org/officeDocument/2006/relationships/slide" Target="slides/slide28.xml"/><Relationship Id="rId4" Type="http://schemas.openxmlformats.org/officeDocument/2006/relationships/slideMaster" Target="slideMasters/slideMaster3.xml"/><Relationship Id="rId39" Type="http://schemas.openxmlformats.org/officeDocument/2006/relationships/slide" Target="slides/slide27.xml"/><Relationship Id="rId38" Type="http://schemas.openxmlformats.org/officeDocument/2006/relationships/slide" Target="slides/slide26.xml"/><Relationship Id="rId37" Type="http://schemas.openxmlformats.org/officeDocument/2006/relationships/slide" Target="slides/slide25.xml"/><Relationship Id="rId36" Type="http://schemas.openxmlformats.org/officeDocument/2006/relationships/slide" Target="slides/slide24.xml"/><Relationship Id="rId35" Type="http://schemas.openxmlformats.org/officeDocument/2006/relationships/slide" Target="slides/slide23.xml"/><Relationship Id="rId34" Type="http://schemas.openxmlformats.org/officeDocument/2006/relationships/slide" Target="slides/slide22.xml"/><Relationship Id="rId33" Type="http://schemas.openxmlformats.org/officeDocument/2006/relationships/slide" Target="slides/slide21.xml"/><Relationship Id="rId32" Type="http://schemas.openxmlformats.org/officeDocument/2006/relationships/slide" Target="slides/slide20.xml"/><Relationship Id="rId31" Type="http://schemas.openxmlformats.org/officeDocument/2006/relationships/slide" Target="slides/slide19.xml"/><Relationship Id="rId30" Type="http://schemas.openxmlformats.org/officeDocument/2006/relationships/slide" Target="slides/slide18.xml"/><Relationship Id="rId3" Type="http://schemas.openxmlformats.org/officeDocument/2006/relationships/slideMaster" Target="slideMasters/slideMaster2.xml"/><Relationship Id="rId29" Type="http://schemas.openxmlformats.org/officeDocument/2006/relationships/slide" Target="slides/slide17.xml"/><Relationship Id="rId28" Type="http://schemas.openxmlformats.org/officeDocument/2006/relationships/slide" Target="slides/slide16.xml"/><Relationship Id="rId27" Type="http://schemas.openxmlformats.org/officeDocument/2006/relationships/slide" Target="slides/slide15.xml"/><Relationship Id="rId26" Type="http://schemas.openxmlformats.org/officeDocument/2006/relationships/slide" Target="slides/slide14.xml"/><Relationship Id="rId25" Type="http://schemas.openxmlformats.org/officeDocument/2006/relationships/slide" Target="slides/slide13.xml"/><Relationship Id="rId24" Type="http://schemas.openxmlformats.org/officeDocument/2006/relationships/slide" Target="slides/slide12.xml"/><Relationship Id="rId23" Type="http://schemas.openxmlformats.org/officeDocument/2006/relationships/slide" Target="slides/slide11.xml"/><Relationship Id="rId22" Type="http://schemas.openxmlformats.org/officeDocument/2006/relationships/slide" Target="slides/slide10.xml"/><Relationship Id="rId21" Type="http://schemas.openxmlformats.org/officeDocument/2006/relationships/slide" Target="slides/slide9.xml"/><Relationship Id="rId20" Type="http://schemas.openxmlformats.org/officeDocument/2006/relationships/slide" Target="slides/slide8.xml"/><Relationship Id="rId2" Type="http://schemas.openxmlformats.org/officeDocument/2006/relationships/theme" Target="theme/theme1.xml"/><Relationship Id="rId19" Type="http://schemas.openxmlformats.org/officeDocument/2006/relationships/slide" Target="slides/slide7.xml"/><Relationship Id="rId18" Type="http://schemas.openxmlformats.org/officeDocument/2006/relationships/slide" Target="slides/slide6.xml"/><Relationship Id="rId17" Type="http://schemas.openxmlformats.org/officeDocument/2006/relationships/slide" Target="slides/slide5.xml"/><Relationship Id="rId16" Type="http://schemas.openxmlformats.org/officeDocument/2006/relationships/slide" Target="slides/slide4.xml"/><Relationship Id="rId151" Type="http://schemas.openxmlformats.org/officeDocument/2006/relationships/tags" Target="tags/tag1.xml"/><Relationship Id="rId150" Type="http://schemas.openxmlformats.org/officeDocument/2006/relationships/tableStyles" Target="tableStyles.xml"/><Relationship Id="rId15" Type="http://schemas.openxmlformats.org/officeDocument/2006/relationships/slide" Target="slides/slide3.xml"/><Relationship Id="rId149" Type="http://schemas.openxmlformats.org/officeDocument/2006/relationships/viewProps" Target="viewProps.xml"/><Relationship Id="rId148" Type="http://schemas.openxmlformats.org/officeDocument/2006/relationships/presProps" Target="presProps.xml"/><Relationship Id="rId147" Type="http://schemas.openxmlformats.org/officeDocument/2006/relationships/handoutMaster" Target="handoutMasters/handoutMaster1.xml"/><Relationship Id="rId146" Type="http://schemas.openxmlformats.org/officeDocument/2006/relationships/notesMaster" Target="notesMasters/notesMaster1.xml"/><Relationship Id="rId145" Type="http://schemas.openxmlformats.org/officeDocument/2006/relationships/slide" Target="slides/slide133.xml"/><Relationship Id="rId144" Type="http://schemas.openxmlformats.org/officeDocument/2006/relationships/slide" Target="slides/slide132.xml"/><Relationship Id="rId143" Type="http://schemas.openxmlformats.org/officeDocument/2006/relationships/slide" Target="slides/slide131.xml"/><Relationship Id="rId142" Type="http://schemas.openxmlformats.org/officeDocument/2006/relationships/slide" Target="slides/slide130.xml"/><Relationship Id="rId141" Type="http://schemas.openxmlformats.org/officeDocument/2006/relationships/slide" Target="slides/slide129.xml"/><Relationship Id="rId140" Type="http://schemas.openxmlformats.org/officeDocument/2006/relationships/slide" Target="slides/slide128.xml"/><Relationship Id="rId14" Type="http://schemas.openxmlformats.org/officeDocument/2006/relationships/slide" Target="slides/slide2.xml"/><Relationship Id="rId139" Type="http://schemas.openxmlformats.org/officeDocument/2006/relationships/slide" Target="slides/slide127.xml"/><Relationship Id="rId138" Type="http://schemas.openxmlformats.org/officeDocument/2006/relationships/slide" Target="slides/slide126.xml"/><Relationship Id="rId137" Type="http://schemas.openxmlformats.org/officeDocument/2006/relationships/slide" Target="slides/slide125.xml"/><Relationship Id="rId136" Type="http://schemas.openxmlformats.org/officeDocument/2006/relationships/slide" Target="slides/slide124.xml"/><Relationship Id="rId135" Type="http://schemas.openxmlformats.org/officeDocument/2006/relationships/slide" Target="slides/slide123.xml"/><Relationship Id="rId134" Type="http://schemas.openxmlformats.org/officeDocument/2006/relationships/slide" Target="slides/slide122.xml"/><Relationship Id="rId133" Type="http://schemas.openxmlformats.org/officeDocument/2006/relationships/slide" Target="slides/slide121.xml"/><Relationship Id="rId132" Type="http://schemas.openxmlformats.org/officeDocument/2006/relationships/slide" Target="slides/slide120.xml"/><Relationship Id="rId131" Type="http://schemas.openxmlformats.org/officeDocument/2006/relationships/slide" Target="slides/slide119.xml"/><Relationship Id="rId130" Type="http://schemas.openxmlformats.org/officeDocument/2006/relationships/slide" Target="slides/slide118.xml"/><Relationship Id="rId13" Type="http://schemas.openxmlformats.org/officeDocument/2006/relationships/slide" Target="slides/slide1.xml"/><Relationship Id="rId129" Type="http://schemas.openxmlformats.org/officeDocument/2006/relationships/slide" Target="slides/slide117.xml"/><Relationship Id="rId128" Type="http://schemas.openxmlformats.org/officeDocument/2006/relationships/slide" Target="slides/slide116.xml"/><Relationship Id="rId127" Type="http://schemas.openxmlformats.org/officeDocument/2006/relationships/slide" Target="slides/slide115.xml"/><Relationship Id="rId126" Type="http://schemas.openxmlformats.org/officeDocument/2006/relationships/slide" Target="slides/slide114.xml"/><Relationship Id="rId125" Type="http://schemas.openxmlformats.org/officeDocument/2006/relationships/slide" Target="slides/slide113.xml"/><Relationship Id="rId124" Type="http://schemas.openxmlformats.org/officeDocument/2006/relationships/slide" Target="slides/slide112.xml"/><Relationship Id="rId123" Type="http://schemas.openxmlformats.org/officeDocument/2006/relationships/slide" Target="slides/slide111.xml"/><Relationship Id="rId122" Type="http://schemas.openxmlformats.org/officeDocument/2006/relationships/slide" Target="slides/slide110.xml"/><Relationship Id="rId121" Type="http://schemas.openxmlformats.org/officeDocument/2006/relationships/slide" Target="slides/slide109.xml"/><Relationship Id="rId120" Type="http://schemas.openxmlformats.org/officeDocument/2006/relationships/slide" Target="slides/slide108.xml"/><Relationship Id="rId12" Type="http://schemas.openxmlformats.org/officeDocument/2006/relationships/slideMaster" Target="slideMasters/slideMaster11.xml"/><Relationship Id="rId119" Type="http://schemas.openxmlformats.org/officeDocument/2006/relationships/slide" Target="slides/slide107.xml"/><Relationship Id="rId118" Type="http://schemas.openxmlformats.org/officeDocument/2006/relationships/slide" Target="slides/slide106.xml"/><Relationship Id="rId117" Type="http://schemas.openxmlformats.org/officeDocument/2006/relationships/slide" Target="slides/slide105.xml"/><Relationship Id="rId116" Type="http://schemas.openxmlformats.org/officeDocument/2006/relationships/slide" Target="slides/slide104.xml"/><Relationship Id="rId115" Type="http://schemas.openxmlformats.org/officeDocument/2006/relationships/slide" Target="slides/slide103.xml"/><Relationship Id="rId114" Type="http://schemas.openxmlformats.org/officeDocument/2006/relationships/slide" Target="slides/slide102.xml"/><Relationship Id="rId113" Type="http://schemas.openxmlformats.org/officeDocument/2006/relationships/slide" Target="slides/slide101.xml"/><Relationship Id="rId112" Type="http://schemas.openxmlformats.org/officeDocument/2006/relationships/slide" Target="slides/slide100.xml"/><Relationship Id="rId111" Type="http://schemas.openxmlformats.org/officeDocument/2006/relationships/slide" Target="slides/slide99.xml"/><Relationship Id="rId110" Type="http://schemas.openxmlformats.org/officeDocument/2006/relationships/slide" Target="slides/slide98.xml"/><Relationship Id="rId11" Type="http://schemas.openxmlformats.org/officeDocument/2006/relationships/slideMaster" Target="slideMasters/slideMaster10.xml"/><Relationship Id="rId109" Type="http://schemas.openxmlformats.org/officeDocument/2006/relationships/slide" Target="slides/slide97.xml"/><Relationship Id="rId108" Type="http://schemas.openxmlformats.org/officeDocument/2006/relationships/slide" Target="slides/slide96.xml"/><Relationship Id="rId107" Type="http://schemas.openxmlformats.org/officeDocument/2006/relationships/slide" Target="slides/slide95.xml"/><Relationship Id="rId106" Type="http://schemas.openxmlformats.org/officeDocument/2006/relationships/slide" Target="slides/slide94.xml"/><Relationship Id="rId105" Type="http://schemas.openxmlformats.org/officeDocument/2006/relationships/slide" Target="slides/slide93.xml"/><Relationship Id="rId104" Type="http://schemas.openxmlformats.org/officeDocument/2006/relationships/slide" Target="slides/slide92.xml"/><Relationship Id="rId103" Type="http://schemas.openxmlformats.org/officeDocument/2006/relationships/slide" Target="slides/slide91.xml"/><Relationship Id="rId102" Type="http://schemas.openxmlformats.org/officeDocument/2006/relationships/slide" Target="slides/slide90.xml"/><Relationship Id="rId101" Type="http://schemas.openxmlformats.org/officeDocument/2006/relationships/slide" Target="slides/slide89.xml"/><Relationship Id="rId100" Type="http://schemas.openxmlformats.org/officeDocument/2006/relationships/slide" Target="slides/slide88.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noProof="1"/>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noProof="1" smtClean="0">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noProof="1"/>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wrap="square" lIns="91440" tIns="45720" rIns="91440" bIns="45720" numCol="1" anchor="b" anchorCtr="0" compatLnSpc="1"/>
          <a:lstStyle/>
          <a:p>
            <a:pPr lvl="0" algn="r" eaLnBrk="1" fontAlgn="base" hangingPunct="1"/>
            <a:fld id="{9A0DB2DC-4C9A-4742-B13C-FB6460FD3503}" type="slidenum">
              <a:rPr lang="zh-CN" altLang="en-US" sz="1200" strike="noStrike" noProof="1" dirty="0">
                <a:latin typeface="Arial" panose="020B0604020202020204" pitchFamily="34" charset="0"/>
                <a:ea typeface="宋体" panose="02010600030101010101" pitchFamily="2" charset="-122"/>
                <a:cs typeface="+mn-cs"/>
              </a:rPr>
            </a:fld>
            <a:endParaRPr lang="zh-CN" altLang="en-US" sz="1200"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p:cNvSpPr>
          <p:nvPr>
            <p:ph type="hdr" sz="quarter"/>
          </p:nvPr>
        </p:nvSpPr>
        <p:spPr>
          <a:xfrm>
            <a:off x="0" y="0"/>
            <a:ext cx="2971800" cy="457200"/>
          </a:xfrm>
          <a:prstGeom prst="rect">
            <a:avLst/>
          </a:prstGeom>
          <a:noFill/>
          <a:ln w="9525">
            <a:noFill/>
            <a:miter/>
          </a:ln>
        </p:spPr>
        <p:txBody>
          <a:bodyPr/>
          <a:lstStyle>
            <a:lvl1pPr>
              <a:defRPr sz="1200" noProof="1"/>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387" name="Rectangle 3"/>
          <p:cNvSpPr>
            <a:spLocks noGrp="1"/>
          </p:cNvSpPr>
          <p:nvPr>
            <p:ph type="dt" idx="1"/>
          </p:nvPr>
        </p:nvSpPr>
        <p:spPr>
          <a:xfrm>
            <a:off x="3884613" y="0"/>
            <a:ext cx="2971800" cy="457200"/>
          </a:xfrm>
          <a:prstGeom prst="rect">
            <a:avLst/>
          </a:prstGeom>
          <a:noFill/>
          <a:ln w="9525">
            <a:noFill/>
            <a:miter/>
          </a:ln>
        </p:spPr>
        <p:txBody>
          <a:bodyPr/>
          <a:lstStyle>
            <a:lvl1pPr algn="r">
              <a:defRPr sz="1200" noProof="1" dirty="0">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19460" name="Rectangle 4"/>
          <p:cNvSpPr>
            <a:spLocks noGrp="1" noRot="1" noChangeAspect="1"/>
          </p:cNvSpPr>
          <p:nvPr>
            <p:ph type="sldImg"/>
          </p:nvPr>
        </p:nvSpPr>
        <p:spPr>
          <a:xfrm>
            <a:off x="381000" y="685800"/>
            <a:ext cx="6096000" cy="3429000"/>
          </a:xfrm>
          <a:prstGeom prst="rect">
            <a:avLst/>
          </a:prstGeom>
          <a:noFill/>
          <a:ln w="9525">
            <a:noFill/>
          </a:ln>
        </p:spPr>
      </p:sp>
      <p:sp>
        <p:nvSpPr>
          <p:cNvPr id="20485" name="Rectangle 5"/>
          <p:cNvSpPr>
            <a:spLocks noGrp="1" noChangeArrowheads="1"/>
          </p:cNvSpPr>
          <p:nvPr>
            <p:ph type="body" sz="quarter" idx="4294967295"/>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16390" name="Rectangle 6"/>
          <p:cNvSpPr>
            <a:spLocks noGrp="1"/>
          </p:cNvSpPr>
          <p:nvPr>
            <p:ph type="ftr" sz="quarter" idx="4"/>
          </p:nvPr>
        </p:nvSpPr>
        <p:spPr>
          <a:xfrm>
            <a:off x="0" y="8685213"/>
            <a:ext cx="2971800" cy="457200"/>
          </a:xfrm>
          <a:prstGeom prst="rect">
            <a:avLst/>
          </a:prstGeom>
          <a:noFill/>
          <a:ln w="9525">
            <a:noFill/>
            <a:miter/>
          </a:ln>
        </p:spPr>
        <p:txBody>
          <a:bodyPr anchor="b"/>
          <a:lstStyle>
            <a:lvl1pPr>
              <a:defRPr sz="1200" noProof="1"/>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391" name="Rectangle 7"/>
          <p:cNvSpPr>
            <a:spLocks noGrp="1"/>
          </p:cNvSpPr>
          <p:nvPr>
            <p:ph type="sldNum" sz="quarter" idx="5"/>
          </p:nvPr>
        </p:nvSpPr>
        <p:spPr>
          <a:xfrm>
            <a:off x="3884613" y="8685213"/>
            <a:ext cx="2971800" cy="457200"/>
          </a:xfrm>
          <a:prstGeom prst="rect">
            <a:avLst/>
          </a:prstGeom>
          <a:noFill/>
          <a:ln w="9525">
            <a:noFill/>
            <a:miter/>
          </a:ln>
        </p:spPr>
        <p:txBody>
          <a:bodyPr vert="horz" wrap="square" lIns="91440" tIns="45720" rIns="91440" bIns="45720" numCol="1" anchor="b" anchorCtr="0" compatLnSpc="1"/>
          <a:lstStyle/>
          <a:p>
            <a:pPr lvl="0" algn="r" eaLnBrk="1" fontAlgn="base" hangingPunct="1"/>
            <a:fld id="{9A0DB2DC-4C9A-4742-B13C-FB6460FD3503}" type="slidenum">
              <a:rPr lang="zh-CN" altLang="en-US" sz="1200" strike="noStrike" noProof="1" dirty="0">
                <a:latin typeface="Arial" panose="020B0604020202020204" pitchFamily="34" charset="0"/>
                <a:ea typeface="宋体" panose="02010600030101010101" pitchFamily="2" charset="-122"/>
                <a:cs typeface="+mn-cs"/>
              </a:rPr>
            </a:fld>
            <a:endParaRPr lang="zh-CN" altLang="en-US"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lvl="1" algn="l" rtl="0" eaLnBrk="0" fontAlgn="base" hangingPunct="0">
      <a:spcBef>
        <a:spcPct val="30000"/>
      </a:spcBef>
      <a:spcAft>
        <a:spcPct val="0"/>
      </a:spcAft>
      <a:defRPr sz="1200" kern="1200">
        <a:solidFill>
          <a:schemeClr val="tx1"/>
        </a:solidFill>
        <a:latin typeface="+mn-lt"/>
        <a:ea typeface="+mn-ea"/>
        <a:cs typeface="+mn-cs"/>
      </a:defRPr>
    </a:lvl2pPr>
    <a:lvl3pPr marL="914400" lvl="2" algn="l" rtl="0" eaLnBrk="0" fontAlgn="base" hangingPunct="0">
      <a:spcBef>
        <a:spcPct val="30000"/>
      </a:spcBef>
      <a:spcAft>
        <a:spcPct val="0"/>
      </a:spcAft>
      <a:defRPr sz="1200" kern="1200">
        <a:solidFill>
          <a:schemeClr val="tx1"/>
        </a:solidFill>
        <a:latin typeface="+mn-lt"/>
        <a:ea typeface="+mn-ea"/>
        <a:cs typeface="+mn-cs"/>
      </a:defRPr>
    </a:lvl3pPr>
    <a:lvl4pPr marL="1371600" lvl="3" algn="l" rtl="0" eaLnBrk="0" fontAlgn="base" hangingPunct="0">
      <a:spcBef>
        <a:spcPct val="30000"/>
      </a:spcBef>
      <a:spcAft>
        <a:spcPct val="0"/>
      </a:spcAft>
      <a:defRPr sz="1200" kern="1200">
        <a:solidFill>
          <a:schemeClr val="tx1"/>
        </a:solidFill>
        <a:latin typeface="+mn-lt"/>
        <a:ea typeface="+mn-ea"/>
        <a:cs typeface="+mn-cs"/>
      </a:defRPr>
    </a:lvl4pPr>
    <a:lvl5pPr marL="1828800" lvl="4" algn="l" rtl="0" eaLnBrk="0" fontAlgn="base" hangingPunct="0">
      <a:spcBef>
        <a:spcPct val="30000"/>
      </a:spcBef>
      <a:spcAft>
        <a:spcPct val="0"/>
      </a:spcAft>
      <a:defRPr sz="1200" kern="1200">
        <a:solidFill>
          <a:schemeClr val="tx1"/>
        </a:solidFill>
        <a:latin typeface="+mn-lt"/>
        <a:ea typeface="+mn-ea"/>
        <a:cs typeface="+mn-cs"/>
      </a:defRPr>
    </a:lvl5pPr>
    <a:lvl6pPr marL="2286000" lvl="5"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dotDmnd">
          <a:fgClr>
            <a:srgbClr val="92D050"/>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z="3375"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z="1350" strike="noStrike" noProof="1" smtClean="0"/>
              <a:t>单击此处编辑母版副标题样式</a:t>
            </a:r>
            <a:endParaRPr lang="zh-CN" altLang="en-US" strike="noStrike" noProof="1"/>
          </a:p>
        </p:txBody>
      </p:sp>
      <p:sp>
        <p:nvSpPr>
          <p:cNvPr id="7" name="Date Placeholder 3"/>
          <p:cNvSpPr>
            <a:spLocks noGrp="1"/>
          </p:cNvSpPr>
          <p:nvPr>
            <p:ph type="dt" sz="half" idx="2"/>
          </p:nvPr>
        </p:nvSpPr>
        <p:spPr>
          <a:xfrm>
            <a:off x="457200" y="4684713"/>
            <a:ext cx="2133600" cy="357188"/>
          </a:xfrm>
          <a:prstGeom prst="rect">
            <a:avLst/>
          </a:prstGeom>
          <a:noFill/>
          <a:ln w="9525">
            <a:noFill/>
            <a:miter/>
          </a:ln>
        </p:spPr>
        <p:txBody>
          <a:bodyPr/>
          <a:lstStyle>
            <a:lvl1pPr>
              <a:defRPr dirty="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8" name="Footer Placeholder 4"/>
          <p:cNvSpPr>
            <a:spLocks noGrp="1"/>
          </p:cNvSpPr>
          <p:nvPr>
            <p:ph type="ftr" sz="quarter" idx="3"/>
          </p:nvPr>
        </p:nvSpPr>
        <p:spPr>
          <a:xfrm>
            <a:off x="3124200" y="4684713"/>
            <a:ext cx="2895600" cy="357188"/>
          </a:xfrm>
          <a:prstGeom prst="rect">
            <a:avLst/>
          </a:prstGeom>
          <a:noFill/>
          <a:ln w="9525">
            <a:noFill/>
            <a:mite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Slide Number Placeholder 5"/>
          <p:cNvSpPr>
            <a:spLocks noGrp="1"/>
          </p:cNvSpPr>
          <p:nvPr>
            <p:ph type="sldNum" sz="quarter" idx="4"/>
          </p:nvPr>
        </p:nvSpPr>
        <p:spPr>
          <a:xfrm>
            <a:off x="6553200" y="4684713"/>
            <a:ext cx="2133600" cy="357188"/>
          </a:xfrm>
          <a:prstGeom prst="rect">
            <a:avLst/>
          </a:prstGeom>
          <a:noFill/>
          <a:ln w="9525">
            <a:noFill/>
            <a:miter/>
          </a:ln>
        </p:spPr>
        <p:txBody>
          <a:bodyPr vert="horz" wrap="square" lIns="91440" tIns="45720" rIns="91440" bIns="45720" numCol="1" anchor="t" anchorCtr="0" compatLnSpc="1"/>
          <a:lstStyle/>
          <a:p>
            <a:pPr algn="r" fontAlgn="base"/>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7"/>
          <p:cNvCxnSpPr/>
          <p:nvPr userDrawn="1"/>
        </p:nvCxnSpPr>
        <p:spPr>
          <a:xfrm>
            <a:off x="146050" y="742604"/>
            <a:ext cx="0" cy="3322425"/>
          </a:xfrm>
          <a:prstGeom prst="line">
            <a:avLst/>
          </a:prstGeom>
          <a:ln w="28575" cmpd="sng">
            <a:solidFill>
              <a:srgbClr val="002060"/>
            </a:solidFill>
            <a:prstDash val="solid"/>
          </a:ln>
          <a:effectLst>
            <a:glow>
              <a:schemeClr val="accent1">
                <a:alpha val="40000"/>
              </a:schemeClr>
            </a:glow>
          </a:effectLst>
        </p:spPr>
        <p:style>
          <a:lnRef idx="1">
            <a:schemeClr val="accent1"/>
          </a:lnRef>
          <a:fillRef idx="0">
            <a:schemeClr val="accent1"/>
          </a:fillRef>
          <a:effectRef idx="0">
            <a:schemeClr val="accent1"/>
          </a:effectRef>
          <a:fontRef idx="minor">
            <a:schemeClr val="tx1"/>
          </a:fontRef>
        </p:style>
      </p:cxnSp>
      <p:cxnSp>
        <p:nvCxnSpPr>
          <p:cNvPr id="8" name="直接连接符 6"/>
          <p:cNvCxnSpPr/>
          <p:nvPr userDrawn="1"/>
        </p:nvCxnSpPr>
        <p:spPr>
          <a:xfrm>
            <a:off x="44450" y="939800"/>
            <a:ext cx="8286750" cy="0"/>
          </a:xfrm>
          <a:prstGeom prst="line">
            <a:avLst/>
          </a:prstGeom>
          <a:ln w="28575" cmpd="sng">
            <a:solidFill>
              <a:schemeClr val="accent6"/>
            </a:solidFill>
            <a:prstDash val="solid"/>
          </a:ln>
        </p:spPr>
        <p:style>
          <a:lnRef idx="3">
            <a:schemeClr val="accent6"/>
          </a:lnRef>
          <a:fillRef idx="0">
            <a:schemeClr val="accent6"/>
          </a:fillRef>
          <a:effectRef idx="2">
            <a:schemeClr val="accent6"/>
          </a:effectRef>
          <a:fontRef idx="minor">
            <a:schemeClr val="tx1"/>
          </a:fontRef>
        </p:style>
      </p:cxnSp>
      <p:sp>
        <p:nvSpPr>
          <p:cNvPr id="2" name="标题 1"/>
          <p:cNvSpPr>
            <a:spLocks noGrp="1"/>
          </p:cNvSpPr>
          <p:nvPr>
            <p:ph type="title"/>
          </p:nvPr>
        </p:nvSpPr>
        <p:spPr>
          <a:xfrm>
            <a:off x="3175" y="-953"/>
            <a:ext cx="9121775" cy="925039"/>
          </a:xfrm>
          <a:gradFill>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a:lstStyle>
            <a:lvl1pPr algn="l">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10" name="Date Placeholder 3"/>
          <p:cNvSpPr>
            <a:spLocks noGrp="1"/>
          </p:cNvSpPr>
          <p:nvPr>
            <p:ph type="dt" sz="half" idx="2"/>
          </p:nvPr>
        </p:nvSpPr>
        <p:spPr>
          <a:xfrm>
            <a:off x="457200" y="4684713"/>
            <a:ext cx="2133600" cy="357188"/>
          </a:xfrm>
          <a:prstGeom prst="rect">
            <a:avLst/>
          </a:prstGeom>
          <a:noFill/>
          <a:ln w="9525">
            <a:noFill/>
            <a:miter/>
          </a:ln>
        </p:spPr>
        <p:txBody>
          <a:bodyPr/>
          <a:lstStyle>
            <a:lvl1pPr>
              <a:defRPr dirty="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11" name="Footer Placeholder 4"/>
          <p:cNvSpPr>
            <a:spLocks noGrp="1"/>
          </p:cNvSpPr>
          <p:nvPr>
            <p:ph type="ftr" sz="quarter" idx="3"/>
          </p:nvPr>
        </p:nvSpPr>
        <p:spPr>
          <a:xfrm>
            <a:off x="3124200" y="4684713"/>
            <a:ext cx="2895600" cy="357188"/>
          </a:xfrm>
          <a:prstGeom prst="rect">
            <a:avLst/>
          </a:prstGeom>
          <a:noFill/>
          <a:ln w="9525">
            <a:noFill/>
            <a:mite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 name="Slide Number Placeholder 5"/>
          <p:cNvSpPr>
            <a:spLocks noGrp="1"/>
          </p:cNvSpPr>
          <p:nvPr>
            <p:ph type="sldNum" sz="quarter" idx="4"/>
          </p:nvPr>
        </p:nvSpPr>
        <p:spPr>
          <a:xfrm>
            <a:off x="6553200" y="4684713"/>
            <a:ext cx="2133600" cy="357188"/>
          </a:xfrm>
          <a:prstGeom prst="rect">
            <a:avLst/>
          </a:prstGeom>
          <a:noFill/>
          <a:ln w="9525">
            <a:noFill/>
            <a:miter/>
          </a:ln>
        </p:spPr>
        <p:txBody>
          <a:bodyPr vert="horz" wrap="square" lIns="91440" tIns="45720" rIns="91440" bIns="45720" numCol="1" anchor="t" anchorCtr="0" compatLnSpc="1"/>
          <a:lstStyle/>
          <a:p>
            <a:pPr algn="r" fontAlgn="base"/>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p>
        </p:txBody>
      </p:sp>
      <p:pic>
        <p:nvPicPr>
          <p:cNvPr id="13316" name="图片 3" descr="qrcode_for_gh_6f2df669dea9_1280"/>
          <p:cNvPicPr>
            <a:picLocks noChangeAspect="1"/>
          </p:cNvPicPr>
          <p:nvPr userDrawn="1"/>
        </p:nvPicPr>
        <p:blipFill>
          <a:blip r:embed="rId2"/>
          <a:stretch>
            <a:fillRect/>
          </a:stretch>
        </p:blipFill>
        <p:spPr>
          <a:xfrm>
            <a:off x="7559040" y="3858260"/>
            <a:ext cx="1565910" cy="1254760"/>
          </a:xfrm>
          <a:prstGeom prst="rect">
            <a:avLst/>
          </a:prstGeom>
          <a:noFill/>
          <a:ln w="9525">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z="3375"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z="1350"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z="1575"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z="1575"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Slide Number Placeholder 8"/>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Slide Number Placeholder 4"/>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Slide Number Placeholder 3"/>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z="1575" strike="noStrike" noProof="1" smtClean="0"/>
              <a:t>第二级</a:t>
            </a:r>
            <a:endParaRPr lang="zh-CN" altLang="en-US" strike="noStrike" noProof="1" smtClean="0"/>
          </a:p>
          <a:p>
            <a:pPr lvl="2" fontAlgn="base"/>
            <a:r>
              <a:rPr lang="zh-CN" altLang="en-US" sz="1350" strike="noStrike" noProof="1" smtClean="0"/>
              <a:t>第三级</a:t>
            </a:r>
            <a:endParaRPr lang="zh-CN" altLang="en-US" strike="noStrike" noProof="1" smtClean="0"/>
          </a:p>
          <a:p>
            <a:pPr lvl="3" fontAlgn="base"/>
            <a:r>
              <a:rPr lang="zh-CN" altLang="en-US" sz="1125" strike="noStrike" noProof="1" smtClean="0"/>
              <a:t>第四级</a:t>
            </a:r>
            <a:endParaRPr lang="zh-CN" altLang="en-US" strike="noStrike" noProof="1" smtClean="0"/>
          </a:p>
          <a:p>
            <a:pPr lvl="4" fontAlgn="base"/>
            <a:r>
              <a:rPr lang="zh-CN" altLang="en-US" sz="1125"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vert="horz" wrap="square" lIns="91440" tIns="45720" rIns="91440" bIns="45720" numCol="1" anchor="t" anchorCtr="0" compatLnSpc="1"/>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z="1125"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z="3375"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z="1350"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z="3375"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z="1350"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z="1575"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z="1575"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Slide Number Placeholder 8"/>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Slide Number Placeholder 4"/>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Slide Number Placeholder 3"/>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z="1575" strike="noStrike" noProof="1" smtClean="0"/>
              <a:t>第二级</a:t>
            </a:r>
            <a:endParaRPr lang="zh-CN" altLang="en-US" strike="noStrike" noProof="1" smtClean="0"/>
          </a:p>
          <a:p>
            <a:pPr lvl="2" fontAlgn="base"/>
            <a:r>
              <a:rPr lang="zh-CN" altLang="en-US" sz="1350" strike="noStrike" noProof="1" smtClean="0"/>
              <a:t>第三级</a:t>
            </a:r>
            <a:endParaRPr lang="zh-CN" altLang="en-US" strike="noStrike" noProof="1" smtClean="0"/>
          </a:p>
          <a:p>
            <a:pPr lvl="3" fontAlgn="base"/>
            <a:r>
              <a:rPr lang="zh-CN" altLang="en-US" sz="1125" strike="noStrike" noProof="1" smtClean="0"/>
              <a:t>第四级</a:t>
            </a:r>
            <a:endParaRPr lang="zh-CN" altLang="en-US" strike="noStrike" noProof="1" smtClean="0"/>
          </a:p>
          <a:p>
            <a:pPr lvl="4" fontAlgn="base"/>
            <a:r>
              <a:rPr lang="zh-CN" altLang="en-US" sz="1125"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vert="horz" wrap="square" lIns="91440" tIns="45720" rIns="91440" bIns="45720" numCol="1" anchor="t" anchorCtr="0" compatLnSpc="1"/>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z="1125"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z="3375"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z="1350"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z="3375"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z="1350"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z="1575"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z="1575"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Slide Number Placeholder 8"/>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Slide Number Placeholder 4"/>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Slide Number Placeholder 3"/>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z="1575" strike="noStrike" noProof="1" smtClean="0"/>
              <a:t>第二级</a:t>
            </a:r>
            <a:endParaRPr lang="zh-CN" altLang="en-US" strike="noStrike" noProof="1" smtClean="0"/>
          </a:p>
          <a:p>
            <a:pPr lvl="2" fontAlgn="base"/>
            <a:r>
              <a:rPr lang="zh-CN" altLang="en-US" sz="1350" strike="noStrike" noProof="1" smtClean="0"/>
              <a:t>第三级</a:t>
            </a:r>
            <a:endParaRPr lang="zh-CN" altLang="en-US" strike="noStrike" noProof="1" smtClean="0"/>
          </a:p>
          <a:p>
            <a:pPr lvl="3" fontAlgn="base"/>
            <a:r>
              <a:rPr lang="zh-CN" altLang="en-US" sz="1125" strike="noStrike" noProof="1" smtClean="0"/>
              <a:t>第四级</a:t>
            </a:r>
            <a:endParaRPr lang="zh-CN" altLang="en-US" strike="noStrike" noProof="1" smtClean="0"/>
          </a:p>
          <a:p>
            <a:pPr lvl="4" fontAlgn="base"/>
            <a:r>
              <a:rPr lang="zh-CN" altLang="en-US" sz="1125"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vert="horz" wrap="square" lIns="91440" tIns="45720" rIns="91440" bIns="45720" numCol="1" anchor="t" anchorCtr="0" compatLnSpc="1"/>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z="1125"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z="3375"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z="1350"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z="3375"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z="1350"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z="1575"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z="1575"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Slide Number Placeholder 8"/>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Slide Number Placeholder 4"/>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Slide Number Placeholder 3"/>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z="1575" strike="noStrike" noProof="1" smtClean="0"/>
              <a:t>第二级</a:t>
            </a:r>
            <a:endParaRPr lang="zh-CN" altLang="en-US" strike="noStrike" noProof="1" smtClean="0"/>
          </a:p>
          <a:p>
            <a:pPr lvl="2" fontAlgn="base"/>
            <a:r>
              <a:rPr lang="zh-CN" altLang="en-US" sz="1350" strike="noStrike" noProof="1" smtClean="0"/>
              <a:t>第三级</a:t>
            </a:r>
            <a:endParaRPr lang="zh-CN" altLang="en-US" strike="noStrike" noProof="1" smtClean="0"/>
          </a:p>
          <a:p>
            <a:pPr lvl="3" fontAlgn="base"/>
            <a:r>
              <a:rPr lang="zh-CN" altLang="en-US" sz="1125" strike="noStrike" noProof="1" smtClean="0"/>
              <a:t>第四级</a:t>
            </a:r>
            <a:endParaRPr lang="zh-CN" altLang="en-US" strike="noStrike" noProof="1" smtClean="0"/>
          </a:p>
          <a:p>
            <a:pPr lvl="4" fontAlgn="base"/>
            <a:r>
              <a:rPr lang="zh-CN" altLang="en-US" sz="1125"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vert="horz" wrap="square" lIns="91440" tIns="45720" rIns="91440" bIns="45720" numCol="1" anchor="t" anchorCtr="0" compatLnSpc="1"/>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z="1125"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grpSp>
        <p:nvGrpSpPr>
          <p:cNvPr id="14338" name="组合 6145"/>
          <p:cNvGrpSpPr/>
          <p:nvPr/>
        </p:nvGrpSpPr>
        <p:grpSpPr>
          <a:xfrm>
            <a:off x="0" y="0"/>
            <a:ext cx="9144000" cy="5143500"/>
            <a:chOff x="0" y="0"/>
            <a:chExt cx="5760" cy="4319"/>
          </a:xfrm>
        </p:grpSpPr>
        <p:sp>
          <p:nvSpPr>
            <p:cNvPr id="14339" name="任意多边形 6146"/>
            <p:cNvSpPr/>
            <p:nvPr/>
          </p:nvSpPr>
          <p:spPr>
            <a:xfrm>
              <a:off x="0" y="12"/>
              <a:ext cx="5758" cy="3273"/>
            </a:xfrm>
            <a:custGeom>
              <a:avLst/>
              <a:gdLst/>
              <a:ahLst/>
              <a:cxnLst>
                <a:cxn ang="0">
                  <a:pos x="3213" y="1816"/>
                </a:cxn>
                <a:cxn ang="0">
                  <a:pos x="0" y="0"/>
                </a:cxn>
                <a:cxn ang="0">
                  <a:pos x="0" y="522"/>
                </a:cxn>
                <a:cxn ang="0">
                  <a:pos x="3057" y="1978"/>
                </a:cxn>
                <a:cxn ang="0">
                  <a:pos x="5776" y="3273"/>
                </a:cxn>
                <a:cxn ang="0">
                  <a:pos x="5776" y="3267"/>
                </a:cxn>
                <a:cxn ang="0">
                  <a:pos x="3213" y="1816"/>
                </a:cxn>
                <a:cxn ang="0">
                  <a:pos x="3213" y="1816"/>
                </a:cxn>
              </a:cxnLst>
              <a:rect l="0" t="0" r="0" b="0"/>
              <a:pathLst>
                <a:path w="5740" h="3273">
                  <a:moveTo>
                    <a:pt x="3193" y="1816"/>
                  </a:moveTo>
                  <a:lnTo>
                    <a:pt x="0" y="0"/>
                  </a:lnTo>
                  <a:lnTo>
                    <a:pt x="0" y="522"/>
                  </a:lnTo>
                  <a:lnTo>
                    <a:pt x="3037" y="1978"/>
                  </a:lnTo>
                  <a:lnTo>
                    <a:pt x="5740" y="3273"/>
                  </a:lnTo>
                  <a:lnTo>
                    <a:pt x="5740" y="3267"/>
                  </a:lnTo>
                  <a:lnTo>
                    <a:pt x="3193" y="1816"/>
                  </a:lnTo>
                  <a:close/>
                </a:path>
              </a:pathLst>
            </a:custGeom>
            <a:gradFill rotWithShape="0">
              <a:gsLst>
                <a:gs pos="0">
                  <a:srgbClr val="000051"/>
                </a:gs>
                <a:gs pos="100000">
                  <a:schemeClr val="bg2"/>
                </a:gs>
              </a:gsLst>
              <a:lin ang="0" scaled="1"/>
              <a:tileRect/>
            </a:gradFill>
            <a:ln w="9525">
              <a:noFill/>
            </a:ln>
          </p:spPr>
          <p:txBody>
            <a:bodyPr/>
            <a:lstStyle/>
            <a:p>
              <a:endParaRPr lang="en-US"/>
            </a:p>
          </p:txBody>
        </p:sp>
        <p:sp>
          <p:nvSpPr>
            <p:cNvPr id="14340" name="任意多边形 6147"/>
            <p:cNvSpPr/>
            <p:nvPr/>
          </p:nvSpPr>
          <p:spPr>
            <a:xfrm>
              <a:off x="149" y="0"/>
              <a:ext cx="5609" cy="3243"/>
            </a:xfrm>
            <a:custGeom>
              <a:avLst/>
              <a:gdLst/>
              <a:ahLst/>
              <a:cxnLst>
                <a:cxn ang="0">
                  <a:pos x="3183" y="1714"/>
                </a:cxn>
                <a:cxn ang="0">
                  <a:pos x="433" y="0"/>
                </a:cxn>
                <a:cxn ang="0">
                  <a:pos x="0" y="0"/>
                </a:cxn>
                <a:cxn ang="0">
                  <a:pos x="3106" y="1786"/>
                </a:cxn>
                <a:cxn ang="0">
                  <a:pos x="5627" y="3243"/>
                </a:cxn>
                <a:cxn ang="0">
                  <a:pos x="5627" y="3237"/>
                </a:cxn>
                <a:cxn ang="0">
                  <a:pos x="3183" y="1714"/>
                </a:cxn>
                <a:cxn ang="0">
                  <a:pos x="3183" y="1714"/>
                </a:cxn>
              </a:cxnLst>
              <a:rect l="0" t="0" r="0" b="0"/>
              <a:pathLst>
                <a:path w="5591" h="3243">
                  <a:moveTo>
                    <a:pt x="3163" y="1714"/>
                  </a:moveTo>
                  <a:lnTo>
                    <a:pt x="431" y="0"/>
                  </a:lnTo>
                  <a:lnTo>
                    <a:pt x="0" y="0"/>
                  </a:lnTo>
                  <a:lnTo>
                    <a:pt x="3086" y="1786"/>
                  </a:lnTo>
                  <a:lnTo>
                    <a:pt x="5591" y="3243"/>
                  </a:lnTo>
                  <a:lnTo>
                    <a:pt x="5591" y="3237"/>
                  </a:lnTo>
                  <a:lnTo>
                    <a:pt x="3163" y="1714"/>
                  </a:lnTo>
                  <a:close/>
                </a:path>
              </a:pathLst>
            </a:custGeom>
            <a:gradFill rotWithShape="0">
              <a:gsLst>
                <a:gs pos="0">
                  <a:srgbClr val="00005D"/>
                </a:gs>
                <a:gs pos="100000">
                  <a:schemeClr val="bg1"/>
                </a:gs>
              </a:gsLst>
              <a:lin ang="2700000" scaled="1"/>
              <a:tileRect/>
            </a:gradFill>
            <a:ln w="9525">
              <a:noFill/>
            </a:ln>
          </p:spPr>
          <p:txBody>
            <a:bodyPr/>
            <a:lstStyle/>
            <a:p>
              <a:endParaRPr lang="en-US"/>
            </a:p>
          </p:txBody>
        </p:sp>
        <p:sp>
          <p:nvSpPr>
            <p:cNvPr id="14341" name="任意多边形 6148"/>
            <p:cNvSpPr/>
            <p:nvPr/>
          </p:nvSpPr>
          <p:spPr>
            <a:xfrm>
              <a:off x="0" y="3433"/>
              <a:ext cx="4038" cy="191"/>
            </a:xfrm>
            <a:custGeom>
              <a:avLst/>
              <a:gdLst/>
              <a:ahLst/>
              <a:cxnLst>
                <a:cxn ang="0">
                  <a:pos x="0" y="154"/>
                </a:cxn>
                <a:cxn ang="0">
                  <a:pos x="4034" y="190"/>
                </a:cxn>
                <a:cxn ang="0">
                  <a:pos x="4034" y="142"/>
                </a:cxn>
                <a:cxn ang="0">
                  <a:pos x="0" y="0"/>
                </a:cxn>
                <a:cxn ang="0">
                  <a:pos x="0" y="154"/>
                </a:cxn>
                <a:cxn ang="0">
                  <a:pos x="0" y="154"/>
                </a:cxn>
              </a:cxnLst>
              <a:rect l="0" t="0" r="0" b="0"/>
              <a:pathLst>
                <a:path w="4042" h="192">
                  <a:moveTo>
                    <a:pt x="0" y="156"/>
                  </a:moveTo>
                  <a:lnTo>
                    <a:pt x="4042" y="192"/>
                  </a:lnTo>
                  <a:lnTo>
                    <a:pt x="4042" y="144"/>
                  </a:lnTo>
                  <a:lnTo>
                    <a:pt x="0" y="0"/>
                  </a:lnTo>
                  <a:lnTo>
                    <a:pt x="0" y="156"/>
                  </a:lnTo>
                  <a:close/>
                </a:path>
              </a:pathLst>
            </a:custGeom>
            <a:gradFill rotWithShape="0">
              <a:gsLst>
                <a:gs pos="0">
                  <a:srgbClr val="000061"/>
                </a:gs>
                <a:gs pos="100000">
                  <a:schemeClr val="bg2"/>
                </a:gs>
              </a:gsLst>
              <a:lin ang="0" scaled="1"/>
              <a:tileRect/>
            </a:gradFill>
            <a:ln w="9525">
              <a:noFill/>
            </a:ln>
          </p:spPr>
          <p:txBody>
            <a:bodyPr/>
            <a:lstStyle/>
            <a:p>
              <a:endParaRPr lang="en-US"/>
            </a:p>
          </p:txBody>
        </p:sp>
        <p:sp>
          <p:nvSpPr>
            <p:cNvPr id="14342" name="任意多边形 6149"/>
            <p:cNvSpPr/>
            <p:nvPr/>
          </p:nvSpPr>
          <p:spPr>
            <a:xfrm>
              <a:off x="4038" y="3577"/>
              <a:ext cx="1720" cy="65"/>
            </a:xfrm>
            <a:custGeom>
              <a:avLst/>
              <a:gdLst/>
              <a:ahLst/>
              <a:cxnLst>
                <a:cxn ang="0">
                  <a:pos x="1718" y="64"/>
                </a:cxn>
                <a:cxn ang="0">
                  <a:pos x="1718" y="58"/>
                </a:cxn>
                <a:cxn ang="0">
                  <a:pos x="0" y="0"/>
                </a:cxn>
                <a:cxn ang="0">
                  <a:pos x="0" y="46"/>
                </a:cxn>
                <a:cxn ang="0">
                  <a:pos x="1718" y="64"/>
                </a:cxn>
                <a:cxn ang="0">
                  <a:pos x="1718" y="64"/>
                </a:cxn>
              </a:cxnLst>
              <a:rect l="0" t="0" r="0" b="0"/>
              <a:pathLst>
                <a:path w="1722" h="66">
                  <a:moveTo>
                    <a:pt x="1722" y="66"/>
                  </a:moveTo>
                  <a:lnTo>
                    <a:pt x="1722" y="60"/>
                  </a:lnTo>
                  <a:lnTo>
                    <a:pt x="0" y="0"/>
                  </a:lnTo>
                  <a:lnTo>
                    <a:pt x="0" y="48"/>
                  </a:lnTo>
                  <a:lnTo>
                    <a:pt x="1722" y="66"/>
                  </a:lnTo>
                  <a:close/>
                </a:path>
              </a:pathLst>
            </a:custGeom>
            <a:gradFill rotWithShape="0">
              <a:gsLst>
                <a:gs pos="0">
                  <a:schemeClr val="bg2"/>
                </a:gs>
                <a:gs pos="100000">
                  <a:schemeClr val="bg1"/>
                </a:gs>
              </a:gsLst>
              <a:lin ang="0" scaled="1"/>
              <a:tileRect/>
            </a:gradFill>
            <a:ln w="9525">
              <a:noFill/>
            </a:ln>
          </p:spPr>
          <p:txBody>
            <a:bodyPr/>
            <a:lstStyle/>
            <a:p>
              <a:endParaRPr lang="en-US"/>
            </a:p>
          </p:txBody>
        </p:sp>
        <p:sp>
          <p:nvSpPr>
            <p:cNvPr id="14343" name="任意多边形 6150"/>
            <p:cNvSpPr/>
            <p:nvPr/>
          </p:nvSpPr>
          <p:spPr>
            <a:xfrm>
              <a:off x="0" y="3726"/>
              <a:ext cx="4784" cy="329"/>
            </a:xfrm>
            <a:custGeom>
              <a:avLst/>
              <a:gdLst/>
              <a:ahLst/>
              <a:cxnLst>
                <a:cxn ang="0">
                  <a:pos x="0" y="329"/>
                </a:cxn>
                <a:cxn ang="0">
                  <a:pos x="4779" y="77"/>
                </a:cxn>
                <a:cxn ang="0">
                  <a:pos x="4779" y="0"/>
                </a:cxn>
                <a:cxn ang="0">
                  <a:pos x="0" y="107"/>
                </a:cxn>
                <a:cxn ang="0">
                  <a:pos x="0" y="329"/>
                </a:cxn>
                <a:cxn ang="0">
                  <a:pos x="0" y="329"/>
                </a:cxn>
              </a:cxnLst>
              <a:rect l="0" t="0" r="0" b="0"/>
              <a:pathLst>
                <a:path w="4789" h="329">
                  <a:moveTo>
                    <a:pt x="0" y="329"/>
                  </a:moveTo>
                  <a:lnTo>
                    <a:pt x="4789" y="77"/>
                  </a:lnTo>
                  <a:lnTo>
                    <a:pt x="4789" y="0"/>
                  </a:lnTo>
                  <a:lnTo>
                    <a:pt x="0" y="107"/>
                  </a:lnTo>
                  <a:lnTo>
                    <a:pt x="0" y="329"/>
                  </a:lnTo>
                  <a:close/>
                </a:path>
              </a:pathLst>
            </a:custGeom>
            <a:gradFill rotWithShape="0">
              <a:gsLst>
                <a:gs pos="0">
                  <a:srgbClr val="00007D"/>
                </a:gs>
                <a:gs pos="100000">
                  <a:schemeClr val="bg1"/>
                </a:gs>
              </a:gsLst>
              <a:lin ang="0" scaled="1"/>
              <a:tileRect/>
            </a:gradFill>
            <a:ln w="9525">
              <a:noFill/>
            </a:ln>
          </p:spPr>
          <p:txBody>
            <a:bodyPr/>
            <a:lstStyle/>
            <a:p>
              <a:endParaRPr lang="en-US"/>
            </a:p>
          </p:txBody>
        </p:sp>
        <p:sp>
          <p:nvSpPr>
            <p:cNvPr id="14344" name="任意多边形 6151"/>
            <p:cNvSpPr/>
            <p:nvPr/>
          </p:nvSpPr>
          <p:spPr>
            <a:xfrm>
              <a:off x="4784" y="3702"/>
              <a:ext cx="974" cy="101"/>
            </a:xfrm>
            <a:custGeom>
              <a:avLst/>
              <a:gdLst/>
              <a:ahLst/>
              <a:cxnLst>
                <a:cxn ang="0">
                  <a:pos x="973" y="48"/>
                </a:cxn>
                <a:cxn ang="0">
                  <a:pos x="973" y="0"/>
                </a:cxn>
                <a:cxn ang="0">
                  <a:pos x="0" y="24"/>
                </a:cxn>
                <a:cxn ang="0">
                  <a:pos x="0" y="101"/>
                </a:cxn>
                <a:cxn ang="0">
                  <a:pos x="973" y="48"/>
                </a:cxn>
                <a:cxn ang="0">
                  <a:pos x="973" y="48"/>
                </a:cxn>
              </a:cxnLst>
              <a:rect l="0" t="0" r="0" b="0"/>
              <a:pathLst>
                <a:path w="975" h="101">
                  <a:moveTo>
                    <a:pt x="975" y="48"/>
                  </a:moveTo>
                  <a:lnTo>
                    <a:pt x="975" y="0"/>
                  </a:lnTo>
                  <a:lnTo>
                    <a:pt x="0" y="24"/>
                  </a:lnTo>
                  <a:lnTo>
                    <a:pt x="0" y="101"/>
                  </a:lnTo>
                  <a:lnTo>
                    <a:pt x="975" y="48"/>
                  </a:lnTo>
                  <a:close/>
                </a:path>
              </a:pathLst>
            </a:custGeom>
            <a:solidFill>
              <a:schemeClr val="bg1"/>
            </a:solidFill>
            <a:ln w="9525">
              <a:noFill/>
            </a:ln>
          </p:spPr>
          <p:txBody>
            <a:bodyPr/>
            <a:lstStyle/>
            <a:p>
              <a:endParaRPr lang="en-US"/>
            </a:p>
          </p:txBody>
        </p:sp>
        <p:sp>
          <p:nvSpPr>
            <p:cNvPr id="14345" name="任意多边形 6152"/>
            <p:cNvSpPr/>
            <p:nvPr/>
          </p:nvSpPr>
          <p:spPr>
            <a:xfrm>
              <a:off x="3619" y="3815"/>
              <a:ext cx="2139" cy="198"/>
            </a:xfrm>
            <a:custGeom>
              <a:avLst/>
              <a:gdLst/>
              <a:ahLst/>
              <a:cxnLst>
                <a:cxn ang="0">
                  <a:pos x="2137" y="0"/>
                </a:cxn>
                <a:cxn ang="0">
                  <a:pos x="0" y="156"/>
                </a:cxn>
                <a:cxn ang="0">
                  <a:pos x="0" y="198"/>
                </a:cxn>
                <a:cxn ang="0">
                  <a:pos x="2137" y="0"/>
                </a:cxn>
                <a:cxn ang="0">
                  <a:pos x="2137" y="0"/>
                </a:cxn>
              </a:cxnLst>
              <a:rect l="0" t="0" r="0" b="0"/>
              <a:pathLst>
                <a:path w="2141" h="198">
                  <a:moveTo>
                    <a:pt x="2141" y="0"/>
                  </a:moveTo>
                  <a:lnTo>
                    <a:pt x="0" y="156"/>
                  </a:lnTo>
                  <a:lnTo>
                    <a:pt x="0" y="198"/>
                  </a:lnTo>
                  <a:lnTo>
                    <a:pt x="2141" y="0"/>
                  </a:lnTo>
                  <a:close/>
                </a:path>
              </a:pathLst>
            </a:custGeom>
            <a:solidFill>
              <a:schemeClr val="bg1"/>
            </a:solidFill>
            <a:ln w="9525">
              <a:noFill/>
            </a:ln>
          </p:spPr>
          <p:txBody>
            <a:bodyPr/>
            <a:lstStyle/>
            <a:p>
              <a:endParaRPr lang="en-US"/>
            </a:p>
          </p:txBody>
        </p:sp>
        <p:sp>
          <p:nvSpPr>
            <p:cNvPr id="14346" name="任意多边形 6153"/>
            <p:cNvSpPr/>
            <p:nvPr/>
          </p:nvSpPr>
          <p:spPr>
            <a:xfrm>
              <a:off x="0" y="3971"/>
              <a:ext cx="3619" cy="348"/>
            </a:xfrm>
            <a:custGeom>
              <a:avLst/>
              <a:gdLst/>
              <a:ahLst/>
              <a:cxnLst>
                <a:cxn ang="0">
                  <a:pos x="0" y="348"/>
                </a:cxn>
                <a:cxn ang="0">
                  <a:pos x="311" y="348"/>
                </a:cxn>
                <a:cxn ang="0">
                  <a:pos x="3615" y="42"/>
                </a:cxn>
                <a:cxn ang="0">
                  <a:pos x="3615" y="0"/>
                </a:cxn>
                <a:cxn ang="0">
                  <a:pos x="0" y="264"/>
                </a:cxn>
                <a:cxn ang="0">
                  <a:pos x="0" y="348"/>
                </a:cxn>
                <a:cxn ang="0">
                  <a:pos x="0" y="348"/>
                </a:cxn>
              </a:cxnLst>
              <a:rect l="0" t="0" r="0" b="0"/>
              <a:pathLst>
                <a:path w="3623" h="348">
                  <a:moveTo>
                    <a:pt x="0" y="348"/>
                  </a:moveTo>
                  <a:lnTo>
                    <a:pt x="311" y="348"/>
                  </a:lnTo>
                  <a:lnTo>
                    <a:pt x="3623" y="42"/>
                  </a:lnTo>
                  <a:lnTo>
                    <a:pt x="3623" y="0"/>
                  </a:lnTo>
                  <a:lnTo>
                    <a:pt x="0" y="264"/>
                  </a:lnTo>
                  <a:lnTo>
                    <a:pt x="0" y="348"/>
                  </a:lnTo>
                  <a:close/>
                </a:path>
              </a:pathLst>
            </a:custGeom>
            <a:gradFill rotWithShape="0">
              <a:gsLst>
                <a:gs pos="0">
                  <a:srgbClr val="00006F"/>
                </a:gs>
                <a:gs pos="100000">
                  <a:schemeClr val="bg1"/>
                </a:gs>
              </a:gsLst>
              <a:lin ang="0" scaled="1"/>
              <a:tileRect/>
            </a:gradFill>
            <a:ln w="9525">
              <a:noFill/>
            </a:ln>
          </p:spPr>
          <p:txBody>
            <a:bodyPr/>
            <a:lstStyle/>
            <a:p>
              <a:endParaRPr lang="en-US"/>
            </a:p>
          </p:txBody>
        </p:sp>
        <p:sp>
          <p:nvSpPr>
            <p:cNvPr id="14347" name="任意多边形 6154"/>
            <p:cNvSpPr/>
            <p:nvPr/>
          </p:nvSpPr>
          <p:spPr>
            <a:xfrm>
              <a:off x="2097" y="4043"/>
              <a:ext cx="2514" cy="276"/>
            </a:xfrm>
            <a:custGeom>
              <a:avLst/>
              <a:gdLst/>
              <a:ahLst/>
              <a:cxnLst>
                <a:cxn ang="0">
                  <a:pos x="2176" y="276"/>
                </a:cxn>
                <a:cxn ang="0">
                  <a:pos x="2511" y="204"/>
                </a:cxn>
                <a:cxn ang="0">
                  <a:pos x="2254" y="0"/>
                </a:cxn>
                <a:cxn ang="0">
                  <a:pos x="0" y="276"/>
                </a:cxn>
                <a:cxn ang="0">
                  <a:pos x="2176" y="276"/>
                </a:cxn>
                <a:cxn ang="0">
                  <a:pos x="2176" y="276"/>
                </a:cxn>
              </a:cxnLst>
              <a:rect l="0" t="0" r="0" b="0"/>
              <a:pathLst>
                <a:path w="2517" h="276">
                  <a:moveTo>
                    <a:pt x="2182" y="276"/>
                  </a:moveTo>
                  <a:lnTo>
                    <a:pt x="2517" y="204"/>
                  </a:lnTo>
                  <a:lnTo>
                    <a:pt x="2260" y="0"/>
                  </a:lnTo>
                  <a:lnTo>
                    <a:pt x="0" y="276"/>
                  </a:lnTo>
                  <a:lnTo>
                    <a:pt x="2182" y="276"/>
                  </a:lnTo>
                  <a:close/>
                </a:path>
              </a:pathLst>
            </a:custGeom>
            <a:solidFill>
              <a:schemeClr val="bg1"/>
            </a:solidFill>
            <a:ln w="9525">
              <a:noFill/>
            </a:ln>
          </p:spPr>
          <p:txBody>
            <a:bodyPr/>
            <a:lstStyle/>
            <a:p>
              <a:endParaRPr lang="en-US"/>
            </a:p>
          </p:txBody>
        </p:sp>
        <p:sp>
          <p:nvSpPr>
            <p:cNvPr id="14348" name="任意多边形 6155"/>
            <p:cNvSpPr/>
            <p:nvPr/>
          </p:nvSpPr>
          <p:spPr>
            <a:xfrm>
              <a:off x="4354" y="3869"/>
              <a:ext cx="1404" cy="378"/>
            </a:xfrm>
            <a:custGeom>
              <a:avLst/>
              <a:gdLst/>
              <a:ahLst/>
              <a:cxnLst>
                <a:cxn ang="0">
                  <a:pos x="1403" y="126"/>
                </a:cxn>
                <a:cxn ang="0">
                  <a:pos x="1403" y="0"/>
                </a:cxn>
                <a:cxn ang="0">
                  <a:pos x="0" y="174"/>
                </a:cxn>
                <a:cxn ang="0">
                  <a:pos x="257" y="378"/>
                </a:cxn>
                <a:cxn ang="0">
                  <a:pos x="1403" y="126"/>
                </a:cxn>
                <a:cxn ang="0">
                  <a:pos x="1403" y="126"/>
                </a:cxn>
              </a:cxnLst>
              <a:rect l="0" t="0" r="0" b="0"/>
              <a:pathLst>
                <a:path w="1405" h="378">
                  <a:moveTo>
                    <a:pt x="1405" y="126"/>
                  </a:moveTo>
                  <a:lnTo>
                    <a:pt x="1405" y="0"/>
                  </a:lnTo>
                  <a:lnTo>
                    <a:pt x="0" y="174"/>
                  </a:lnTo>
                  <a:lnTo>
                    <a:pt x="257" y="378"/>
                  </a:lnTo>
                  <a:lnTo>
                    <a:pt x="1405" y="126"/>
                  </a:lnTo>
                  <a:close/>
                </a:path>
              </a:pathLst>
            </a:custGeom>
            <a:gradFill rotWithShape="0">
              <a:gsLst>
                <a:gs pos="0">
                  <a:schemeClr val="bg1"/>
                </a:gs>
                <a:gs pos="100000">
                  <a:srgbClr val="08089C"/>
                </a:gs>
              </a:gsLst>
              <a:lin ang="0" scaled="1"/>
              <a:tileRect/>
            </a:gradFill>
            <a:ln w="9525">
              <a:noFill/>
            </a:ln>
          </p:spPr>
          <p:txBody>
            <a:bodyPr/>
            <a:lstStyle/>
            <a:p>
              <a:endParaRPr lang="en-US"/>
            </a:p>
          </p:txBody>
        </p:sp>
        <p:sp>
          <p:nvSpPr>
            <p:cNvPr id="14349" name="任意多边形 6156"/>
            <p:cNvSpPr/>
            <p:nvPr/>
          </p:nvSpPr>
          <p:spPr>
            <a:xfrm>
              <a:off x="5030" y="3151"/>
              <a:ext cx="728" cy="240"/>
            </a:xfrm>
            <a:custGeom>
              <a:avLst/>
              <a:gdLst/>
              <a:ahLst/>
              <a:cxnLst>
                <a:cxn ang="0">
                  <a:pos x="727" y="240"/>
                </a:cxn>
                <a:cxn ang="0">
                  <a:pos x="0" y="0"/>
                </a:cxn>
                <a:cxn ang="0">
                  <a:pos x="0" y="6"/>
                </a:cxn>
                <a:cxn ang="0">
                  <a:pos x="727" y="240"/>
                </a:cxn>
                <a:cxn ang="0">
                  <a:pos x="727" y="240"/>
                </a:cxn>
              </a:cxnLst>
              <a:rect l="0" t="0" r="0" b="0"/>
              <a:pathLst>
                <a:path w="729" h="240">
                  <a:moveTo>
                    <a:pt x="729" y="240"/>
                  </a:moveTo>
                  <a:lnTo>
                    <a:pt x="0" y="0"/>
                  </a:lnTo>
                  <a:lnTo>
                    <a:pt x="0" y="6"/>
                  </a:lnTo>
                  <a:lnTo>
                    <a:pt x="729" y="240"/>
                  </a:lnTo>
                  <a:close/>
                </a:path>
              </a:pathLst>
            </a:custGeom>
            <a:solidFill>
              <a:schemeClr val="bg1"/>
            </a:solidFill>
            <a:ln w="9525">
              <a:noFill/>
            </a:ln>
          </p:spPr>
          <p:txBody>
            <a:bodyPr/>
            <a:lstStyle/>
            <a:p>
              <a:endParaRPr lang="en-US"/>
            </a:p>
          </p:txBody>
        </p:sp>
        <p:sp>
          <p:nvSpPr>
            <p:cNvPr id="14350" name="任意多边形 6157"/>
            <p:cNvSpPr/>
            <p:nvPr/>
          </p:nvSpPr>
          <p:spPr>
            <a:xfrm>
              <a:off x="0" y="1486"/>
              <a:ext cx="5030" cy="1671"/>
            </a:xfrm>
            <a:custGeom>
              <a:avLst/>
              <a:gdLst/>
              <a:ahLst/>
              <a:cxnLst>
                <a:cxn ang="0">
                  <a:pos x="0" y="72"/>
                </a:cxn>
                <a:cxn ang="0">
                  <a:pos x="5025" y="1670"/>
                </a:cxn>
                <a:cxn ang="0">
                  <a:pos x="5025" y="1664"/>
                </a:cxn>
                <a:cxn ang="0">
                  <a:pos x="0" y="0"/>
                </a:cxn>
                <a:cxn ang="0">
                  <a:pos x="0" y="72"/>
                </a:cxn>
                <a:cxn ang="0">
                  <a:pos x="0" y="72"/>
                </a:cxn>
              </a:cxnLst>
              <a:rect l="0" t="0" r="0" b="0"/>
              <a:pathLst>
                <a:path w="5035" h="1672">
                  <a:moveTo>
                    <a:pt x="0" y="72"/>
                  </a:moveTo>
                  <a:lnTo>
                    <a:pt x="5035" y="1672"/>
                  </a:lnTo>
                  <a:lnTo>
                    <a:pt x="5035" y="1666"/>
                  </a:lnTo>
                  <a:lnTo>
                    <a:pt x="0" y="0"/>
                  </a:lnTo>
                  <a:lnTo>
                    <a:pt x="0" y="72"/>
                  </a:lnTo>
                  <a:close/>
                </a:path>
              </a:pathLst>
            </a:custGeom>
            <a:gradFill rotWithShape="0">
              <a:gsLst>
                <a:gs pos="0">
                  <a:srgbClr val="000053"/>
                </a:gs>
                <a:gs pos="100000">
                  <a:schemeClr val="bg1"/>
                </a:gs>
              </a:gsLst>
              <a:lin ang="2700000" scaled="1"/>
              <a:tileRect/>
            </a:gradFill>
            <a:ln w="9525">
              <a:noFill/>
            </a:ln>
          </p:spPr>
          <p:txBody>
            <a:bodyPr/>
            <a:lstStyle/>
            <a:p>
              <a:endParaRPr lang="en-US"/>
            </a:p>
          </p:txBody>
        </p:sp>
        <p:sp>
          <p:nvSpPr>
            <p:cNvPr id="14351" name="任意多边形 6158"/>
            <p:cNvSpPr/>
            <p:nvPr/>
          </p:nvSpPr>
          <p:spPr>
            <a:xfrm>
              <a:off x="5030" y="3049"/>
              <a:ext cx="728" cy="318"/>
            </a:xfrm>
            <a:custGeom>
              <a:avLst/>
              <a:gdLst/>
              <a:ahLst/>
              <a:cxnLst>
                <a:cxn ang="0">
                  <a:pos x="727" y="318"/>
                </a:cxn>
                <a:cxn ang="0">
                  <a:pos x="727" y="312"/>
                </a:cxn>
                <a:cxn ang="0">
                  <a:pos x="0" y="0"/>
                </a:cxn>
                <a:cxn ang="0">
                  <a:pos x="0" y="54"/>
                </a:cxn>
                <a:cxn ang="0">
                  <a:pos x="727" y="318"/>
                </a:cxn>
                <a:cxn ang="0">
                  <a:pos x="727" y="318"/>
                </a:cxn>
              </a:cxnLst>
              <a:rect l="0" t="0" r="0" b="0"/>
              <a:pathLst>
                <a:path w="729" h="318">
                  <a:moveTo>
                    <a:pt x="729" y="318"/>
                  </a:moveTo>
                  <a:lnTo>
                    <a:pt x="729" y="312"/>
                  </a:lnTo>
                  <a:lnTo>
                    <a:pt x="0" y="0"/>
                  </a:lnTo>
                  <a:lnTo>
                    <a:pt x="0" y="54"/>
                  </a:lnTo>
                  <a:lnTo>
                    <a:pt x="729" y="318"/>
                  </a:lnTo>
                  <a:close/>
                </a:path>
              </a:pathLst>
            </a:custGeom>
            <a:gradFill rotWithShape="0">
              <a:gsLst>
                <a:gs pos="0">
                  <a:schemeClr val="bg2"/>
                </a:gs>
                <a:gs pos="100000">
                  <a:schemeClr val="bg1"/>
                </a:gs>
              </a:gsLst>
              <a:lin ang="0" scaled="1"/>
              <a:tileRect/>
            </a:gradFill>
            <a:ln w="9525">
              <a:noFill/>
            </a:ln>
          </p:spPr>
          <p:txBody>
            <a:bodyPr/>
            <a:lstStyle/>
            <a:p>
              <a:endParaRPr lang="en-US"/>
            </a:p>
          </p:txBody>
        </p:sp>
        <p:sp>
          <p:nvSpPr>
            <p:cNvPr id="14352" name="任意多边形 6159"/>
            <p:cNvSpPr/>
            <p:nvPr/>
          </p:nvSpPr>
          <p:spPr>
            <a:xfrm>
              <a:off x="0" y="916"/>
              <a:ext cx="5030" cy="2187"/>
            </a:xfrm>
            <a:custGeom>
              <a:avLst/>
              <a:gdLst/>
              <a:ahLst/>
              <a:cxnLst>
                <a:cxn ang="0">
                  <a:pos x="0" y="396"/>
                </a:cxn>
                <a:cxn ang="0">
                  <a:pos x="5025" y="2186"/>
                </a:cxn>
                <a:cxn ang="0">
                  <a:pos x="5025" y="2132"/>
                </a:cxn>
                <a:cxn ang="0">
                  <a:pos x="0" y="0"/>
                </a:cxn>
                <a:cxn ang="0">
                  <a:pos x="0" y="396"/>
                </a:cxn>
                <a:cxn ang="0">
                  <a:pos x="0" y="396"/>
                </a:cxn>
              </a:cxnLst>
              <a:rect l="0" t="0" r="0" b="0"/>
              <a:pathLst>
                <a:path w="5035" h="2188">
                  <a:moveTo>
                    <a:pt x="0" y="396"/>
                  </a:moveTo>
                  <a:lnTo>
                    <a:pt x="5035" y="2188"/>
                  </a:lnTo>
                  <a:lnTo>
                    <a:pt x="5035" y="2134"/>
                  </a:lnTo>
                  <a:lnTo>
                    <a:pt x="0" y="0"/>
                  </a:lnTo>
                  <a:lnTo>
                    <a:pt x="0" y="396"/>
                  </a:lnTo>
                  <a:close/>
                </a:path>
              </a:pathLst>
            </a:custGeom>
            <a:gradFill rotWithShape="0">
              <a:gsLst>
                <a:gs pos="0">
                  <a:srgbClr val="000055"/>
                </a:gs>
                <a:gs pos="100000">
                  <a:schemeClr val="bg2"/>
                </a:gs>
              </a:gsLst>
              <a:lin ang="0" scaled="1"/>
              <a:tileRect/>
            </a:gradFill>
            <a:ln w="9525">
              <a:noFill/>
            </a:ln>
          </p:spPr>
          <p:txBody>
            <a:bodyPr/>
            <a:lstStyle/>
            <a:p>
              <a:endParaRPr lang="en-US"/>
            </a:p>
          </p:txBody>
        </p:sp>
        <p:sp>
          <p:nvSpPr>
            <p:cNvPr id="14353" name="任意多边形 6160"/>
            <p:cNvSpPr/>
            <p:nvPr/>
          </p:nvSpPr>
          <p:spPr>
            <a:xfrm>
              <a:off x="2294" y="0"/>
              <a:ext cx="3159" cy="2725"/>
            </a:xfrm>
            <a:custGeom>
              <a:avLst/>
              <a:gdLst/>
              <a:ahLst/>
              <a:cxnLst>
                <a:cxn ang="0">
                  <a:pos x="0" y="0"/>
                </a:cxn>
                <a:cxn ang="0">
                  <a:pos x="3137" y="2723"/>
                </a:cxn>
                <a:cxn ang="0">
                  <a:pos x="3155" y="2700"/>
                </a:cxn>
                <a:cxn ang="0">
                  <a:pos x="102" y="0"/>
                </a:cxn>
                <a:cxn ang="0">
                  <a:pos x="0" y="0"/>
                </a:cxn>
                <a:cxn ang="0">
                  <a:pos x="0" y="0"/>
                </a:cxn>
              </a:cxnLst>
              <a:rect l="0" t="0" r="0" b="0"/>
              <a:pathLst>
                <a:path w="3163" h="2727">
                  <a:moveTo>
                    <a:pt x="0" y="0"/>
                  </a:moveTo>
                  <a:lnTo>
                    <a:pt x="3145" y="2727"/>
                  </a:lnTo>
                  <a:lnTo>
                    <a:pt x="3163" y="2704"/>
                  </a:lnTo>
                  <a:lnTo>
                    <a:pt x="102" y="0"/>
                  </a:lnTo>
                  <a:lnTo>
                    <a:pt x="0" y="0"/>
                  </a:lnTo>
                  <a:close/>
                </a:path>
              </a:pathLst>
            </a:custGeom>
            <a:gradFill rotWithShape="0">
              <a:gsLst>
                <a:gs pos="0">
                  <a:srgbClr val="00006B"/>
                </a:gs>
                <a:gs pos="100000">
                  <a:schemeClr val="bg1"/>
                </a:gs>
              </a:gsLst>
              <a:lin ang="2700000" scaled="1"/>
              <a:tileRect/>
            </a:gradFill>
            <a:ln w="9525">
              <a:noFill/>
            </a:ln>
          </p:spPr>
          <p:txBody>
            <a:bodyPr/>
            <a:lstStyle/>
            <a:p>
              <a:endParaRPr lang="en-US"/>
            </a:p>
          </p:txBody>
        </p:sp>
        <p:sp>
          <p:nvSpPr>
            <p:cNvPr id="14354" name="任意多边形 6161"/>
            <p:cNvSpPr/>
            <p:nvPr/>
          </p:nvSpPr>
          <p:spPr>
            <a:xfrm>
              <a:off x="5435" y="2702"/>
              <a:ext cx="323" cy="299"/>
            </a:xfrm>
            <a:custGeom>
              <a:avLst/>
              <a:gdLst/>
              <a:ahLst/>
              <a:cxnLst>
                <a:cxn ang="0">
                  <a:pos x="323" y="299"/>
                </a:cxn>
                <a:cxn ang="0">
                  <a:pos x="323" y="263"/>
                </a:cxn>
                <a:cxn ang="0">
                  <a:pos x="18" y="0"/>
                </a:cxn>
                <a:cxn ang="0">
                  <a:pos x="0" y="23"/>
                </a:cxn>
                <a:cxn ang="0">
                  <a:pos x="323" y="299"/>
                </a:cxn>
                <a:cxn ang="0">
                  <a:pos x="323" y="299"/>
                </a:cxn>
              </a:cxnLst>
              <a:rect l="0" t="0" r="0" b="0"/>
              <a:pathLst>
                <a:path w="323" h="299">
                  <a:moveTo>
                    <a:pt x="323" y="299"/>
                  </a:moveTo>
                  <a:lnTo>
                    <a:pt x="323" y="263"/>
                  </a:lnTo>
                  <a:lnTo>
                    <a:pt x="18" y="0"/>
                  </a:lnTo>
                  <a:lnTo>
                    <a:pt x="0" y="23"/>
                  </a:lnTo>
                  <a:lnTo>
                    <a:pt x="323" y="299"/>
                  </a:lnTo>
                  <a:close/>
                </a:path>
              </a:pathLst>
            </a:custGeom>
            <a:gradFill rotWithShape="0">
              <a:gsLst>
                <a:gs pos="0">
                  <a:schemeClr val="bg1"/>
                </a:gs>
                <a:gs pos="100000">
                  <a:srgbClr val="0F0F9F"/>
                </a:gs>
              </a:gsLst>
              <a:lin ang="2700000" scaled="1"/>
              <a:tileRect/>
            </a:gradFill>
            <a:ln w="9525">
              <a:noFill/>
            </a:ln>
          </p:spPr>
          <p:txBody>
            <a:bodyPr/>
            <a:lstStyle/>
            <a:p>
              <a:endParaRPr lang="en-US"/>
            </a:p>
          </p:txBody>
        </p:sp>
        <p:sp>
          <p:nvSpPr>
            <p:cNvPr id="14355" name="任意多边形 6162"/>
            <p:cNvSpPr/>
            <p:nvPr/>
          </p:nvSpPr>
          <p:spPr>
            <a:xfrm>
              <a:off x="5477" y="2588"/>
              <a:ext cx="281" cy="335"/>
            </a:xfrm>
            <a:custGeom>
              <a:avLst/>
              <a:gdLst/>
              <a:ahLst/>
              <a:cxnLst>
                <a:cxn ang="0">
                  <a:pos x="281" y="335"/>
                </a:cxn>
                <a:cxn ang="0">
                  <a:pos x="281" y="173"/>
                </a:cxn>
                <a:cxn ang="0">
                  <a:pos x="96" y="0"/>
                </a:cxn>
                <a:cxn ang="0">
                  <a:pos x="0" y="90"/>
                </a:cxn>
                <a:cxn ang="0">
                  <a:pos x="281" y="335"/>
                </a:cxn>
                <a:cxn ang="0">
                  <a:pos x="281" y="335"/>
                </a:cxn>
              </a:cxnLst>
              <a:rect l="0" t="0" r="0" b="0"/>
              <a:pathLst>
                <a:path w="281" h="335">
                  <a:moveTo>
                    <a:pt x="281" y="335"/>
                  </a:moveTo>
                  <a:lnTo>
                    <a:pt x="281" y="173"/>
                  </a:lnTo>
                  <a:lnTo>
                    <a:pt x="96" y="0"/>
                  </a:lnTo>
                  <a:lnTo>
                    <a:pt x="0" y="90"/>
                  </a:lnTo>
                  <a:lnTo>
                    <a:pt x="281" y="335"/>
                  </a:lnTo>
                  <a:close/>
                </a:path>
              </a:pathLst>
            </a:custGeom>
            <a:solidFill>
              <a:schemeClr val="bg1"/>
            </a:solidFill>
            <a:ln w="9525">
              <a:noFill/>
            </a:ln>
          </p:spPr>
          <p:txBody>
            <a:bodyPr/>
            <a:lstStyle/>
            <a:p>
              <a:endParaRPr lang="en-US"/>
            </a:p>
          </p:txBody>
        </p:sp>
        <p:sp>
          <p:nvSpPr>
            <p:cNvPr id="14356" name="任意多边形 6163"/>
            <p:cNvSpPr/>
            <p:nvPr/>
          </p:nvSpPr>
          <p:spPr>
            <a:xfrm>
              <a:off x="2454" y="0"/>
              <a:ext cx="3119" cy="2678"/>
            </a:xfrm>
            <a:custGeom>
              <a:avLst/>
              <a:gdLst/>
              <a:ahLst/>
              <a:cxnLst>
                <a:cxn ang="0">
                  <a:pos x="0" y="0"/>
                </a:cxn>
                <a:cxn ang="0">
                  <a:pos x="3020" y="2676"/>
                </a:cxn>
                <a:cxn ang="0">
                  <a:pos x="3116" y="2586"/>
                </a:cxn>
                <a:cxn ang="0">
                  <a:pos x="383" y="0"/>
                </a:cxn>
                <a:cxn ang="0">
                  <a:pos x="0" y="0"/>
                </a:cxn>
                <a:cxn ang="0">
                  <a:pos x="0" y="0"/>
                </a:cxn>
              </a:cxnLst>
              <a:rect l="0" t="0" r="0" b="0"/>
              <a:pathLst>
                <a:path w="3122" h="2680">
                  <a:moveTo>
                    <a:pt x="0" y="0"/>
                  </a:moveTo>
                  <a:lnTo>
                    <a:pt x="3026" y="2680"/>
                  </a:lnTo>
                  <a:lnTo>
                    <a:pt x="3122" y="2590"/>
                  </a:lnTo>
                  <a:lnTo>
                    <a:pt x="383" y="0"/>
                  </a:lnTo>
                  <a:lnTo>
                    <a:pt x="0" y="0"/>
                  </a:lnTo>
                  <a:close/>
                </a:path>
              </a:pathLst>
            </a:custGeom>
            <a:gradFill rotWithShape="0">
              <a:gsLst>
                <a:gs pos="0">
                  <a:srgbClr val="000047"/>
                </a:gs>
                <a:gs pos="100000">
                  <a:schemeClr val="bg1"/>
                </a:gs>
              </a:gsLst>
              <a:lin ang="2700000" scaled="1"/>
              <a:tileRect/>
            </a:gradFill>
            <a:ln w="9525">
              <a:noFill/>
            </a:ln>
          </p:spPr>
          <p:txBody>
            <a:bodyPr/>
            <a:lstStyle/>
            <a:p>
              <a:endParaRPr lang="en-US"/>
            </a:p>
          </p:txBody>
        </p:sp>
        <p:sp>
          <p:nvSpPr>
            <p:cNvPr id="14357" name="任意多边形 6164"/>
            <p:cNvSpPr/>
            <p:nvPr/>
          </p:nvSpPr>
          <p:spPr>
            <a:xfrm>
              <a:off x="5626" y="2534"/>
              <a:ext cx="132" cy="132"/>
            </a:xfrm>
            <a:custGeom>
              <a:avLst/>
              <a:gdLst/>
              <a:ahLst/>
              <a:cxnLst>
                <a:cxn ang="0">
                  <a:pos x="132" y="132"/>
                </a:cxn>
                <a:cxn ang="0">
                  <a:pos x="0" y="0"/>
                </a:cxn>
                <a:cxn ang="0">
                  <a:pos x="0" y="0"/>
                </a:cxn>
                <a:cxn ang="0">
                  <a:pos x="132" y="132"/>
                </a:cxn>
                <a:cxn ang="0">
                  <a:pos x="132" y="132"/>
                </a:cxn>
              </a:cxnLst>
              <a:rect l="0" t="0" r="0" b="0"/>
              <a:pathLst>
                <a:path w="132" h="132">
                  <a:moveTo>
                    <a:pt x="132" y="132"/>
                  </a:moveTo>
                  <a:lnTo>
                    <a:pt x="0" y="0"/>
                  </a:lnTo>
                  <a:lnTo>
                    <a:pt x="132" y="132"/>
                  </a:lnTo>
                  <a:close/>
                </a:path>
              </a:pathLst>
            </a:custGeom>
            <a:solidFill>
              <a:srgbClr val="FF9999"/>
            </a:solidFill>
            <a:ln w="9525">
              <a:noFill/>
            </a:ln>
          </p:spPr>
          <p:txBody>
            <a:bodyPr/>
            <a:lstStyle/>
            <a:p>
              <a:endParaRPr lang="en-US"/>
            </a:p>
          </p:txBody>
        </p:sp>
        <p:sp>
          <p:nvSpPr>
            <p:cNvPr id="14358" name="任意多边形 6165"/>
            <p:cNvSpPr/>
            <p:nvPr/>
          </p:nvSpPr>
          <p:spPr>
            <a:xfrm>
              <a:off x="3112" y="0"/>
              <a:ext cx="2514" cy="2534"/>
            </a:xfrm>
            <a:custGeom>
              <a:avLst/>
              <a:gdLst/>
              <a:ahLst/>
              <a:cxnLst>
                <a:cxn ang="0">
                  <a:pos x="0" y="0"/>
                </a:cxn>
                <a:cxn ang="0">
                  <a:pos x="2511" y="2532"/>
                </a:cxn>
                <a:cxn ang="0">
                  <a:pos x="2511" y="2532"/>
                </a:cxn>
                <a:cxn ang="0">
                  <a:pos x="66" y="0"/>
                </a:cxn>
                <a:cxn ang="0">
                  <a:pos x="0" y="0"/>
                </a:cxn>
                <a:cxn ang="0">
                  <a:pos x="0" y="0"/>
                </a:cxn>
              </a:cxnLst>
              <a:rect l="0" t="0" r="0" b="0"/>
              <a:pathLst>
                <a:path w="2517" h="2536">
                  <a:moveTo>
                    <a:pt x="0" y="0"/>
                  </a:moveTo>
                  <a:lnTo>
                    <a:pt x="2517" y="2536"/>
                  </a:lnTo>
                  <a:lnTo>
                    <a:pt x="66" y="0"/>
                  </a:lnTo>
                  <a:lnTo>
                    <a:pt x="0" y="0"/>
                  </a:lnTo>
                  <a:close/>
                </a:path>
              </a:pathLst>
            </a:custGeom>
            <a:gradFill rotWithShape="0">
              <a:gsLst>
                <a:gs pos="0">
                  <a:srgbClr val="00004F"/>
                </a:gs>
                <a:gs pos="100000">
                  <a:schemeClr val="bg1"/>
                </a:gs>
              </a:gsLst>
              <a:lin ang="2700000" scaled="1"/>
              <a:tileRect/>
            </a:gradFill>
            <a:ln w="9525">
              <a:noFill/>
            </a:ln>
          </p:spPr>
          <p:txBody>
            <a:bodyPr/>
            <a:lstStyle/>
            <a:p>
              <a:endParaRPr lang="en-US"/>
            </a:p>
          </p:txBody>
        </p:sp>
        <p:sp>
          <p:nvSpPr>
            <p:cNvPr id="14359" name="任意多边形 6166"/>
            <p:cNvSpPr/>
            <p:nvPr/>
          </p:nvSpPr>
          <p:spPr>
            <a:xfrm>
              <a:off x="3488" y="0"/>
              <a:ext cx="2198" cy="2480"/>
            </a:xfrm>
            <a:custGeom>
              <a:avLst/>
              <a:gdLst/>
              <a:ahLst/>
              <a:cxnLst>
                <a:cxn ang="0">
                  <a:pos x="0" y="0"/>
                </a:cxn>
                <a:cxn ang="0">
                  <a:pos x="2184" y="2478"/>
                </a:cxn>
                <a:cxn ang="0">
                  <a:pos x="2196" y="2472"/>
                </a:cxn>
                <a:cxn ang="0">
                  <a:pos x="317" y="0"/>
                </a:cxn>
                <a:cxn ang="0">
                  <a:pos x="0" y="0"/>
                </a:cxn>
                <a:cxn ang="0">
                  <a:pos x="0" y="0"/>
                </a:cxn>
              </a:cxnLst>
              <a:rect l="0" t="0" r="0" b="0"/>
              <a:pathLst>
                <a:path w="2200" h="2482">
                  <a:moveTo>
                    <a:pt x="0" y="0"/>
                  </a:moveTo>
                  <a:lnTo>
                    <a:pt x="2188" y="2482"/>
                  </a:lnTo>
                  <a:lnTo>
                    <a:pt x="2200" y="2476"/>
                  </a:lnTo>
                  <a:lnTo>
                    <a:pt x="317" y="0"/>
                  </a:lnTo>
                  <a:lnTo>
                    <a:pt x="0" y="0"/>
                  </a:lnTo>
                  <a:close/>
                </a:path>
              </a:pathLst>
            </a:custGeom>
            <a:gradFill rotWithShape="0">
              <a:gsLst>
                <a:gs pos="0">
                  <a:srgbClr val="000065"/>
                </a:gs>
                <a:gs pos="100000">
                  <a:schemeClr val="bg2"/>
                </a:gs>
              </a:gsLst>
              <a:lin ang="5400000" scaled="1"/>
              <a:tileRect/>
            </a:gradFill>
            <a:ln w="9525">
              <a:noFill/>
            </a:ln>
          </p:spPr>
          <p:txBody>
            <a:bodyPr/>
            <a:lstStyle/>
            <a:p>
              <a:endParaRPr lang="en-US"/>
            </a:p>
          </p:txBody>
        </p:sp>
        <p:sp>
          <p:nvSpPr>
            <p:cNvPr id="14360" name="任意多边形 6167"/>
            <p:cNvSpPr/>
            <p:nvPr/>
          </p:nvSpPr>
          <p:spPr>
            <a:xfrm>
              <a:off x="5674" y="2474"/>
              <a:ext cx="84" cy="96"/>
            </a:xfrm>
            <a:custGeom>
              <a:avLst/>
              <a:gdLst/>
              <a:ahLst/>
              <a:cxnLst>
                <a:cxn ang="0">
                  <a:pos x="84" y="96"/>
                </a:cxn>
                <a:cxn ang="0">
                  <a:pos x="84" y="90"/>
                </a:cxn>
                <a:cxn ang="0">
                  <a:pos x="12" y="0"/>
                </a:cxn>
                <a:cxn ang="0">
                  <a:pos x="0" y="6"/>
                </a:cxn>
                <a:cxn ang="0">
                  <a:pos x="84" y="96"/>
                </a:cxn>
                <a:cxn ang="0">
                  <a:pos x="84" y="96"/>
                </a:cxn>
              </a:cxnLst>
              <a:rect l="0" t="0" r="0" b="0"/>
              <a:pathLst>
                <a:path w="84" h="96">
                  <a:moveTo>
                    <a:pt x="84" y="96"/>
                  </a:moveTo>
                  <a:lnTo>
                    <a:pt x="84" y="90"/>
                  </a:lnTo>
                  <a:lnTo>
                    <a:pt x="12" y="0"/>
                  </a:lnTo>
                  <a:lnTo>
                    <a:pt x="0" y="6"/>
                  </a:lnTo>
                  <a:lnTo>
                    <a:pt x="84" y="96"/>
                  </a:lnTo>
                  <a:close/>
                </a:path>
              </a:pathLst>
            </a:custGeom>
            <a:gradFill rotWithShape="0">
              <a:gsLst>
                <a:gs pos="0">
                  <a:schemeClr val="bg1"/>
                </a:gs>
                <a:gs pos="100000">
                  <a:srgbClr val="1717A2"/>
                </a:gs>
              </a:gsLst>
              <a:lin ang="2700000" scaled="1"/>
              <a:tileRect/>
            </a:gradFill>
            <a:ln w="9525">
              <a:noFill/>
            </a:ln>
          </p:spPr>
          <p:txBody>
            <a:bodyPr/>
            <a:lstStyle/>
            <a:p>
              <a:endParaRPr lang="en-US"/>
            </a:p>
          </p:txBody>
        </p:sp>
        <p:sp>
          <p:nvSpPr>
            <p:cNvPr id="14361" name="任意多边形 6168"/>
            <p:cNvSpPr/>
            <p:nvPr/>
          </p:nvSpPr>
          <p:spPr>
            <a:xfrm>
              <a:off x="5603" y="850"/>
              <a:ext cx="155" cy="516"/>
            </a:xfrm>
            <a:custGeom>
              <a:avLst/>
              <a:gdLst/>
              <a:ahLst/>
              <a:cxnLst>
                <a:cxn ang="0">
                  <a:pos x="155" y="516"/>
                </a:cxn>
                <a:cxn ang="0">
                  <a:pos x="155" y="204"/>
                </a:cxn>
                <a:cxn ang="0">
                  <a:pos x="77" y="0"/>
                </a:cxn>
                <a:cxn ang="0">
                  <a:pos x="0" y="192"/>
                </a:cxn>
                <a:cxn ang="0">
                  <a:pos x="155" y="516"/>
                </a:cxn>
                <a:cxn ang="0">
                  <a:pos x="155" y="516"/>
                </a:cxn>
              </a:cxnLst>
              <a:rect l="0" t="0" r="0" b="0"/>
              <a:pathLst>
                <a:path w="155" h="516">
                  <a:moveTo>
                    <a:pt x="155" y="516"/>
                  </a:moveTo>
                  <a:lnTo>
                    <a:pt x="155" y="204"/>
                  </a:lnTo>
                  <a:lnTo>
                    <a:pt x="77" y="0"/>
                  </a:lnTo>
                  <a:lnTo>
                    <a:pt x="0" y="192"/>
                  </a:lnTo>
                  <a:lnTo>
                    <a:pt x="155" y="516"/>
                  </a:lnTo>
                  <a:close/>
                </a:path>
              </a:pathLst>
            </a:custGeom>
            <a:solidFill>
              <a:schemeClr val="bg2"/>
            </a:solidFill>
            <a:ln w="9525">
              <a:noFill/>
            </a:ln>
          </p:spPr>
          <p:txBody>
            <a:bodyPr/>
            <a:lstStyle/>
            <a:p>
              <a:endParaRPr lang="en-US"/>
            </a:p>
          </p:txBody>
        </p:sp>
        <p:sp>
          <p:nvSpPr>
            <p:cNvPr id="14362" name="任意多边形 6169"/>
            <p:cNvSpPr/>
            <p:nvPr/>
          </p:nvSpPr>
          <p:spPr>
            <a:xfrm>
              <a:off x="5107" y="0"/>
              <a:ext cx="573" cy="1042"/>
            </a:xfrm>
            <a:custGeom>
              <a:avLst/>
              <a:gdLst/>
              <a:ahLst/>
              <a:cxnLst>
                <a:cxn ang="0">
                  <a:pos x="0" y="0"/>
                </a:cxn>
                <a:cxn ang="0">
                  <a:pos x="495" y="1041"/>
                </a:cxn>
                <a:cxn ang="0">
                  <a:pos x="572" y="849"/>
                </a:cxn>
                <a:cxn ang="0">
                  <a:pos x="251" y="0"/>
                </a:cxn>
                <a:cxn ang="0">
                  <a:pos x="0" y="0"/>
                </a:cxn>
                <a:cxn ang="0">
                  <a:pos x="0" y="0"/>
                </a:cxn>
              </a:cxnLst>
              <a:rect l="0" t="0" r="0" b="0"/>
              <a:pathLst>
                <a:path w="574" h="1043">
                  <a:moveTo>
                    <a:pt x="0" y="0"/>
                  </a:moveTo>
                  <a:lnTo>
                    <a:pt x="497" y="1043"/>
                  </a:lnTo>
                  <a:lnTo>
                    <a:pt x="574" y="851"/>
                  </a:lnTo>
                  <a:lnTo>
                    <a:pt x="251" y="0"/>
                  </a:lnTo>
                  <a:lnTo>
                    <a:pt x="0" y="0"/>
                  </a:lnTo>
                  <a:close/>
                </a:path>
              </a:pathLst>
            </a:custGeom>
            <a:gradFill rotWithShape="0">
              <a:gsLst>
                <a:gs pos="0">
                  <a:srgbClr val="000055"/>
                </a:gs>
                <a:gs pos="100000">
                  <a:schemeClr val="bg2"/>
                </a:gs>
              </a:gsLst>
              <a:lin ang="5400000" scaled="1"/>
              <a:tileRect/>
            </a:gradFill>
            <a:ln w="9525">
              <a:noFill/>
            </a:ln>
          </p:spPr>
          <p:txBody>
            <a:bodyPr/>
            <a:lstStyle/>
            <a:p>
              <a:endParaRPr lang="en-US"/>
            </a:p>
          </p:txBody>
        </p:sp>
        <p:sp>
          <p:nvSpPr>
            <p:cNvPr id="14363" name="任意多边形 6170"/>
            <p:cNvSpPr/>
            <p:nvPr/>
          </p:nvSpPr>
          <p:spPr>
            <a:xfrm>
              <a:off x="5411" y="0"/>
              <a:ext cx="341" cy="796"/>
            </a:xfrm>
            <a:custGeom>
              <a:avLst/>
              <a:gdLst/>
              <a:ahLst/>
              <a:cxnLst>
                <a:cxn ang="0">
                  <a:pos x="144" y="0"/>
                </a:cxn>
                <a:cxn ang="0">
                  <a:pos x="0" y="0"/>
                </a:cxn>
                <a:cxn ang="0">
                  <a:pos x="287" y="795"/>
                </a:cxn>
                <a:cxn ang="0">
                  <a:pos x="341" y="651"/>
                </a:cxn>
                <a:cxn ang="0">
                  <a:pos x="144" y="0"/>
                </a:cxn>
                <a:cxn ang="0">
                  <a:pos x="144" y="0"/>
                </a:cxn>
              </a:cxnLst>
              <a:rect l="0" t="0" r="0" b="0"/>
              <a:pathLst>
                <a:path w="341" h="797">
                  <a:moveTo>
                    <a:pt x="144" y="0"/>
                  </a:moveTo>
                  <a:lnTo>
                    <a:pt x="0" y="0"/>
                  </a:lnTo>
                  <a:lnTo>
                    <a:pt x="287" y="797"/>
                  </a:lnTo>
                  <a:lnTo>
                    <a:pt x="341" y="653"/>
                  </a:lnTo>
                  <a:lnTo>
                    <a:pt x="144" y="0"/>
                  </a:lnTo>
                  <a:close/>
                </a:path>
              </a:pathLst>
            </a:custGeom>
            <a:gradFill rotWithShape="0">
              <a:gsLst>
                <a:gs pos="0">
                  <a:srgbClr val="000059"/>
                </a:gs>
                <a:gs pos="100000">
                  <a:schemeClr val="bg2"/>
                </a:gs>
              </a:gsLst>
              <a:lin ang="5400000" scaled="1"/>
              <a:tileRect/>
            </a:gradFill>
            <a:ln w="9525">
              <a:noFill/>
            </a:ln>
          </p:spPr>
          <p:txBody>
            <a:bodyPr/>
            <a:lstStyle/>
            <a:p>
              <a:endParaRPr lang="en-US"/>
            </a:p>
          </p:txBody>
        </p:sp>
        <p:sp>
          <p:nvSpPr>
            <p:cNvPr id="14364" name="任意多边形 6171"/>
            <p:cNvSpPr/>
            <p:nvPr/>
          </p:nvSpPr>
          <p:spPr>
            <a:xfrm>
              <a:off x="5698" y="653"/>
              <a:ext cx="60" cy="311"/>
            </a:xfrm>
            <a:custGeom>
              <a:avLst/>
              <a:gdLst/>
              <a:ahLst/>
              <a:cxnLst>
                <a:cxn ang="0">
                  <a:pos x="0" y="144"/>
                </a:cxn>
                <a:cxn ang="0">
                  <a:pos x="60" y="310"/>
                </a:cxn>
                <a:cxn ang="0">
                  <a:pos x="60" y="6"/>
                </a:cxn>
                <a:cxn ang="0">
                  <a:pos x="54" y="0"/>
                </a:cxn>
                <a:cxn ang="0">
                  <a:pos x="0" y="144"/>
                </a:cxn>
                <a:cxn ang="0">
                  <a:pos x="0" y="144"/>
                </a:cxn>
              </a:cxnLst>
              <a:rect l="0" t="0" r="0" b="0"/>
              <a:pathLst>
                <a:path w="60" h="312">
                  <a:moveTo>
                    <a:pt x="0" y="144"/>
                  </a:moveTo>
                  <a:lnTo>
                    <a:pt x="60" y="312"/>
                  </a:lnTo>
                  <a:lnTo>
                    <a:pt x="60" y="6"/>
                  </a:lnTo>
                  <a:lnTo>
                    <a:pt x="54" y="0"/>
                  </a:lnTo>
                  <a:lnTo>
                    <a:pt x="0" y="144"/>
                  </a:lnTo>
                  <a:close/>
                </a:path>
              </a:pathLst>
            </a:custGeom>
            <a:solidFill>
              <a:schemeClr val="bg2"/>
            </a:solidFill>
            <a:ln w="9525">
              <a:noFill/>
            </a:ln>
          </p:spPr>
          <p:txBody>
            <a:bodyPr/>
            <a:lstStyle/>
            <a:p>
              <a:endParaRPr lang="en-US"/>
            </a:p>
          </p:txBody>
        </p:sp>
        <p:sp>
          <p:nvSpPr>
            <p:cNvPr id="14365" name="任意多边形 6172"/>
            <p:cNvSpPr/>
            <p:nvPr/>
          </p:nvSpPr>
          <p:spPr>
            <a:xfrm>
              <a:off x="2" y="1601"/>
              <a:ext cx="5752" cy="1864"/>
            </a:xfrm>
            <a:custGeom>
              <a:avLst/>
              <a:gdLst/>
              <a:ahLst/>
              <a:cxnLst>
                <a:cxn ang="0">
                  <a:pos x="0" y="371"/>
                </a:cxn>
                <a:cxn ang="0">
                  <a:pos x="5764" y="1864"/>
                </a:cxn>
                <a:cxn ang="0">
                  <a:pos x="5764" y="1834"/>
                </a:cxn>
                <a:cxn ang="0">
                  <a:pos x="0" y="0"/>
                </a:cxn>
                <a:cxn ang="0">
                  <a:pos x="0" y="371"/>
                </a:cxn>
                <a:cxn ang="0">
                  <a:pos x="0" y="371"/>
                </a:cxn>
              </a:cxnLst>
              <a:rect l="0" t="0" r="0" b="0"/>
              <a:pathLst>
                <a:path w="5740" h="1864">
                  <a:moveTo>
                    <a:pt x="0" y="371"/>
                  </a:moveTo>
                  <a:lnTo>
                    <a:pt x="5740" y="1864"/>
                  </a:lnTo>
                  <a:lnTo>
                    <a:pt x="5740" y="1834"/>
                  </a:lnTo>
                  <a:lnTo>
                    <a:pt x="0" y="0"/>
                  </a:lnTo>
                  <a:lnTo>
                    <a:pt x="0" y="371"/>
                  </a:lnTo>
                  <a:close/>
                </a:path>
              </a:pathLst>
            </a:custGeom>
            <a:gradFill rotWithShape="0">
              <a:gsLst>
                <a:gs pos="0">
                  <a:srgbClr val="000061"/>
                </a:gs>
                <a:gs pos="100000">
                  <a:schemeClr val="bg1"/>
                </a:gs>
              </a:gsLst>
              <a:lin ang="2700000" scaled="1"/>
              <a:tileRect/>
            </a:gradFill>
            <a:ln w="9525">
              <a:noFill/>
            </a:ln>
          </p:spPr>
          <p:txBody>
            <a:bodyPr/>
            <a:lstStyle/>
            <a:p>
              <a:endParaRPr lang="en-US"/>
            </a:p>
          </p:txBody>
        </p:sp>
        <p:sp>
          <p:nvSpPr>
            <p:cNvPr id="14366" name="任意多边形 6173"/>
            <p:cNvSpPr/>
            <p:nvPr/>
          </p:nvSpPr>
          <p:spPr>
            <a:xfrm>
              <a:off x="5754" y="3483"/>
              <a:ext cx="6" cy="6"/>
            </a:xfrm>
            <a:custGeom>
              <a:avLst/>
              <a:gdLst/>
              <a:ahLst/>
              <a:cxnLst>
                <a:cxn ang="0">
                  <a:pos x="6" y="6"/>
                </a:cxn>
                <a:cxn ang="0">
                  <a:pos x="0" y="0"/>
                </a:cxn>
                <a:cxn ang="0">
                  <a:pos x="0" y="6"/>
                </a:cxn>
                <a:cxn ang="0">
                  <a:pos x="6" y="6"/>
                </a:cxn>
                <a:cxn ang="0">
                  <a:pos x="6" y="6"/>
                </a:cxn>
              </a:cxnLst>
              <a:rect l="0" t="0" r="0" b="0"/>
              <a:pathLst>
                <a:path w="6" h="6">
                  <a:moveTo>
                    <a:pt x="6" y="6"/>
                  </a:moveTo>
                  <a:lnTo>
                    <a:pt x="0" y="0"/>
                  </a:lnTo>
                  <a:lnTo>
                    <a:pt x="0" y="6"/>
                  </a:lnTo>
                  <a:lnTo>
                    <a:pt x="6" y="6"/>
                  </a:lnTo>
                  <a:close/>
                </a:path>
              </a:pathLst>
            </a:custGeom>
            <a:solidFill>
              <a:srgbClr val="18FF00"/>
            </a:solidFill>
            <a:ln w="9525">
              <a:noFill/>
            </a:ln>
          </p:spPr>
          <p:txBody>
            <a:bodyPr/>
            <a:lstStyle/>
            <a:p>
              <a:endParaRPr lang="en-US"/>
            </a:p>
          </p:txBody>
        </p:sp>
        <p:sp>
          <p:nvSpPr>
            <p:cNvPr id="14367" name="任意多边形 6174"/>
            <p:cNvSpPr/>
            <p:nvPr/>
          </p:nvSpPr>
          <p:spPr>
            <a:xfrm>
              <a:off x="2" y="2152"/>
              <a:ext cx="5752" cy="1337"/>
            </a:xfrm>
            <a:custGeom>
              <a:avLst/>
              <a:gdLst/>
              <a:ahLst/>
              <a:cxnLst>
                <a:cxn ang="0">
                  <a:pos x="0" y="366"/>
                </a:cxn>
                <a:cxn ang="0">
                  <a:pos x="5764" y="1337"/>
                </a:cxn>
                <a:cxn ang="0">
                  <a:pos x="5764" y="1331"/>
                </a:cxn>
                <a:cxn ang="0">
                  <a:pos x="0" y="0"/>
                </a:cxn>
                <a:cxn ang="0">
                  <a:pos x="0" y="366"/>
                </a:cxn>
                <a:cxn ang="0">
                  <a:pos x="0" y="366"/>
                </a:cxn>
              </a:cxnLst>
              <a:rect l="0" t="0" r="0" b="0"/>
              <a:pathLst>
                <a:path w="5740" h="1337">
                  <a:moveTo>
                    <a:pt x="0" y="366"/>
                  </a:moveTo>
                  <a:lnTo>
                    <a:pt x="5740" y="1337"/>
                  </a:lnTo>
                  <a:lnTo>
                    <a:pt x="5740" y="1331"/>
                  </a:lnTo>
                  <a:lnTo>
                    <a:pt x="0" y="0"/>
                  </a:lnTo>
                  <a:lnTo>
                    <a:pt x="0" y="366"/>
                  </a:lnTo>
                  <a:close/>
                </a:path>
              </a:pathLst>
            </a:custGeom>
            <a:gradFill rotWithShape="0">
              <a:gsLst>
                <a:gs pos="0">
                  <a:srgbClr val="00005D"/>
                </a:gs>
                <a:gs pos="100000">
                  <a:schemeClr val="bg1"/>
                </a:gs>
              </a:gsLst>
              <a:lin ang="2700000" scaled="1"/>
              <a:tileRect/>
            </a:gradFill>
            <a:ln w="9525">
              <a:noFill/>
            </a:ln>
          </p:spPr>
          <p:txBody>
            <a:bodyPr/>
            <a:lstStyle/>
            <a:p>
              <a:endParaRPr lang="en-US"/>
            </a:p>
          </p:txBody>
        </p:sp>
        <p:sp>
          <p:nvSpPr>
            <p:cNvPr id="14368" name="任意多边形 6175"/>
            <p:cNvSpPr/>
            <p:nvPr/>
          </p:nvSpPr>
          <p:spPr>
            <a:xfrm>
              <a:off x="2" y="3177"/>
              <a:ext cx="5752" cy="414"/>
            </a:xfrm>
            <a:custGeom>
              <a:avLst/>
              <a:gdLst/>
              <a:ahLst/>
              <a:cxnLst>
                <a:cxn ang="0">
                  <a:pos x="0" y="48"/>
                </a:cxn>
                <a:cxn ang="0">
                  <a:pos x="5764" y="414"/>
                </a:cxn>
                <a:cxn ang="0">
                  <a:pos x="5764" y="402"/>
                </a:cxn>
                <a:cxn ang="0">
                  <a:pos x="0" y="0"/>
                </a:cxn>
                <a:cxn ang="0">
                  <a:pos x="0" y="48"/>
                </a:cxn>
                <a:cxn ang="0">
                  <a:pos x="0" y="48"/>
                </a:cxn>
              </a:cxnLst>
              <a:rect l="0" t="0" r="0" b="0"/>
              <a:pathLst>
                <a:path w="5740" h="414">
                  <a:moveTo>
                    <a:pt x="0" y="48"/>
                  </a:moveTo>
                  <a:lnTo>
                    <a:pt x="5740" y="414"/>
                  </a:lnTo>
                  <a:lnTo>
                    <a:pt x="5740" y="402"/>
                  </a:lnTo>
                  <a:lnTo>
                    <a:pt x="0" y="0"/>
                  </a:lnTo>
                  <a:lnTo>
                    <a:pt x="0" y="48"/>
                  </a:lnTo>
                  <a:close/>
                </a:path>
              </a:pathLst>
            </a:custGeom>
            <a:gradFill rotWithShape="0">
              <a:gsLst>
                <a:gs pos="0">
                  <a:srgbClr val="000082"/>
                </a:gs>
                <a:gs pos="100000">
                  <a:schemeClr val="bg1"/>
                </a:gs>
              </a:gsLst>
              <a:lin ang="0" scaled="1"/>
              <a:tileRect/>
            </a:gradFill>
            <a:ln w="9525">
              <a:noFill/>
            </a:ln>
          </p:spPr>
          <p:txBody>
            <a:bodyPr/>
            <a:lstStyle/>
            <a:p>
              <a:endParaRPr lang="en-US"/>
            </a:p>
          </p:txBody>
        </p:sp>
        <p:sp>
          <p:nvSpPr>
            <p:cNvPr id="14369" name="任意多边形 6176"/>
            <p:cNvSpPr/>
            <p:nvPr/>
          </p:nvSpPr>
          <p:spPr>
            <a:xfrm>
              <a:off x="1297" y="0"/>
              <a:ext cx="4457" cy="3177"/>
            </a:xfrm>
            <a:custGeom>
              <a:avLst/>
              <a:gdLst/>
              <a:ahLst/>
              <a:cxnLst>
                <a:cxn ang="0">
                  <a:pos x="0" y="0"/>
                </a:cxn>
                <a:cxn ang="0">
                  <a:pos x="4466" y="3177"/>
                </a:cxn>
                <a:cxn ang="0">
                  <a:pos x="4466" y="3153"/>
                </a:cxn>
                <a:cxn ang="0">
                  <a:pos x="125" y="0"/>
                </a:cxn>
                <a:cxn ang="0">
                  <a:pos x="0" y="0"/>
                </a:cxn>
                <a:cxn ang="0">
                  <a:pos x="0" y="0"/>
                </a:cxn>
              </a:cxnLst>
              <a:rect l="0" t="0" r="0" b="0"/>
              <a:pathLst>
                <a:path w="4448" h="3177">
                  <a:moveTo>
                    <a:pt x="0" y="0"/>
                  </a:moveTo>
                  <a:lnTo>
                    <a:pt x="4448" y="3177"/>
                  </a:lnTo>
                  <a:lnTo>
                    <a:pt x="4448" y="3153"/>
                  </a:lnTo>
                  <a:lnTo>
                    <a:pt x="125" y="0"/>
                  </a:lnTo>
                  <a:lnTo>
                    <a:pt x="0" y="0"/>
                  </a:lnTo>
                  <a:close/>
                </a:path>
              </a:pathLst>
            </a:custGeom>
            <a:gradFill rotWithShape="0">
              <a:gsLst>
                <a:gs pos="0">
                  <a:srgbClr val="00004A"/>
                </a:gs>
                <a:gs pos="100000">
                  <a:schemeClr val="bg1"/>
                </a:gs>
              </a:gsLst>
              <a:lin ang="2700000" scaled="1"/>
              <a:tileRect/>
            </a:gradFill>
            <a:ln w="9525">
              <a:noFill/>
            </a:ln>
          </p:spPr>
          <p:txBody>
            <a:bodyPr/>
            <a:lstStyle/>
            <a:p>
              <a:endParaRPr lang="en-US"/>
            </a:p>
          </p:txBody>
        </p:sp>
        <p:sp>
          <p:nvSpPr>
            <p:cNvPr id="14370" name="任意多边形 6177"/>
            <p:cNvSpPr/>
            <p:nvPr/>
          </p:nvSpPr>
          <p:spPr>
            <a:xfrm>
              <a:off x="3321" y="0"/>
              <a:ext cx="2433" cy="2614"/>
            </a:xfrm>
            <a:custGeom>
              <a:avLst/>
              <a:gdLst/>
              <a:ahLst/>
              <a:cxnLst>
                <a:cxn ang="0">
                  <a:pos x="0" y="0"/>
                </a:cxn>
                <a:cxn ang="0">
                  <a:pos x="2438" y="2614"/>
                </a:cxn>
                <a:cxn ang="0">
                  <a:pos x="2438" y="2608"/>
                </a:cxn>
                <a:cxn ang="0">
                  <a:pos x="66" y="0"/>
                </a:cxn>
                <a:cxn ang="0">
                  <a:pos x="0" y="0"/>
                </a:cxn>
                <a:cxn ang="0">
                  <a:pos x="0" y="0"/>
                </a:cxn>
              </a:cxnLst>
              <a:rect l="0" t="0" r="0" b="0"/>
              <a:pathLst>
                <a:path w="2428" h="2614">
                  <a:moveTo>
                    <a:pt x="0" y="0"/>
                  </a:moveTo>
                  <a:lnTo>
                    <a:pt x="2428" y="2614"/>
                  </a:lnTo>
                  <a:lnTo>
                    <a:pt x="2428" y="2608"/>
                  </a:lnTo>
                  <a:lnTo>
                    <a:pt x="66" y="0"/>
                  </a:lnTo>
                  <a:lnTo>
                    <a:pt x="0" y="0"/>
                  </a:lnTo>
                  <a:close/>
                </a:path>
              </a:pathLst>
            </a:custGeom>
            <a:gradFill rotWithShape="0">
              <a:gsLst>
                <a:gs pos="0">
                  <a:srgbClr val="000082"/>
                </a:gs>
                <a:gs pos="100000">
                  <a:schemeClr val="bg1"/>
                </a:gs>
              </a:gsLst>
              <a:lin ang="2700000" scaled="1"/>
              <a:tileRect/>
            </a:gradFill>
            <a:ln w="9525">
              <a:noFill/>
            </a:ln>
          </p:spPr>
          <p:txBody>
            <a:bodyPr/>
            <a:lstStyle/>
            <a:p>
              <a:endParaRPr lang="en-US"/>
            </a:p>
          </p:txBody>
        </p:sp>
        <p:sp>
          <p:nvSpPr>
            <p:cNvPr id="14371" name="任意多边形 6178"/>
            <p:cNvSpPr/>
            <p:nvPr/>
          </p:nvSpPr>
          <p:spPr>
            <a:xfrm>
              <a:off x="3950" y="0"/>
              <a:ext cx="1804" cy="2464"/>
            </a:xfrm>
            <a:custGeom>
              <a:avLst/>
              <a:gdLst/>
              <a:ahLst/>
              <a:cxnLst>
                <a:cxn ang="0">
                  <a:pos x="487" y="0"/>
                </a:cxn>
                <a:cxn ang="0">
                  <a:pos x="0" y="0"/>
                </a:cxn>
                <a:cxn ang="0">
                  <a:pos x="1808" y="2464"/>
                </a:cxn>
                <a:cxn ang="0">
                  <a:pos x="1808" y="2248"/>
                </a:cxn>
                <a:cxn ang="0">
                  <a:pos x="1802" y="2248"/>
                </a:cxn>
                <a:cxn ang="0">
                  <a:pos x="487" y="0"/>
                </a:cxn>
                <a:cxn ang="0">
                  <a:pos x="487" y="0"/>
                </a:cxn>
              </a:cxnLst>
              <a:rect l="0" t="0" r="0" b="0"/>
              <a:pathLst>
                <a:path w="1800" h="2464">
                  <a:moveTo>
                    <a:pt x="485" y="0"/>
                  </a:moveTo>
                  <a:lnTo>
                    <a:pt x="0" y="0"/>
                  </a:lnTo>
                  <a:lnTo>
                    <a:pt x="1800" y="2464"/>
                  </a:lnTo>
                  <a:lnTo>
                    <a:pt x="1800" y="2248"/>
                  </a:lnTo>
                  <a:lnTo>
                    <a:pt x="1794" y="2248"/>
                  </a:lnTo>
                  <a:lnTo>
                    <a:pt x="485" y="0"/>
                  </a:lnTo>
                  <a:close/>
                </a:path>
              </a:pathLst>
            </a:custGeom>
            <a:gradFill rotWithShape="0">
              <a:gsLst>
                <a:gs pos="0">
                  <a:srgbClr val="000065"/>
                </a:gs>
                <a:gs pos="100000">
                  <a:schemeClr val="bg2"/>
                </a:gs>
              </a:gsLst>
              <a:lin ang="5400000" scaled="1"/>
              <a:tileRect/>
            </a:gradFill>
            <a:ln w="9525">
              <a:noFill/>
            </a:ln>
          </p:spPr>
          <p:txBody>
            <a:bodyPr/>
            <a:lstStyle/>
            <a:p>
              <a:endParaRPr lang="en-US"/>
            </a:p>
          </p:txBody>
        </p:sp>
        <p:sp>
          <p:nvSpPr>
            <p:cNvPr id="14372" name="任意多边形 6179"/>
            <p:cNvSpPr/>
            <p:nvPr/>
          </p:nvSpPr>
          <p:spPr>
            <a:xfrm>
              <a:off x="4519" y="0"/>
              <a:ext cx="1235" cy="2074"/>
            </a:xfrm>
            <a:custGeom>
              <a:avLst/>
              <a:gdLst/>
              <a:ahLst/>
              <a:cxnLst>
                <a:cxn ang="0">
                  <a:pos x="0" y="0"/>
                </a:cxn>
                <a:cxn ang="0">
                  <a:pos x="1238" y="2074"/>
                </a:cxn>
                <a:cxn ang="0">
                  <a:pos x="1238" y="2038"/>
                </a:cxn>
                <a:cxn ang="0">
                  <a:pos x="42" y="0"/>
                </a:cxn>
                <a:cxn ang="0">
                  <a:pos x="0" y="0"/>
                </a:cxn>
                <a:cxn ang="0">
                  <a:pos x="0" y="0"/>
                </a:cxn>
              </a:cxnLst>
              <a:rect l="0" t="0" r="0" b="0"/>
              <a:pathLst>
                <a:path w="1232" h="2074">
                  <a:moveTo>
                    <a:pt x="0" y="0"/>
                  </a:moveTo>
                  <a:lnTo>
                    <a:pt x="1232" y="2074"/>
                  </a:lnTo>
                  <a:lnTo>
                    <a:pt x="1232" y="2038"/>
                  </a:lnTo>
                  <a:lnTo>
                    <a:pt x="42" y="0"/>
                  </a:lnTo>
                  <a:lnTo>
                    <a:pt x="0" y="0"/>
                  </a:lnTo>
                  <a:close/>
                </a:path>
              </a:pathLst>
            </a:custGeom>
            <a:gradFill rotWithShape="0">
              <a:gsLst>
                <a:gs pos="0">
                  <a:srgbClr val="000058"/>
                </a:gs>
                <a:gs pos="100000">
                  <a:schemeClr val="bg1"/>
                </a:gs>
              </a:gsLst>
              <a:lin ang="2700000" scaled="1"/>
              <a:tileRect/>
            </a:gradFill>
            <a:ln w="9525">
              <a:noFill/>
            </a:ln>
          </p:spPr>
          <p:txBody>
            <a:bodyPr/>
            <a:lstStyle/>
            <a:p>
              <a:endParaRPr lang="en-US"/>
            </a:p>
          </p:txBody>
        </p:sp>
        <p:sp>
          <p:nvSpPr>
            <p:cNvPr id="14373" name="任意多边形 6180"/>
            <p:cNvSpPr/>
            <p:nvPr/>
          </p:nvSpPr>
          <p:spPr>
            <a:xfrm>
              <a:off x="4694" y="0"/>
              <a:ext cx="1060" cy="1936"/>
            </a:xfrm>
            <a:custGeom>
              <a:avLst/>
              <a:gdLst/>
              <a:ahLst/>
              <a:cxnLst>
                <a:cxn ang="0">
                  <a:pos x="0" y="0"/>
                </a:cxn>
                <a:cxn ang="0">
                  <a:pos x="1062" y="1936"/>
                </a:cxn>
                <a:cxn ang="0">
                  <a:pos x="1062" y="1930"/>
                </a:cxn>
                <a:cxn ang="0">
                  <a:pos x="54" y="0"/>
                </a:cxn>
                <a:cxn ang="0">
                  <a:pos x="0" y="0"/>
                </a:cxn>
                <a:cxn ang="0">
                  <a:pos x="0" y="0"/>
                </a:cxn>
              </a:cxnLst>
              <a:rect l="0" t="0" r="0" b="0"/>
              <a:pathLst>
                <a:path w="1058" h="1936">
                  <a:moveTo>
                    <a:pt x="0" y="0"/>
                  </a:moveTo>
                  <a:lnTo>
                    <a:pt x="1058" y="1936"/>
                  </a:lnTo>
                  <a:lnTo>
                    <a:pt x="1058" y="1930"/>
                  </a:lnTo>
                  <a:lnTo>
                    <a:pt x="54" y="0"/>
                  </a:lnTo>
                  <a:lnTo>
                    <a:pt x="0" y="0"/>
                  </a:lnTo>
                  <a:close/>
                </a:path>
              </a:pathLst>
            </a:custGeom>
            <a:gradFill rotWithShape="0">
              <a:gsLst>
                <a:gs pos="0">
                  <a:srgbClr val="00006F"/>
                </a:gs>
                <a:gs pos="100000">
                  <a:schemeClr val="bg1"/>
                </a:gs>
              </a:gsLst>
              <a:lin ang="2700000" scaled="1"/>
              <a:tileRect/>
            </a:gradFill>
            <a:ln w="9525">
              <a:noFill/>
            </a:ln>
          </p:spPr>
          <p:txBody>
            <a:bodyPr/>
            <a:lstStyle/>
            <a:p>
              <a:endParaRPr lang="en-US"/>
            </a:p>
          </p:txBody>
        </p:sp>
        <p:sp>
          <p:nvSpPr>
            <p:cNvPr id="14374" name="任意多边形 6181"/>
            <p:cNvSpPr/>
            <p:nvPr/>
          </p:nvSpPr>
          <p:spPr>
            <a:xfrm>
              <a:off x="4981" y="0"/>
              <a:ext cx="773" cy="1487"/>
            </a:xfrm>
            <a:custGeom>
              <a:avLst/>
              <a:gdLst/>
              <a:ahLst/>
              <a:cxnLst>
                <a:cxn ang="0">
                  <a:pos x="775" y="1433"/>
                </a:cxn>
                <a:cxn ang="0">
                  <a:pos x="42" y="0"/>
                </a:cxn>
                <a:cxn ang="0">
                  <a:pos x="0" y="0"/>
                </a:cxn>
                <a:cxn ang="0">
                  <a:pos x="775" y="1487"/>
                </a:cxn>
                <a:cxn ang="0">
                  <a:pos x="775" y="1433"/>
                </a:cxn>
                <a:cxn ang="0">
                  <a:pos x="775" y="1433"/>
                </a:cxn>
              </a:cxnLst>
              <a:rect l="0" t="0" r="0" b="0"/>
              <a:pathLst>
                <a:path w="771" h="1487">
                  <a:moveTo>
                    <a:pt x="771" y="1433"/>
                  </a:moveTo>
                  <a:lnTo>
                    <a:pt x="42" y="0"/>
                  </a:lnTo>
                  <a:lnTo>
                    <a:pt x="0" y="0"/>
                  </a:lnTo>
                  <a:lnTo>
                    <a:pt x="771" y="1487"/>
                  </a:lnTo>
                  <a:lnTo>
                    <a:pt x="771" y="1433"/>
                  </a:lnTo>
                  <a:close/>
                </a:path>
              </a:pathLst>
            </a:custGeom>
            <a:gradFill rotWithShape="0">
              <a:gsLst>
                <a:gs pos="0">
                  <a:srgbClr val="000079"/>
                </a:gs>
                <a:gs pos="100000">
                  <a:schemeClr val="bg1"/>
                </a:gs>
              </a:gsLst>
              <a:lin ang="2700000" scaled="1"/>
              <a:tileRect/>
            </a:gradFill>
            <a:ln w="9525">
              <a:noFill/>
            </a:ln>
          </p:spPr>
          <p:txBody>
            <a:bodyPr/>
            <a:lstStyle/>
            <a:p>
              <a:endParaRPr lang="en-US"/>
            </a:p>
          </p:txBody>
        </p:sp>
        <p:grpSp>
          <p:nvGrpSpPr>
            <p:cNvPr id="14375" name="组合 6182"/>
            <p:cNvGrpSpPr/>
            <p:nvPr userDrawn="1"/>
          </p:nvGrpSpPr>
          <p:grpSpPr>
            <a:xfrm>
              <a:off x="0" y="1632"/>
              <a:ext cx="5758" cy="1858"/>
              <a:chOff x="0" y="0"/>
              <a:chExt cx="5758" cy="1858"/>
            </a:xfrm>
          </p:grpSpPr>
          <p:sp>
            <p:nvSpPr>
              <p:cNvPr id="14376" name="任意多边形 6183"/>
              <p:cNvSpPr/>
              <p:nvPr/>
            </p:nvSpPr>
            <p:spPr>
              <a:xfrm>
                <a:off x="0" y="0"/>
                <a:ext cx="3670" cy="1313"/>
              </a:xfrm>
              <a:custGeom>
                <a:avLst/>
                <a:gdLst/>
                <a:ahLst/>
                <a:cxnLst>
                  <a:cxn ang="0">
                    <a:pos x="0" y="0"/>
                  </a:cxn>
                  <a:cxn ang="0">
                    <a:pos x="0" y="366"/>
                  </a:cxn>
                  <a:cxn ang="0">
                    <a:pos x="3657" y="1313"/>
                  </a:cxn>
                  <a:cxn ang="0">
                    <a:pos x="3669" y="1235"/>
                  </a:cxn>
                  <a:cxn ang="0">
                    <a:pos x="3681" y="1163"/>
                  </a:cxn>
                  <a:cxn ang="0">
                    <a:pos x="0" y="0"/>
                  </a:cxn>
                  <a:cxn ang="0">
                    <a:pos x="0" y="0"/>
                  </a:cxn>
                </a:cxnLst>
                <a:rect l="0" t="0" r="0" b="0"/>
                <a:pathLst>
                  <a:path w="3659" h="1313">
                    <a:moveTo>
                      <a:pt x="0" y="0"/>
                    </a:moveTo>
                    <a:lnTo>
                      <a:pt x="0" y="366"/>
                    </a:lnTo>
                    <a:lnTo>
                      <a:pt x="3635" y="1313"/>
                    </a:lnTo>
                    <a:lnTo>
                      <a:pt x="3647" y="1235"/>
                    </a:lnTo>
                    <a:lnTo>
                      <a:pt x="3659" y="1163"/>
                    </a:lnTo>
                    <a:lnTo>
                      <a:pt x="0" y="0"/>
                    </a:lnTo>
                    <a:close/>
                  </a:path>
                </a:pathLst>
              </a:custGeom>
              <a:gradFill rotWithShape="0">
                <a:gsLst>
                  <a:gs pos="0">
                    <a:srgbClr val="00006F"/>
                  </a:gs>
                  <a:gs pos="100000">
                    <a:schemeClr val="bg1"/>
                  </a:gs>
                </a:gsLst>
                <a:lin ang="0" scaled="1"/>
                <a:tileRect/>
              </a:gradFill>
              <a:ln w="9525">
                <a:noFill/>
              </a:ln>
            </p:spPr>
            <p:txBody>
              <a:bodyPr/>
              <a:lstStyle/>
              <a:p>
                <a:endParaRPr lang="en-US"/>
              </a:p>
            </p:txBody>
          </p:sp>
          <p:sp>
            <p:nvSpPr>
              <p:cNvPr id="14377" name="任意多边形 6184"/>
              <p:cNvSpPr/>
              <p:nvPr/>
            </p:nvSpPr>
            <p:spPr>
              <a:xfrm>
                <a:off x="3646" y="1163"/>
                <a:ext cx="2112" cy="695"/>
              </a:xfrm>
              <a:custGeom>
                <a:avLst/>
                <a:gdLst/>
                <a:ahLst/>
                <a:cxnLst>
                  <a:cxn ang="0">
                    <a:pos x="2119" y="665"/>
                  </a:cxn>
                  <a:cxn ang="0">
                    <a:pos x="24" y="0"/>
                  </a:cxn>
                  <a:cxn ang="0">
                    <a:pos x="12" y="72"/>
                  </a:cxn>
                  <a:cxn ang="0">
                    <a:pos x="0" y="150"/>
                  </a:cxn>
                  <a:cxn ang="0">
                    <a:pos x="2119" y="695"/>
                  </a:cxn>
                  <a:cxn ang="0">
                    <a:pos x="2119" y="665"/>
                  </a:cxn>
                  <a:cxn ang="0">
                    <a:pos x="2119" y="665"/>
                  </a:cxn>
                </a:cxnLst>
                <a:rect l="0" t="0" r="0" b="0"/>
                <a:pathLst>
                  <a:path w="2105" h="695">
                    <a:moveTo>
                      <a:pt x="2105" y="665"/>
                    </a:moveTo>
                    <a:lnTo>
                      <a:pt x="24" y="0"/>
                    </a:lnTo>
                    <a:lnTo>
                      <a:pt x="12" y="72"/>
                    </a:lnTo>
                    <a:lnTo>
                      <a:pt x="0" y="150"/>
                    </a:lnTo>
                    <a:lnTo>
                      <a:pt x="2105" y="695"/>
                    </a:lnTo>
                    <a:lnTo>
                      <a:pt x="2105" y="665"/>
                    </a:lnTo>
                    <a:close/>
                  </a:path>
                </a:pathLst>
              </a:custGeom>
              <a:gradFill rotWithShape="0">
                <a:gsLst>
                  <a:gs pos="0">
                    <a:schemeClr val="bg1"/>
                  </a:gs>
                  <a:gs pos="100000">
                    <a:srgbClr val="1717A2"/>
                  </a:gs>
                </a:gsLst>
                <a:lin ang="0" scaled="1"/>
                <a:tileRect/>
              </a:gradFill>
              <a:ln w="9525">
                <a:noFill/>
              </a:ln>
            </p:spPr>
            <p:txBody>
              <a:bodyPr/>
              <a:lstStyle/>
              <a:p>
                <a:endParaRPr lang="en-US"/>
              </a:p>
            </p:txBody>
          </p:sp>
        </p:grpSp>
      </p:grpSp>
      <p:sp>
        <p:nvSpPr>
          <p:cNvPr id="6186" name="标题 6185"/>
          <p:cNvSpPr>
            <a:spLocks noGrp="1"/>
          </p:cNvSpPr>
          <p:nvPr>
            <p:ph type="ctrTitle" sz="quarter"/>
          </p:nvPr>
        </p:nvSpPr>
        <p:spPr>
          <a:xfrm>
            <a:off x="457200" y="1200360"/>
            <a:ext cx="8229600" cy="1371840"/>
          </a:xfrm>
          <a:prstGeom prst="rect">
            <a:avLst/>
          </a:prstGeom>
          <a:noFill/>
          <a:ln w="9525">
            <a:noFill/>
            <a:miter/>
          </a:ln>
        </p:spPr>
        <p:txBody>
          <a:bodyPr/>
          <a:lstStyle>
            <a:lvl1pPr lvl="0">
              <a:defRPr sz="3600" kern="1200">
                <a:effectLst/>
              </a:defRPr>
            </a:lvl1pPr>
          </a:lstStyle>
          <a:p>
            <a:pPr lvl="0" fontAlgn="base"/>
            <a:r>
              <a:rPr lang="zh-CN" altLang="en-US" strike="noStrike" noProof="1"/>
              <a:t>单击此处编辑母版标题样式</a:t>
            </a:r>
            <a:endParaRPr lang="zh-CN" altLang="en-US" strike="noStrike" noProof="1"/>
          </a:p>
        </p:txBody>
      </p:sp>
      <p:sp>
        <p:nvSpPr>
          <p:cNvPr id="6187" name="副标题 6186"/>
          <p:cNvSpPr>
            <a:spLocks noGrp="1"/>
          </p:cNvSpPr>
          <p:nvPr>
            <p:ph type="subTitle" sz="quarter" idx="1"/>
          </p:nvPr>
        </p:nvSpPr>
        <p:spPr>
          <a:xfrm>
            <a:off x="1371600" y="2915160"/>
            <a:ext cx="6400800" cy="1314680"/>
          </a:xfrm>
          <a:prstGeom prst="rect">
            <a:avLst/>
          </a:prstGeom>
          <a:noFill/>
          <a:ln w="9525">
            <a:noFill/>
            <a:miter/>
          </a:ln>
        </p:spPr>
        <p:txBody>
          <a:bodyPr/>
          <a:lstStyle>
            <a:lvl1pPr marL="0" lvl="0" indent="0" algn="ctr">
              <a:buNone/>
              <a:defRPr sz="2700" kern="1200">
                <a:effectLst/>
              </a:defRPr>
            </a:lvl1pPr>
            <a:lvl2pPr marL="342900" lvl="1" indent="-342900" algn="ctr">
              <a:buNone/>
              <a:defRPr sz="2700" kern="1200"/>
            </a:lvl2pPr>
            <a:lvl3pPr marL="685800" lvl="2" indent="-685800" algn="ctr">
              <a:buNone/>
              <a:defRPr sz="2700" kern="1200"/>
            </a:lvl3pPr>
            <a:lvl4pPr marL="1028700" lvl="3" indent="-1028700" algn="ctr">
              <a:buNone/>
              <a:defRPr sz="2700" kern="1200"/>
            </a:lvl4pPr>
            <a:lvl5pPr marL="1371600" lvl="4" indent="-1371600" algn="ctr">
              <a:buNone/>
              <a:defRPr sz="2700" kern="1200"/>
            </a:lvl5pPr>
          </a:lstStyle>
          <a:p>
            <a:pPr lvl="0" fontAlgn="base"/>
            <a:r>
              <a:rPr lang="zh-CN" altLang="en-US" strike="noStrike" noProof="1"/>
              <a:t>单击此处编辑母版副标题样式</a:t>
            </a:r>
            <a:endParaRPr lang="zh-CN" altLang="en-US" strike="noStrike" noProof="1"/>
          </a:p>
        </p:txBody>
      </p:sp>
      <p:sp>
        <p:nvSpPr>
          <p:cNvPr id="87" name="日期占位符 6187"/>
          <p:cNvSpPr>
            <a:spLocks noGrp="1"/>
          </p:cNvSpPr>
          <p:nvPr>
            <p:ph type="dt" sz="quarter" idx="2"/>
          </p:nvPr>
        </p:nvSpPr>
        <p:spPr>
          <a:xfrm>
            <a:off x="457200" y="4683125"/>
            <a:ext cx="2133600" cy="342900"/>
          </a:xfrm>
          <a:prstGeom prst="rect">
            <a:avLst/>
          </a:prstGeom>
          <a:noFill/>
          <a:ln w="9525">
            <a:noFill/>
            <a:miter/>
          </a:ln>
        </p:spPr>
        <p:txBody>
          <a:bodyPr anchor="b"/>
          <a:lstStyle>
            <a:lvl1pPr>
              <a:defRPr dirty="0">
                <a:effectLst/>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88" name="页脚占位符 6188"/>
          <p:cNvSpPr>
            <a:spLocks noGrp="1"/>
          </p:cNvSpPr>
          <p:nvPr>
            <p:ph type="ftr" sz="quarter" idx="3"/>
          </p:nvPr>
        </p:nvSpPr>
        <p:spPr>
          <a:xfrm>
            <a:off x="3124200" y="4687888"/>
            <a:ext cx="2895600" cy="342900"/>
          </a:xfrm>
          <a:prstGeom prst="rect">
            <a:avLst/>
          </a:prstGeom>
          <a:noFill/>
          <a:ln w="9525">
            <a:noFill/>
            <a:miter/>
          </a:ln>
        </p:spPr>
        <p:txBody>
          <a:bodyPr anchor="b"/>
          <a:lstStyle>
            <a:lvl1pPr>
              <a:defRPr>
                <a:effectLst/>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9" name="灯片编号占位符 6189"/>
          <p:cNvSpPr>
            <a:spLocks noGrp="1"/>
          </p:cNvSpPr>
          <p:nvPr>
            <p:ph type="sldNum" sz="quarter" idx="4"/>
          </p:nvPr>
        </p:nvSpPr>
        <p:spPr>
          <a:xfrm>
            <a:off x="6553200" y="4683125"/>
            <a:ext cx="2133600" cy="342900"/>
          </a:xfrm>
          <a:prstGeom prst="rect">
            <a:avLst/>
          </a:prstGeom>
          <a:noFill/>
          <a:ln w="9525">
            <a:noFill/>
            <a:miter/>
          </a:ln>
        </p:spPr>
        <p:txBody>
          <a:bodyPr vert="horz" wrap="square" lIns="91440" tIns="45720" rIns="91440" bIns="45720" numCol="1" anchor="b" anchorCtr="0" compatLnSpc="1"/>
          <a:lstStyle/>
          <a:p>
            <a:pPr algn="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ffectLst/>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lvl1pPr>
              <a:defRPr>
                <a:effectLst/>
              </a:defRPr>
            </a:lvl1pPr>
            <a:lvl2pPr>
              <a:defRPr>
                <a:effectLst/>
              </a:defRPr>
            </a:lvl2pPr>
            <a:lvl3pPr>
              <a:defRPr>
                <a:effectLst/>
              </a:defRPr>
            </a:lvl3pPr>
            <a:lvl4pPr>
              <a:defRPr>
                <a:effectLst/>
              </a:defRPr>
            </a:lvl4pPr>
            <a:lvl5pPr>
              <a:defRPr>
                <a:effectLst/>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z="3375"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z="1350"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z="1575"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z="1575"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Slide Number Placeholder 8"/>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Slide Number Placeholder 4"/>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Slide Number Placeholder 3"/>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z="1575" strike="noStrike" noProof="1" smtClean="0"/>
              <a:t>第二级</a:t>
            </a:r>
            <a:endParaRPr lang="zh-CN" altLang="en-US" strike="noStrike" noProof="1" smtClean="0"/>
          </a:p>
          <a:p>
            <a:pPr lvl="2" fontAlgn="base"/>
            <a:r>
              <a:rPr lang="zh-CN" altLang="en-US" sz="1350" strike="noStrike" noProof="1" smtClean="0"/>
              <a:t>第三级</a:t>
            </a:r>
            <a:endParaRPr lang="zh-CN" altLang="en-US" strike="noStrike" noProof="1" smtClean="0"/>
          </a:p>
          <a:p>
            <a:pPr lvl="3" fontAlgn="base"/>
            <a:r>
              <a:rPr lang="zh-CN" altLang="en-US" sz="1125" strike="noStrike" noProof="1" smtClean="0"/>
              <a:t>第四级</a:t>
            </a:r>
            <a:endParaRPr lang="zh-CN" altLang="en-US" strike="noStrike" noProof="1" smtClean="0"/>
          </a:p>
          <a:p>
            <a:pPr lvl="4" fontAlgn="base"/>
            <a:r>
              <a:rPr lang="zh-CN" altLang="en-US" sz="1125"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vert="horz" wrap="square" lIns="91440" tIns="45720" rIns="91440" bIns="45720" numCol="1" anchor="t" anchorCtr="0" compatLnSpc="1"/>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marL="0" marR="0" lvl="0" indent="0" algn="l" defTabSz="914400" rtl="0" eaLnBrk="0" fontAlgn="base" latinLnBrk="0" hangingPunct="0">
              <a:lnSpc>
                <a:spcPct val="100000"/>
              </a:lnSpc>
              <a:spcBef>
                <a:spcPct val="20000"/>
              </a:spcBef>
              <a:spcAft>
                <a:spcPct val="0"/>
              </a:spcAft>
              <a:buClr>
                <a:schemeClr val="hlink"/>
              </a:buClr>
              <a:buSzPct val="90000"/>
              <a:buFont typeface="Wingdings" panose="05000000000000000000" pitchFamily="2" charset="2"/>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z="1125"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8396"/>
            <a:ext cx="2057400" cy="4390602"/>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8396"/>
            <a:ext cx="6052930" cy="4390602"/>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z="3375"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z="1350"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z="3375"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z="1350"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z="1575"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z="1575"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Slide Number Placeholder 8"/>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Slide Number Placeholder 4"/>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Slide Number Placeholder 3"/>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z="1575" strike="noStrike" noProof="1" smtClean="0"/>
              <a:t>第二级</a:t>
            </a:r>
            <a:endParaRPr lang="zh-CN" altLang="en-US" strike="noStrike" noProof="1" smtClean="0"/>
          </a:p>
          <a:p>
            <a:pPr lvl="2" fontAlgn="base"/>
            <a:r>
              <a:rPr lang="zh-CN" altLang="en-US" sz="1350" strike="noStrike" noProof="1" smtClean="0"/>
              <a:t>第三级</a:t>
            </a:r>
            <a:endParaRPr lang="zh-CN" altLang="en-US" strike="noStrike" noProof="1" smtClean="0"/>
          </a:p>
          <a:p>
            <a:pPr lvl="3" fontAlgn="base"/>
            <a:r>
              <a:rPr lang="zh-CN" altLang="en-US" sz="1125" strike="noStrike" noProof="1" smtClean="0"/>
              <a:t>第四级</a:t>
            </a:r>
            <a:endParaRPr lang="zh-CN" altLang="en-US" strike="noStrike" noProof="1" smtClean="0"/>
          </a:p>
          <a:p>
            <a:pPr lvl="4" fontAlgn="base"/>
            <a:r>
              <a:rPr lang="zh-CN" altLang="en-US" sz="1125"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vert="horz" wrap="square" lIns="91440" tIns="45720" rIns="91440" bIns="45720" numCol="1" anchor="t" anchorCtr="0" compatLnSpc="1"/>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z="1125"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z="3375"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z="1350"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z="3375"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z="1350"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z="1575"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z="1575"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Slide Number Placeholder 8"/>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Slide Number Placeholder 4"/>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Slide Number Placeholder 3"/>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z="1575" strike="noStrike" noProof="1" smtClean="0"/>
              <a:t>第二级</a:t>
            </a:r>
            <a:endParaRPr lang="zh-CN" altLang="en-US" strike="noStrike" noProof="1" smtClean="0"/>
          </a:p>
          <a:p>
            <a:pPr lvl="2" fontAlgn="base"/>
            <a:r>
              <a:rPr lang="zh-CN" altLang="en-US" sz="1350" strike="noStrike" noProof="1" smtClean="0"/>
              <a:t>第三级</a:t>
            </a:r>
            <a:endParaRPr lang="zh-CN" altLang="en-US" strike="noStrike" noProof="1" smtClean="0"/>
          </a:p>
          <a:p>
            <a:pPr lvl="3" fontAlgn="base"/>
            <a:r>
              <a:rPr lang="zh-CN" altLang="en-US" sz="1125" strike="noStrike" noProof="1" smtClean="0"/>
              <a:t>第四级</a:t>
            </a:r>
            <a:endParaRPr lang="zh-CN" altLang="en-US" strike="noStrike" noProof="1" smtClean="0"/>
          </a:p>
          <a:p>
            <a:pPr lvl="4" fontAlgn="base"/>
            <a:r>
              <a:rPr lang="zh-CN" altLang="en-US" sz="1125"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vert="horz" wrap="square" lIns="91440" tIns="45720" rIns="91440" bIns="45720" numCol="1" anchor="t" anchorCtr="0" compatLnSpc="1"/>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z="1125"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grpSp>
        <p:nvGrpSpPr>
          <p:cNvPr id="15362" name="组合 10241"/>
          <p:cNvGrpSpPr/>
          <p:nvPr/>
        </p:nvGrpSpPr>
        <p:grpSpPr>
          <a:xfrm>
            <a:off x="0" y="0"/>
            <a:ext cx="9144000" cy="5143500"/>
            <a:chOff x="0" y="0"/>
            <a:chExt cx="5760" cy="4319"/>
          </a:xfrm>
        </p:grpSpPr>
        <p:sp>
          <p:nvSpPr>
            <p:cNvPr id="15363" name="任意多边形 10242"/>
            <p:cNvSpPr/>
            <p:nvPr/>
          </p:nvSpPr>
          <p:spPr>
            <a:xfrm>
              <a:off x="0" y="12"/>
              <a:ext cx="5758" cy="3273"/>
            </a:xfrm>
            <a:custGeom>
              <a:avLst/>
              <a:gdLst/>
              <a:ahLst/>
              <a:cxnLst>
                <a:cxn ang="0">
                  <a:pos x="3213" y="1816"/>
                </a:cxn>
                <a:cxn ang="0">
                  <a:pos x="0" y="0"/>
                </a:cxn>
                <a:cxn ang="0">
                  <a:pos x="0" y="522"/>
                </a:cxn>
                <a:cxn ang="0">
                  <a:pos x="3057" y="1978"/>
                </a:cxn>
                <a:cxn ang="0">
                  <a:pos x="5776" y="3273"/>
                </a:cxn>
                <a:cxn ang="0">
                  <a:pos x="5776" y="3267"/>
                </a:cxn>
                <a:cxn ang="0">
                  <a:pos x="3213" y="1816"/>
                </a:cxn>
                <a:cxn ang="0">
                  <a:pos x="3213" y="1816"/>
                </a:cxn>
              </a:cxnLst>
              <a:rect l="0" t="0" r="0" b="0"/>
              <a:pathLst>
                <a:path w="5740" h="3273">
                  <a:moveTo>
                    <a:pt x="3193" y="1816"/>
                  </a:moveTo>
                  <a:lnTo>
                    <a:pt x="0" y="0"/>
                  </a:lnTo>
                  <a:lnTo>
                    <a:pt x="0" y="522"/>
                  </a:lnTo>
                  <a:lnTo>
                    <a:pt x="3037" y="1978"/>
                  </a:lnTo>
                  <a:lnTo>
                    <a:pt x="5740" y="3273"/>
                  </a:lnTo>
                  <a:lnTo>
                    <a:pt x="5740" y="3267"/>
                  </a:lnTo>
                  <a:lnTo>
                    <a:pt x="3193" y="1816"/>
                  </a:lnTo>
                  <a:close/>
                </a:path>
              </a:pathLst>
            </a:custGeom>
            <a:gradFill rotWithShape="0">
              <a:gsLst>
                <a:gs pos="0">
                  <a:srgbClr val="000051"/>
                </a:gs>
                <a:gs pos="100000">
                  <a:schemeClr val="bg2"/>
                </a:gs>
              </a:gsLst>
              <a:lin ang="0" scaled="1"/>
              <a:tileRect/>
            </a:gradFill>
            <a:ln w="9525">
              <a:noFill/>
            </a:ln>
          </p:spPr>
          <p:txBody>
            <a:bodyPr/>
            <a:lstStyle/>
            <a:p>
              <a:endParaRPr lang="en-US"/>
            </a:p>
          </p:txBody>
        </p:sp>
        <p:sp>
          <p:nvSpPr>
            <p:cNvPr id="15364" name="任意多边形 10243"/>
            <p:cNvSpPr/>
            <p:nvPr/>
          </p:nvSpPr>
          <p:spPr>
            <a:xfrm>
              <a:off x="149" y="0"/>
              <a:ext cx="5609" cy="3243"/>
            </a:xfrm>
            <a:custGeom>
              <a:avLst/>
              <a:gdLst/>
              <a:ahLst/>
              <a:cxnLst>
                <a:cxn ang="0">
                  <a:pos x="3183" y="1714"/>
                </a:cxn>
                <a:cxn ang="0">
                  <a:pos x="433" y="0"/>
                </a:cxn>
                <a:cxn ang="0">
                  <a:pos x="0" y="0"/>
                </a:cxn>
                <a:cxn ang="0">
                  <a:pos x="3106" y="1786"/>
                </a:cxn>
                <a:cxn ang="0">
                  <a:pos x="5627" y="3243"/>
                </a:cxn>
                <a:cxn ang="0">
                  <a:pos x="5627" y="3237"/>
                </a:cxn>
                <a:cxn ang="0">
                  <a:pos x="3183" y="1714"/>
                </a:cxn>
                <a:cxn ang="0">
                  <a:pos x="3183" y="1714"/>
                </a:cxn>
              </a:cxnLst>
              <a:rect l="0" t="0" r="0" b="0"/>
              <a:pathLst>
                <a:path w="5591" h="3243">
                  <a:moveTo>
                    <a:pt x="3163" y="1714"/>
                  </a:moveTo>
                  <a:lnTo>
                    <a:pt x="431" y="0"/>
                  </a:lnTo>
                  <a:lnTo>
                    <a:pt x="0" y="0"/>
                  </a:lnTo>
                  <a:lnTo>
                    <a:pt x="3086" y="1786"/>
                  </a:lnTo>
                  <a:lnTo>
                    <a:pt x="5591" y="3243"/>
                  </a:lnTo>
                  <a:lnTo>
                    <a:pt x="5591" y="3237"/>
                  </a:lnTo>
                  <a:lnTo>
                    <a:pt x="3163" y="1714"/>
                  </a:lnTo>
                  <a:close/>
                </a:path>
              </a:pathLst>
            </a:custGeom>
            <a:gradFill rotWithShape="0">
              <a:gsLst>
                <a:gs pos="0">
                  <a:srgbClr val="00005D"/>
                </a:gs>
                <a:gs pos="100000">
                  <a:schemeClr val="bg1"/>
                </a:gs>
              </a:gsLst>
              <a:lin ang="2700000" scaled="1"/>
              <a:tileRect/>
            </a:gradFill>
            <a:ln w="9525">
              <a:noFill/>
            </a:ln>
          </p:spPr>
          <p:txBody>
            <a:bodyPr/>
            <a:lstStyle/>
            <a:p>
              <a:endParaRPr lang="en-US"/>
            </a:p>
          </p:txBody>
        </p:sp>
        <p:sp>
          <p:nvSpPr>
            <p:cNvPr id="15365" name="任意多边形 10244"/>
            <p:cNvSpPr/>
            <p:nvPr/>
          </p:nvSpPr>
          <p:spPr>
            <a:xfrm>
              <a:off x="0" y="3433"/>
              <a:ext cx="4038" cy="191"/>
            </a:xfrm>
            <a:custGeom>
              <a:avLst/>
              <a:gdLst/>
              <a:ahLst/>
              <a:cxnLst>
                <a:cxn ang="0">
                  <a:pos x="0" y="154"/>
                </a:cxn>
                <a:cxn ang="0">
                  <a:pos x="4034" y="190"/>
                </a:cxn>
                <a:cxn ang="0">
                  <a:pos x="4034" y="142"/>
                </a:cxn>
                <a:cxn ang="0">
                  <a:pos x="0" y="0"/>
                </a:cxn>
                <a:cxn ang="0">
                  <a:pos x="0" y="154"/>
                </a:cxn>
                <a:cxn ang="0">
                  <a:pos x="0" y="154"/>
                </a:cxn>
              </a:cxnLst>
              <a:rect l="0" t="0" r="0" b="0"/>
              <a:pathLst>
                <a:path w="4042" h="192">
                  <a:moveTo>
                    <a:pt x="0" y="156"/>
                  </a:moveTo>
                  <a:lnTo>
                    <a:pt x="4042" y="192"/>
                  </a:lnTo>
                  <a:lnTo>
                    <a:pt x="4042" y="144"/>
                  </a:lnTo>
                  <a:lnTo>
                    <a:pt x="0" y="0"/>
                  </a:lnTo>
                  <a:lnTo>
                    <a:pt x="0" y="156"/>
                  </a:lnTo>
                  <a:close/>
                </a:path>
              </a:pathLst>
            </a:custGeom>
            <a:gradFill rotWithShape="0">
              <a:gsLst>
                <a:gs pos="0">
                  <a:srgbClr val="000061"/>
                </a:gs>
                <a:gs pos="100000">
                  <a:schemeClr val="bg2"/>
                </a:gs>
              </a:gsLst>
              <a:lin ang="0" scaled="1"/>
              <a:tileRect/>
            </a:gradFill>
            <a:ln w="9525">
              <a:noFill/>
            </a:ln>
          </p:spPr>
          <p:txBody>
            <a:bodyPr/>
            <a:lstStyle/>
            <a:p>
              <a:endParaRPr lang="en-US"/>
            </a:p>
          </p:txBody>
        </p:sp>
        <p:sp>
          <p:nvSpPr>
            <p:cNvPr id="15366" name="任意多边形 10245"/>
            <p:cNvSpPr/>
            <p:nvPr/>
          </p:nvSpPr>
          <p:spPr>
            <a:xfrm>
              <a:off x="4038" y="3577"/>
              <a:ext cx="1720" cy="65"/>
            </a:xfrm>
            <a:custGeom>
              <a:avLst/>
              <a:gdLst/>
              <a:ahLst/>
              <a:cxnLst>
                <a:cxn ang="0">
                  <a:pos x="1718" y="64"/>
                </a:cxn>
                <a:cxn ang="0">
                  <a:pos x="1718" y="58"/>
                </a:cxn>
                <a:cxn ang="0">
                  <a:pos x="0" y="0"/>
                </a:cxn>
                <a:cxn ang="0">
                  <a:pos x="0" y="46"/>
                </a:cxn>
                <a:cxn ang="0">
                  <a:pos x="1718" y="64"/>
                </a:cxn>
                <a:cxn ang="0">
                  <a:pos x="1718" y="64"/>
                </a:cxn>
              </a:cxnLst>
              <a:rect l="0" t="0" r="0" b="0"/>
              <a:pathLst>
                <a:path w="1722" h="66">
                  <a:moveTo>
                    <a:pt x="1722" y="66"/>
                  </a:moveTo>
                  <a:lnTo>
                    <a:pt x="1722" y="60"/>
                  </a:lnTo>
                  <a:lnTo>
                    <a:pt x="0" y="0"/>
                  </a:lnTo>
                  <a:lnTo>
                    <a:pt x="0" y="48"/>
                  </a:lnTo>
                  <a:lnTo>
                    <a:pt x="1722" y="66"/>
                  </a:lnTo>
                  <a:close/>
                </a:path>
              </a:pathLst>
            </a:custGeom>
            <a:gradFill rotWithShape="0">
              <a:gsLst>
                <a:gs pos="0">
                  <a:schemeClr val="bg2"/>
                </a:gs>
                <a:gs pos="100000">
                  <a:schemeClr val="bg1"/>
                </a:gs>
              </a:gsLst>
              <a:lin ang="0" scaled="1"/>
              <a:tileRect/>
            </a:gradFill>
            <a:ln w="9525">
              <a:noFill/>
            </a:ln>
          </p:spPr>
          <p:txBody>
            <a:bodyPr/>
            <a:lstStyle/>
            <a:p>
              <a:endParaRPr lang="en-US"/>
            </a:p>
          </p:txBody>
        </p:sp>
        <p:sp>
          <p:nvSpPr>
            <p:cNvPr id="15367" name="任意多边形 10246"/>
            <p:cNvSpPr/>
            <p:nvPr/>
          </p:nvSpPr>
          <p:spPr>
            <a:xfrm>
              <a:off x="0" y="3726"/>
              <a:ext cx="4784" cy="329"/>
            </a:xfrm>
            <a:custGeom>
              <a:avLst/>
              <a:gdLst/>
              <a:ahLst/>
              <a:cxnLst>
                <a:cxn ang="0">
                  <a:pos x="0" y="329"/>
                </a:cxn>
                <a:cxn ang="0">
                  <a:pos x="4779" y="77"/>
                </a:cxn>
                <a:cxn ang="0">
                  <a:pos x="4779" y="0"/>
                </a:cxn>
                <a:cxn ang="0">
                  <a:pos x="0" y="107"/>
                </a:cxn>
                <a:cxn ang="0">
                  <a:pos x="0" y="329"/>
                </a:cxn>
                <a:cxn ang="0">
                  <a:pos x="0" y="329"/>
                </a:cxn>
              </a:cxnLst>
              <a:rect l="0" t="0" r="0" b="0"/>
              <a:pathLst>
                <a:path w="4789" h="329">
                  <a:moveTo>
                    <a:pt x="0" y="329"/>
                  </a:moveTo>
                  <a:lnTo>
                    <a:pt x="4789" y="77"/>
                  </a:lnTo>
                  <a:lnTo>
                    <a:pt x="4789" y="0"/>
                  </a:lnTo>
                  <a:lnTo>
                    <a:pt x="0" y="107"/>
                  </a:lnTo>
                  <a:lnTo>
                    <a:pt x="0" y="329"/>
                  </a:lnTo>
                  <a:close/>
                </a:path>
              </a:pathLst>
            </a:custGeom>
            <a:gradFill rotWithShape="0">
              <a:gsLst>
                <a:gs pos="0">
                  <a:srgbClr val="00007D"/>
                </a:gs>
                <a:gs pos="100000">
                  <a:schemeClr val="bg1"/>
                </a:gs>
              </a:gsLst>
              <a:lin ang="0" scaled="1"/>
              <a:tileRect/>
            </a:gradFill>
            <a:ln w="9525">
              <a:noFill/>
            </a:ln>
          </p:spPr>
          <p:txBody>
            <a:bodyPr/>
            <a:lstStyle/>
            <a:p>
              <a:endParaRPr lang="en-US"/>
            </a:p>
          </p:txBody>
        </p:sp>
        <p:sp>
          <p:nvSpPr>
            <p:cNvPr id="15368" name="任意多边形 10247"/>
            <p:cNvSpPr/>
            <p:nvPr/>
          </p:nvSpPr>
          <p:spPr>
            <a:xfrm>
              <a:off x="4784" y="3702"/>
              <a:ext cx="974" cy="101"/>
            </a:xfrm>
            <a:custGeom>
              <a:avLst/>
              <a:gdLst/>
              <a:ahLst/>
              <a:cxnLst>
                <a:cxn ang="0">
                  <a:pos x="973" y="48"/>
                </a:cxn>
                <a:cxn ang="0">
                  <a:pos x="973" y="0"/>
                </a:cxn>
                <a:cxn ang="0">
                  <a:pos x="0" y="24"/>
                </a:cxn>
                <a:cxn ang="0">
                  <a:pos x="0" y="101"/>
                </a:cxn>
                <a:cxn ang="0">
                  <a:pos x="973" y="48"/>
                </a:cxn>
                <a:cxn ang="0">
                  <a:pos x="973" y="48"/>
                </a:cxn>
              </a:cxnLst>
              <a:rect l="0" t="0" r="0" b="0"/>
              <a:pathLst>
                <a:path w="975" h="101">
                  <a:moveTo>
                    <a:pt x="975" y="48"/>
                  </a:moveTo>
                  <a:lnTo>
                    <a:pt x="975" y="0"/>
                  </a:lnTo>
                  <a:lnTo>
                    <a:pt x="0" y="24"/>
                  </a:lnTo>
                  <a:lnTo>
                    <a:pt x="0" y="101"/>
                  </a:lnTo>
                  <a:lnTo>
                    <a:pt x="975" y="48"/>
                  </a:lnTo>
                  <a:close/>
                </a:path>
              </a:pathLst>
            </a:custGeom>
            <a:solidFill>
              <a:schemeClr val="bg1"/>
            </a:solidFill>
            <a:ln w="9525">
              <a:noFill/>
            </a:ln>
          </p:spPr>
          <p:txBody>
            <a:bodyPr/>
            <a:lstStyle/>
            <a:p>
              <a:endParaRPr lang="en-US"/>
            </a:p>
          </p:txBody>
        </p:sp>
        <p:sp>
          <p:nvSpPr>
            <p:cNvPr id="15369" name="任意多边形 10248"/>
            <p:cNvSpPr/>
            <p:nvPr/>
          </p:nvSpPr>
          <p:spPr>
            <a:xfrm>
              <a:off x="3619" y="3815"/>
              <a:ext cx="2139" cy="198"/>
            </a:xfrm>
            <a:custGeom>
              <a:avLst/>
              <a:gdLst/>
              <a:ahLst/>
              <a:cxnLst>
                <a:cxn ang="0">
                  <a:pos x="2137" y="0"/>
                </a:cxn>
                <a:cxn ang="0">
                  <a:pos x="0" y="156"/>
                </a:cxn>
                <a:cxn ang="0">
                  <a:pos x="0" y="198"/>
                </a:cxn>
                <a:cxn ang="0">
                  <a:pos x="2137" y="0"/>
                </a:cxn>
                <a:cxn ang="0">
                  <a:pos x="2137" y="0"/>
                </a:cxn>
              </a:cxnLst>
              <a:rect l="0" t="0" r="0" b="0"/>
              <a:pathLst>
                <a:path w="2141" h="198">
                  <a:moveTo>
                    <a:pt x="2141" y="0"/>
                  </a:moveTo>
                  <a:lnTo>
                    <a:pt x="0" y="156"/>
                  </a:lnTo>
                  <a:lnTo>
                    <a:pt x="0" y="198"/>
                  </a:lnTo>
                  <a:lnTo>
                    <a:pt x="2141" y="0"/>
                  </a:lnTo>
                  <a:close/>
                </a:path>
              </a:pathLst>
            </a:custGeom>
            <a:solidFill>
              <a:schemeClr val="bg1"/>
            </a:solidFill>
            <a:ln w="9525">
              <a:noFill/>
            </a:ln>
          </p:spPr>
          <p:txBody>
            <a:bodyPr/>
            <a:lstStyle/>
            <a:p>
              <a:endParaRPr lang="en-US"/>
            </a:p>
          </p:txBody>
        </p:sp>
        <p:sp>
          <p:nvSpPr>
            <p:cNvPr id="15370" name="任意多边形 10249"/>
            <p:cNvSpPr/>
            <p:nvPr/>
          </p:nvSpPr>
          <p:spPr>
            <a:xfrm>
              <a:off x="0" y="3971"/>
              <a:ext cx="3619" cy="348"/>
            </a:xfrm>
            <a:custGeom>
              <a:avLst/>
              <a:gdLst/>
              <a:ahLst/>
              <a:cxnLst>
                <a:cxn ang="0">
                  <a:pos x="0" y="348"/>
                </a:cxn>
                <a:cxn ang="0">
                  <a:pos x="311" y="348"/>
                </a:cxn>
                <a:cxn ang="0">
                  <a:pos x="3615" y="42"/>
                </a:cxn>
                <a:cxn ang="0">
                  <a:pos x="3615" y="0"/>
                </a:cxn>
                <a:cxn ang="0">
                  <a:pos x="0" y="264"/>
                </a:cxn>
                <a:cxn ang="0">
                  <a:pos x="0" y="348"/>
                </a:cxn>
                <a:cxn ang="0">
                  <a:pos x="0" y="348"/>
                </a:cxn>
              </a:cxnLst>
              <a:rect l="0" t="0" r="0" b="0"/>
              <a:pathLst>
                <a:path w="3623" h="348">
                  <a:moveTo>
                    <a:pt x="0" y="348"/>
                  </a:moveTo>
                  <a:lnTo>
                    <a:pt x="311" y="348"/>
                  </a:lnTo>
                  <a:lnTo>
                    <a:pt x="3623" y="42"/>
                  </a:lnTo>
                  <a:lnTo>
                    <a:pt x="3623" y="0"/>
                  </a:lnTo>
                  <a:lnTo>
                    <a:pt x="0" y="264"/>
                  </a:lnTo>
                  <a:lnTo>
                    <a:pt x="0" y="348"/>
                  </a:lnTo>
                  <a:close/>
                </a:path>
              </a:pathLst>
            </a:custGeom>
            <a:gradFill rotWithShape="0">
              <a:gsLst>
                <a:gs pos="0">
                  <a:srgbClr val="00006F"/>
                </a:gs>
                <a:gs pos="100000">
                  <a:schemeClr val="bg1"/>
                </a:gs>
              </a:gsLst>
              <a:lin ang="0" scaled="1"/>
              <a:tileRect/>
            </a:gradFill>
            <a:ln w="9525">
              <a:noFill/>
            </a:ln>
          </p:spPr>
          <p:txBody>
            <a:bodyPr/>
            <a:lstStyle/>
            <a:p>
              <a:endParaRPr lang="en-US"/>
            </a:p>
          </p:txBody>
        </p:sp>
        <p:sp>
          <p:nvSpPr>
            <p:cNvPr id="15371" name="任意多边形 10250"/>
            <p:cNvSpPr/>
            <p:nvPr/>
          </p:nvSpPr>
          <p:spPr>
            <a:xfrm>
              <a:off x="2097" y="4043"/>
              <a:ext cx="2514" cy="276"/>
            </a:xfrm>
            <a:custGeom>
              <a:avLst/>
              <a:gdLst/>
              <a:ahLst/>
              <a:cxnLst>
                <a:cxn ang="0">
                  <a:pos x="2176" y="276"/>
                </a:cxn>
                <a:cxn ang="0">
                  <a:pos x="2511" y="204"/>
                </a:cxn>
                <a:cxn ang="0">
                  <a:pos x="2254" y="0"/>
                </a:cxn>
                <a:cxn ang="0">
                  <a:pos x="0" y="276"/>
                </a:cxn>
                <a:cxn ang="0">
                  <a:pos x="2176" y="276"/>
                </a:cxn>
                <a:cxn ang="0">
                  <a:pos x="2176" y="276"/>
                </a:cxn>
              </a:cxnLst>
              <a:rect l="0" t="0" r="0" b="0"/>
              <a:pathLst>
                <a:path w="2517" h="276">
                  <a:moveTo>
                    <a:pt x="2182" y="276"/>
                  </a:moveTo>
                  <a:lnTo>
                    <a:pt x="2517" y="204"/>
                  </a:lnTo>
                  <a:lnTo>
                    <a:pt x="2260" y="0"/>
                  </a:lnTo>
                  <a:lnTo>
                    <a:pt x="0" y="276"/>
                  </a:lnTo>
                  <a:lnTo>
                    <a:pt x="2182" y="276"/>
                  </a:lnTo>
                  <a:close/>
                </a:path>
              </a:pathLst>
            </a:custGeom>
            <a:solidFill>
              <a:schemeClr val="bg1"/>
            </a:solidFill>
            <a:ln w="9525">
              <a:noFill/>
            </a:ln>
          </p:spPr>
          <p:txBody>
            <a:bodyPr/>
            <a:lstStyle/>
            <a:p>
              <a:endParaRPr lang="en-US"/>
            </a:p>
          </p:txBody>
        </p:sp>
        <p:sp>
          <p:nvSpPr>
            <p:cNvPr id="15372" name="任意多边形 10251"/>
            <p:cNvSpPr/>
            <p:nvPr/>
          </p:nvSpPr>
          <p:spPr>
            <a:xfrm>
              <a:off x="4354" y="3869"/>
              <a:ext cx="1404" cy="378"/>
            </a:xfrm>
            <a:custGeom>
              <a:avLst/>
              <a:gdLst/>
              <a:ahLst/>
              <a:cxnLst>
                <a:cxn ang="0">
                  <a:pos x="1403" y="126"/>
                </a:cxn>
                <a:cxn ang="0">
                  <a:pos x="1403" y="0"/>
                </a:cxn>
                <a:cxn ang="0">
                  <a:pos x="0" y="174"/>
                </a:cxn>
                <a:cxn ang="0">
                  <a:pos x="257" y="378"/>
                </a:cxn>
                <a:cxn ang="0">
                  <a:pos x="1403" y="126"/>
                </a:cxn>
                <a:cxn ang="0">
                  <a:pos x="1403" y="126"/>
                </a:cxn>
              </a:cxnLst>
              <a:rect l="0" t="0" r="0" b="0"/>
              <a:pathLst>
                <a:path w="1405" h="378">
                  <a:moveTo>
                    <a:pt x="1405" y="126"/>
                  </a:moveTo>
                  <a:lnTo>
                    <a:pt x="1405" y="0"/>
                  </a:lnTo>
                  <a:lnTo>
                    <a:pt x="0" y="174"/>
                  </a:lnTo>
                  <a:lnTo>
                    <a:pt x="257" y="378"/>
                  </a:lnTo>
                  <a:lnTo>
                    <a:pt x="1405" y="126"/>
                  </a:lnTo>
                  <a:close/>
                </a:path>
              </a:pathLst>
            </a:custGeom>
            <a:gradFill rotWithShape="0">
              <a:gsLst>
                <a:gs pos="0">
                  <a:schemeClr val="bg1"/>
                </a:gs>
                <a:gs pos="100000">
                  <a:srgbClr val="08089C"/>
                </a:gs>
              </a:gsLst>
              <a:lin ang="0" scaled="1"/>
              <a:tileRect/>
            </a:gradFill>
            <a:ln w="9525">
              <a:noFill/>
            </a:ln>
          </p:spPr>
          <p:txBody>
            <a:bodyPr/>
            <a:lstStyle/>
            <a:p>
              <a:endParaRPr lang="en-US"/>
            </a:p>
          </p:txBody>
        </p:sp>
        <p:sp>
          <p:nvSpPr>
            <p:cNvPr id="15373" name="任意多边形 10252"/>
            <p:cNvSpPr/>
            <p:nvPr/>
          </p:nvSpPr>
          <p:spPr>
            <a:xfrm>
              <a:off x="5030" y="3151"/>
              <a:ext cx="728" cy="240"/>
            </a:xfrm>
            <a:custGeom>
              <a:avLst/>
              <a:gdLst/>
              <a:ahLst/>
              <a:cxnLst>
                <a:cxn ang="0">
                  <a:pos x="727" y="240"/>
                </a:cxn>
                <a:cxn ang="0">
                  <a:pos x="0" y="0"/>
                </a:cxn>
                <a:cxn ang="0">
                  <a:pos x="0" y="6"/>
                </a:cxn>
                <a:cxn ang="0">
                  <a:pos x="727" y="240"/>
                </a:cxn>
                <a:cxn ang="0">
                  <a:pos x="727" y="240"/>
                </a:cxn>
              </a:cxnLst>
              <a:rect l="0" t="0" r="0" b="0"/>
              <a:pathLst>
                <a:path w="729" h="240">
                  <a:moveTo>
                    <a:pt x="729" y="240"/>
                  </a:moveTo>
                  <a:lnTo>
                    <a:pt x="0" y="0"/>
                  </a:lnTo>
                  <a:lnTo>
                    <a:pt x="0" y="6"/>
                  </a:lnTo>
                  <a:lnTo>
                    <a:pt x="729" y="240"/>
                  </a:lnTo>
                  <a:close/>
                </a:path>
              </a:pathLst>
            </a:custGeom>
            <a:solidFill>
              <a:schemeClr val="bg1"/>
            </a:solidFill>
            <a:ln w="9525">
              <a:noFill/>
            </a:ln>
          </p:spPr>
          <p:txBody>
            <a:bodyPr/>
            <a:lstStyle/>
            <a:p>
              <a:endParaRPr lang="en-US"/>
            </a:p>
          </p:txBody>
        </p:sp>
        <p:sp>
          <p:nvSpPr>
            <p:cNvPr id="15374" name="任意多边形 10253"/>
            <p:cNvSpPr/>
            <p:nvPr/>
          </p:nvSpPr>
          <p:spPr>
            <a:xfrm>
              <a:off x="0" y="1486"/>
              <a:ext cx="5030" cy="1671"/>
            </a:xfrm>
            <a:custGeom>
              <a:avLst/>
              <a:gdLst/>
              <a:ahLst/>
              <a:cxnLst>
                <a:cxn ang="0">
                  <a:pos x="0" y="72"/>
                </a:cxn>
                <a:cxn ang="0">
                  <a:pos x="5025" y="1670"/>
                </a:cxn>
                <a:cxn ang="0">
                  <a:pos x="5025" y="1664"/>
                </a:cxn>
                <a:cxn ang="0">
                  <a:pos x="0" y="0"/>
                </a:cxn>
                <a:cxn ang="0">
                  <a:pos x="0" y="72"/>
                </a:cxn>
                <a:cxn ang="0">
                  <a:pos x="0" y="72"/>
                </a:cxn>
              </a:cxnLst>
              <a:rect l="0" t="0" r="0" b="0"/>
              <a:pathLst>
                <a:path w="5035" h="1672">
                  <a:moveTo>
                    <a:pt x="0" y="72"/>
                  </a:moveTo>
                  <a:lnTo>
                    <a:pt x="5035" y="1672"/>
                  </a:lnTo>
                  <a:lnTo>
                    <a:pt x="5035" y="1666"/>
                  </a:lnTo>
                  <a:lnTo>
                    <a:pt x="0" y="0"/>
                  </a:lnTo>
                  <a:lnTo>
                    <a:pt x="0" y="72"/>
                  </a:lnTo>
                  <a:close/>
                </a:path>
              </a:pathLst>
            </a:custGeom>
            <a:gradFill rotWithShape="0">
              <a:gsLst>
                <a:gs pos="0">
                  <a:srgbClr val="000053"/>
                </a:gs>
                <a:gs pos="100000">
                  <a:schemeClr val="bg1"/>
                </a:gs>
              </a:gsLst>
              <a:lin ang="2700000" scaled="1"/>
              <a:tileRect/>
            </a:gradFill>
            <a:ln w="9525">
              <a:noFill/>
            </a:ln>
          </p:spPr>
          <p:txBody>
            <a:bodyPr/>
            <a:lstStyle/>
            <a:p>
              <a:endParaRPr lang="en-US"/>
            </a:p>
          </p:txBody>
        </p:sp>
        <p:sp>
          <p:nvSpPr>
            <p:cNvPr id="15375" name="任意多边形 10254"/>
            <p:cNvSpPr/>
            <p:nvPr/>
          </p:nvSpPr>
          <p:spPr>
            <a:xfrm>
              <a:off x="5030" y="3049"/>
              <a:ext cx="728" cy="318"/>
            </a:xfrm>
            <a:custGeom>
              <a:avLst/>
              <a:gdLst/>
              <a:ahLst/>
              <a:cxnLst>
                <a:cxn ang="0">
                  <a:pos x="727" y="318"/>
                </a:cxn>
                <a:cxn ang="0">
                  <a:pos x="727" y="312"/>
                </a:cxn>
                <a:cxn ang="0">
                  <a:pos x="0" y="0"/>
                </a:cxn>
                <a:cxn ang="0">
                  <a:pos x="0" y="54"/>
                </a:cxn>
                <a:cxn ang="0">
                  <a:pos x="727" y="318"/>
                </a:cxn>
                <a:cxn ang="0">
                  <a:pos x="727" y="318"/>
                </a:cxn>
              </a:cxnLst>
              <a:rect l="0" t="0" r="0" b="0"/>
              <a:pathLst>
                <a:path w="729" h="318">
                  <a:moveTo>
                    <a:pt x="729" y="318"/>
                  </a:moveTo>
                  <a:lnTo>
                    <a:pt x="729" y="312"/>
                  </a:lnTo>
                  <a:lnTo>
                    <a:pt x="0" y="0"/>
                  </a:lnTo>
                  <a:lnTo>
                    <a:pt x="0" y="54"/>
                  </a:lnTo>
                  <a:lnTo>
                    <a:pt x="729" y="318"/>
                  </a:lnTo>
                  <a:close/>
                </a:path>
              </a:pathLst>
            </a:custGeom>
            <a:gradFill rotWithShape="0">
              <a:gsLst>
                <a:gs pos="0">
                  <a:schemeClr val="bg2"/>
                </a:gs>
                <a:gs pos="100000">
                  <a:schemeClr val="bg1"/>
                </a:gs>
              </a:gsLst>
              <a:lin ang="0" scaled="1"/>
              <a:tileRect/>
            </a:gradFill>
            <a:ln w="9525">
              <a:noFill/>
            </a:ln>
          </p:spPr>
          <p:txBody>
            <a:bodyPr/>
            <a:lstStyle/>
            <a:p>
              <a:endParaRPr lang="en-US"/>
            </a:p>
          </p:txBody>
        </p:sp>
        <p:sp>
          <p:nvSpPr>
            <p:cNvPr id="15376" name="任意多边形 10255"/>
            <p:cNvSpPr/>
            <p:nvPr/>
          </p:nvSpPr>
          <p:spPr>
            <a:xfrm>
              <a:off x="0" y="916"/>
              <a:ext cx="5030" cy="2187"/>
            </a:xfrm>
            <a:custGeom>
              <a:avLst/>
              <a:gdLst/>
              <a:ahLst/>
              <a:cxnLst>
                <a:cxn ang="0">
                  <a:pos x="0" y="396"/>
                </a:cxn>
                <a:cxn ang="0">
                  <a:pos x="5025" y="2186"/>
                </a:cxn>
                <a:cxn ang="0">
                  <a:pos x="5025" y="2132"/>
                </a:cxn>
                <a:cxn ang="0">
                  <a:pos x="0" y="0"/>
                </a:cxn>
                <a:cxn ang="0">
                  <a:pos x="0" y="396"/>
                </a:cxn>
                <a:cxn ang="0">
                  <a:pos x="0" y="396"/>
                </a:cxn>
              </a:cxnLst>
              <a:rect l="0" t="0" r="0" b="0"/>
              <a:pathLst>
                <a:path w="5035" h="2188">
                  <a:moveTo>
                    <a:pt x="0" y="396"/>
                  </a:moveTo>
                  <a:lnTo>
                    <a:pt x="5035" y="2188"/>
                  </a:lnTo>
                  <a:lnTo>
                    <a:pt x="5035" y="2134"/>
                  </a:lnTo>
                  <a:lnTo>
                    <a:pt x="0" y="0"/>
                  </a:lnTo>
                  <a:lnTo>
                    <a:pt x="0" y="396"/>
                  </a:lnTo>
                  <a:close/>
                </a:path>
              </a:pathLst>
            </a:custGeom>
            <a:gradFill rotWithShape="0">
              <a:gsLst>
                <a:gs pos="0">
                  <a:srgbClr val="000055"/>
                </a:gs>
                <a:gs pos="100000">
                  <a:schemeClr val="bg2"/>
                </a:gs>
              </a:gsLst>
              <a:lin ang="0" scaled="1"/>
              <a:tileRect/>
            </a:gradFill>
            <a:ln w="9525">
              <a:noFill/>
            </a:ln>
          </p:spPr>
          <p:txBody>
            <a:bodyPr/>
            <a:lstStyle/>
            <a:p>
              <a:endParaRPr lang="en-US"/>
            </a:p>
          </p:txBody>
        </p:sp>
        <p:sp>
          <p:nvSpPr>
            <p:cNvPr id="15377" name="任意多边形 10256"/>
            <p:cNvSpPr/>
            <p:nvPr/>
          </p:nvSpPr>
          <p:spPr>
            <a:xfrm>
              <a:off x="2294" y="0"/>
              <a:ext cx="3159" cy="2725"/>
            </a:xfrm>
            <a:custGeom>
              <a:avLst/>
              <a:gdLst/>
              <a:ahLst/>
              <a:cxnLst>
                <a:cxn ang="0">
                  <a:pos x="0" y="0"/>
                </a:cxn>
                <a:cxn ang="0">
                  <a:pos x="3137" y="2723"/>
                </a:cxn>
                <a:cxn ang="0">
                  <a:pos x="3155" y="2700"/>
                </a:cxn>
                <a:cxn ang="0">
                  <a:pos x="102" y="0"/>
                </a:cxn>
                <a:cxn ang="0">
                  <a:pos x="0" y="0"/>
                </a:cxn>
                <a:cxn ang="0">
                  <a:pos x="0" y="0"/>
                </a:cxn>
              </a:cxnLst>
              <a:rect l="0" t="0" r="0" b="0"/>
              <a:pathLst>
                <a:path w="3163" h="2727">
                  <a:moveTo>
                    <a:pt x="0" y="0"/>
                  </a:moveTo>
                  <a:lnTo>
                    <a:pt x="3145" y="2727"/>
                  </a:lnTo>
                  <a:lnTo>
                    <a:pt x="3163" y="2704"/>
                  </a:lnTo>
                  <a:lnTo>
                    <a:pt x="102" y="0"/>
                  </a:lnTo>
                  <a:lnTo>
                    <a:pt x="0" y="0"/>
                  </a:lnTo>
                  <a:close/>
                </a:path>
              </a:pathLst>
            </a:custGeom>
            <a:gradFill rotWithShape="0">
              <a:gsLst>
                <a:gs pos="0">
                  <a:srgbClr val="00006B"/>
                </a:gs>
                <a:gs pos="100000">
                  <a:schemeClr val="bg1"/>
                </a:gs>
              </a:gsLst>
              <a:lin ang="2700000" scaled="1"/>
              <a:tileRect/>
            </a:gradFill>
            <a:ln w="9525">
              <a:noFill/>
            </a:ln>
          </p:spPr>
          <p:txBody>
            <a:bodyPr/>
            <a:lstStyle/>
            <a:p>
              <a:endParaRPr lang="en-US"/>
            </a:p>
          </p:txBody>
        </p:sp>
        <p:sp>
          <p:nvSpPr>
            <p:cNvPr id="15378" name="任意多边形 10257"/>
            <p:cNvSpPr/>
            <p:nvPr/>
          </p:nvSpPr>
          <p:spPr>
            <a:xfrm>
              <a:off x="5435" y="2702"/>
              <a:ext cx="323" cy="299"/>
            </a:xfrm>
            <a:custGeom>
              <a:avLst/>
              <a:gdLst/>
              <a:ahLst/>
              <a:cxnLst>
                <a:cxn ang="0">
                  <a:pos x="323" y="299"/>
                </a:cxn>
                <a:cxn ang="0">
                  <a:pos x="323" y="263"/>
                </a:cxn>
                <a:cxn ang="0">
                  <a:pos x="18" y="0"/>
                </a:cxn>
                <a:cxn ang="0">
                  <a:pos x="0" y="23"/>
                </a:cxn>
                <a:cxn ang="0">
                  <a:pos x="323" y="299"/>
                </a:cxn>
                <a:cxn ang="0">
                  <a:pos x="323" y="299"/>
                </a:cxn>
              </a:cxnLst>
              <a:rect l="0" t="0" r="0" b="0"/>
              <a:pathLst>
                <a:path w="323" h="299">
                  <a:moveTo>
                    <a:pt x="323" y="299"/>
                  </a:moveTo>
                  <a:lnTo>
                    <a:pt x="323" y="263"/>
                  </a:lnTo>
                  <a:lnTo>
                    <a:pt x="18" y="0"/>
                  </a:lnTo>
                  <a:lnTo>
                    <a:pt x="0" y="23"/>
                  </a:lnTo>
                  <a:lnTo>
                    <a:pt x="323" y="299"/>
                  </a:lnTo>
                  <a:close/>
                </a:path>
              </a:pathLst>
            </a:custGeom>
            <a:gradFill rotWithShape="0">
              <a:gsLst>
                <a:gs pos="0">
                  <a:schemeClr val="bg1"/>
                </a:gs>
                <a:gs pos="100000">
                  <a:srgbClr val="0F0F9F"/>
                </a:gs>
              </a:gsLst>
              <a:lin ang="2700000" scaled="1"/>
              <a:tileRect/>
            </a:gradFill>
            <a:ln w="9525">
              <a:noFill/>
            </a:ln>
          </p:spPr>
          <p:txBody>
            <a:bodyPr/>
            <a:lstStyle/>
            <a:p>
              <a:endParaRPr lang="en-US"/>
            </a:p>
          </p:txBody>
        </p:sp>
        <p:sp>
          <p:nvSpPr>
            <p:cNvPr id="15379" name="任意多边形 10258"/>
            <p:cNvSpPr/>
            <p:nvPr/>
          </p:nvSpPr>
          <p:spPr>
            <a:xfrm>
              <a:off x="5477" y="2588"/>
              <a:ext cx="281" cy="335"/>
            </a:xfrm>
            <a:custGeom>
              <a:avLst/>
              <a:gdLst/>
              <a:ahLst/>
              <a:cxnLst>
                <a:cxn ang="0">
                  <a:pos x="281" y="335"/>
                </a:cxn>
                <a:cxn ang="0">
                  <a:pos x="281" y="173"/>
                </a:cxn>
                <a:cxn ang="0">
                  <a:pos x="96" y="0"/>
                </a:cxn>
                <a:cxn ang="0">
                  <a:pos x="0" y="90"/>
                </a:cxn>
                <a:cxn ang="0">
                  <a:pos x="281" y="335"/>
                </a:cxn>
                <a:cxn ang="0">
                  <a:pos x="281" y="335"/>
                </a:cxn>
              </a:cxnLst>
              <a:rect l="0" t="0" r="0" b="0"/>
              <a:pathLst>
                <a:path w="281" h="335">
                  <a:moveTo>
                    <a:pt x="281" y="335"/>
                  </a:moveTo>
                  <a:lnTo>
                    <a:pt x="281" y="173"/>
                  </a:lnTo>
                  <a:lnTo>
                    <a:pt x="96" y="0"/>
                  </a:lnTo>
                  <a:lnTo>
                    <a:pt x="0" y="90"/>
                  </a:lnTo>
                  <a:lnTo>
                    <a:pt x="281" y="335"/>
                  </a:lnTo>
                  <a:close/>
                </a:path>
              </a:pathLst>
            </a:custGeom>
            <a:solidFill>
              <a:schemeClr val="bg1"/>
            </a:solidFill>
            <a:ln w="9525">
              <a:noFill/>
            </a:ln>
          </p:spPr>
          <p:txBody>
            <a:bodyPr/>
            <a:lstStyle/>
            <a:p>
              <a:endParaRPr lang="en-US"/>
            </a:p>
          </p:txBody>
        </p:sp>
        <p:sp>
          <p:nvSpPr>
            <p:cNvPr id="15380" name="任意多边形 10259"/>
            <p:cNvSpPr/>
            <p:nvPr/>
          </p:nvSpPr>
          <p:spPr>
            <a:xfrm>
              <a:off x="2454" y="0"/>
              <a:ext cx="3119" cy="2678"/>
            </a:xfrm>
            <a:custGeom>
              <a:avLst/>
              <a:gdLst/>
              <a:ahLst/>
              <a:cxnLst>
                <a:cxn ang="0">
                  <a:pos x="0" y="0"/>
                </a:cxn>
                <a:cxn ang="0">
                  <a:pos x="3020" y="2676"/>
                </a:cxn>
                <a:cxn ang="0">
                  <a:pos x="3116" y="2586"/>
                </a:cxn>
                <a:cxn ang="0">
                  <a:pos x="383" y="0"/>
                </a:cxn>
                <a:cxn ang="0">
                  <a:pos x="0" y="0"/>
                </a:cxn>
                <a:cxn ang="0">
                  <a:pos x="0" y="0"/>
                </a:cxn>
              </a:cxnLst>
              <a:rect l="0" t="0" r="0" b="0"/>
              <a:pathLst>
                <a:path w="3122" h="2680">
                  <a:moveTo>
                    <a:pt x="0" y="0"/>
                  </a:moveTo>
                  <a:lnTo>
                    <a:pt x="3026" y="2680"/>
                  </a:lnTo>
                  <a:lnTo>
                    <a:pt x="3122" y="2590"/>
                  </a:lnTo>
                  <a:lnTo>
                    <a:pt x="383" y="0"/>
                  </a:lnTo>
                  <a:lnTo>
                    <a:pt x="0" y="0"/>
                  </a:lnTo>
                  <a:close/>
                </a:path>
              </a:pathLst>
            </a:custGeom>
            <a:gradFill rotWithShape="0">
              <a:gsLst>
                <a:gs pos="0">
                  <a:srgbClr val="000047"/>
                </a:gs>
                <a:gs pos="100000">
                  <a:schemeClr val="bg1"/>
                </a:gs>
              </a:gsLst>
              <a:lin ang="2700000" scaled="1"/>
              <a:tileRect/>
            </a:gradFill>
            <a:ln w="9525">
              <a:noFill/>
            </a:ln>
          </p:spPr>
          <p:txBody>
            <a:bodyPr/>
            <a:lstStyle/>
            <a:p>
              <a:endParaRPr lang="en-US"/>
            </a:p>
          </p:txBody>
        </p:sp>
        <p:sp>
          <p:nvSpPr>
            <p:cNvPr id="15381" name="任意多边形 10260"/>
            <p:cNvSpPr/>
            <p:nvPr/>
          </p:nvSpPr>
          <p:spPr>
            <a:xfrm>
              <a:off x="5626" y="2534"/>
              <a:ext cx="132" cy="132"/>
            </a:xfrm>
            <a:custGeom>
              <a:avLst/>
              <a:gdLst/>
              <a:ahLst/>
              <a:cxnLst>
                <a:cxn ang="0">
                  <a:pos x="132" y="132"/>
                </a:cxn>
                <a:cxn ang="0">
                  <a:pos x="0" y="0"/>
                </a:cxn>
                <a:cxn ang="0">
                  <a:pos x="0" y="0"/>
                </a:cxn>
                <a:cxn ang="0">
                  <a:pos x="132" y="132"/>
                </a:cxn>
                <a:cxn ang="0">
                  <a:pos x="132" y="132"/>
                </a:cxn>
              </a:cxnLst>
              <a:rect l="0" t="0" r="0" b="0"/>
              <a:pathLst>
                <a:path w="132" h="132">
                  <a:moveTo>
                    <a:pt x="132" y="132"/>
                  </a:moveTo>
                  <a:lnTo>
                    <a:pt x="0" y="0"/>
                  </a:lnTo>
                  <a:lnTo>
                    <a:pt x="132" y="132"/>
                  </a:lnTo>
                  <a:close/>
                </a:path>
              </a:pathLst>
            </a:custGeom>
            <a:solidFill>
              <a:srgbClr val="FF9999"/>
            </a:solidFill>
            <a:ln w="9525">
              <a:noFill/>
            </a:ln>
          </p:spPr>
          <p:txBody>
            <a:bodyPr/>
            <a:lstStyle/>
            <a:p>
              <a:endParaRPr lang="en-US"/>
            </a:p>
          </p:txBody>
        </p:sp>
        <p:sp>
          <p:nvSpPr>
            <p:cNvPr id="15382" name="任意多边形 10261"/>
            <p:cNvSpPr/>
            <p:nvPr/>
          </p:nvSpPr>
          <p:spPr>
            <a:xfrm>
              <a:off x="3112" y="0"/>
              <a:ext cx="2514" cy="2534"/>
            </a:xfrm>
            <a:custGeom>
              <a:avLst/>
              <a:gdLst/>
              <a:ahLst/>
              <a:cxnLst>
                <a:cxn ang="0">
                  <a:pos x="0" y="0"/>
                </a:cxn>
                <a:cxn ang="0">
                  <a:pos x="2511" y="2532"/>
                </a:cxn>
                <a:cxn ang="0">
                  <a:pos x="2511" y="2532"/>
                </a:cxn>
                <a:cxn ang="0">
                  <a:pos x="66" y="0"/>
                </a:cxn>
                <a:cxn ang="0">
                  <a:pos x="0" y="0"/>
                </a:cxn>
                <a:cxn ang="0">
                  <a:pos x="0" y="0"/>
                </a:cxn>
              </a:cxnLst>
              <a:rect l="0" t="0" r="0" b="0"/>
              <a:pathLst>
                <a:path w="2517" h="2536">
                  <a:moveTo>
                    <a:pt x="0" y="0"/>
                  </a:moveTo>
                  <a:lnTo>
                    <a:pt x="2517" y="2536"/>
                  </a:lnTo>
                  <a:lnTo>
                    <a:pt x="66" y="0"/>
                  </a:lnTo>
                  <a:lnTo>
                    <a:pt x="0" y="0"/>
                  </a:lnTo>
                  <a:close/>
                </a:path>
              </a:pathLst>
            </a:custGeom>
            <a:gradFill rotWithShape="0">
              <a:gsLst>
                <a:gs pos="0">
                  <a:srgbClr val="00004F"/>
                </a:gs>
                <a:gs pos="100000">
                  <a:schemeClr val="bg1"/>
                </a:gs>
              </a:gsLst>
              <a:lin ang="2700000" scaled="1"/>
              <a:tileRect/>
            </a:gradFill>
            <a:ln w="9525">
              <a:noFill/>
            </a:ln>
          </p:spPr>
          <p:txBody>
            <a:bodyPr/>
            <a:lstStyle/>
            <a:p>
              <a:endParaRPr lang="en-US"/>
            </a:p>
          </p:txBody>
        </p:sp>
        <p:sp>
          <p:nvSpPr>
            <p:cNvPr id="15383" name="任意多边形 10262"/>
            <p:cNvSpPr/>
            <p:nvPr/>
          </p:nvSpPr>
          <p:spPr>
            <a:xfrm>
              <a:off x="3488" y="0"/>
              <a:ext cx="2198" cy="2480"/>
            </a:xfrm>
            <a:custGeom>
              <a:avLst/>
              <a:gdLst/>
              <a:ahLst/>
              <a:cxnLst>
                <a:cxn ang="0">
                  <a:pos x="0" y="0"/>
                </a:cxn>
                <a:cxn ang="0">
                  <a:pos x="2184" y="2478"/>
                </a:cxn>
                <a:cxn ang="0">
                  <a:pos x="2196" y="2472"/>
                </a:cxn>
                <a:cxn ang="0">
                  <a:pos x="317" y="0"/>
                </a:cxn>
                <a:cxn ang="0">
                  <a:pos x="0" y="0"/>
                </a:cxn>
                <a:cxn ang="0">
                  <a:pos x="0" y="0"/>
                </a:cxn>
              </a:cxnLst>
              <a:rect l="0" t="0" r="0" b="0"/>
              <a:pathLst>
                <a:path w="2200" h="2482">
                  <a:moveTo>
                    <a:pt x="0" y="0"/>
                  </a:moveTo>
                  <a:lnTo>
                    <a:pt x="2188" y="2482"/>
                  </a:lnTo>
                  <a:lnTo>
                    <a:pt x="2200" y="2476"/>
                  </a:lnTo>
                  <a:lnTo>
                    <a:pt x="317" y="0"/>
                  </a:lnTo>
                  <a:lnTo>
                    <a:pt x="0" y="0"/>
                  </a:lnTo>
                  <a:close/>
                </a:path>
              </a:pathLst>
            </a:custGeom>
            <a:gradFill rotWithShape="0">
              <a:gsLst>
                <a:gs pos="0">
                  <a:srgbClr val="000065"/>
                </a:gs>
                <a:gs pos="100000">
                  <a:schemeClr val="bg2"/>
                </a:gs>
              </a:gsLst>
              <a:lin ang="5400000" scaled="1"/>
              <a:tileRect/>
            </a:gradFill>
            <a:ln w="9525">
              <a:noFill/>
            </a:ln>
          </p:spPr>
          <p:txBody>
            <a:bodyPr/>
            <a:lstStyle/>
            <a:p>
              <a:endParaRPr lang="en-US"/>
            </a:p>
          </p:txBody>
        </p:sp>
        <p:sp>
          <p:nvSpPr>
            <p:cNvPr id="15384" name="任意多边形 10263"/>
            <p:cNvSpPr/>
            <p:nvPr/>
          </p:nvSpPr>
          <p:spPr>
            <a:xfrm>
              <a:off x="5674" y="2474"/>
              <a:ext cx="84" cy="96"/>
            </a:xfrm>
            <a:custGeom>
              <a:avLst/>
              <a:gdLst/>
              <a:ahLst/>
              <a:cxnLst>
                <a:cxn ang="0">
                  <a:pos x="84" y="96"/>
                </a:cxn>
                <a:cxn ang="0">
                  <a:pos x="84" y="90"/>
                </a:cxn>
                <a:cxn ang="0">
                  <a:pos x="12" y="0"/>
                </a:cxn>
                <a:cxn ang="0">
                  <a:pos x="0" y="6"/>
                </a:cxn>
                <a:cxn ang="0">
                  <a:pos x="84" y="96"/>
                </a:cxn>
                <a:cxn ang="0">
                  <a:pos x="84" y="96"/>
                </a:cxn>
              </a:cxnLst>
              <a:rect l="0" t="0" r="0" b="0"/>
              <a:pathLst>
                <a:path w="84" h="96">
                  <a:moveTo>
                    <a:pt x="84" y="96"/>
                  </a:moveTo>
                  <a:lnTo>
                    <a:pt x="84" y="90"/>
                  </a:lnTo>
                  <a:lnTo>
                    <a:pt x="12" y="0"/>
                  </a:lnTo>
                  <a:lnTo>
                    <a:pt x="0" y="6"/>
                  </a:lnTo>
                  <a:lnTo>
                    <a:pt x="84" y="96"/>
                  </a:lnTo>
                  <a:close/>
                </a:path>
              </a:pathLst>
            </a:custGeom>
            <a:gradFill rotWithShape="0">
              <a:gsLst>
                <a:gs pos="0">
                  <a:schemeClr val="bg1"/>
                </a:gs>
                <a:gs pos="100000">
                  <a:srgbClr val="1717A2"/>
                </a:gs>
              </a:gsLst>
              <a:lin ang="2700000" scaled="1"/>
              <a:tileRect/>
            </a:gradFill>
            <a:ln w="9525">
              <a:noFill/>
            </a:ln>
          </p:spPr>
          <p:txBody>
            <a:bodyPr/>
            <a:lstStyle/>
            <a:p>
              <a:endParaRPr lang="en-US"/>
            </a:p>
          </p:txBody>
        </p:sp>
        <p:sp>
          <p:nvSpPr>
            <p:cNvPr id="15385" name="任意多边形 10264"/>
            <p:cNvSpPr/>
            <p:nvPr/>
          </p:nvSpPr>
          <p:spPr>
            <a:xfrm>
              <a:off x="5603" y="850"/>
              <a:ext cx="155" cy="516"/>
            </a:xfrm>
            <a:custGeom>
              <a:avLst/>
              <a:gdLst/>
              <a:ahLst/>
              <a:cxnLst>
                <a:cxn ang="0">
                  <a:pos x="155" y="516"/>
                </a:cxn>
                <a:cxn ang="0">
                  <a:pos x="155" y="204"/>
                </a:cxn>
                <a:cxn ang="0">
                  <a:pos x="77" y="0"/>
                </a:cxn>
                <a:cxn ang="0">
                  <a:pos x="0" y="192"/>
                </a:cxn>
                <a:cxn ang="0">
                  <a:pos x="155" y="516"/>
                </a:cxn>
                <a:cxn ang="0">
                  <a:pos x="155" y="516"/>
                </a:cxn>
              </a:cxnLst>
              <a:rect l="0" t="0" r="0" b="0"/>
              <a:pathLst>
                <a:path w="155" h="516">
                  <a:moveTo>
                    <a:pt x="155" y="516"/>
                  </a:moveTo>
                  <a:lnTo>
                    <a:pt x="155" y="204"/>
                  </a:lnTo>
                  <a:lnTo>
                    <a:pt x="77" y="0"/>
                  </a:lnTo>
                  <a:lnTo>
                    <a:pt x="0" y="192"/>
                  </a:lnTo>
                  <a:lnTo>
                    <a:pt x="155" y="516"/>
                  </a:lnTo>
                  <a:close/>
                </a:path>
              </a:pathLst>
            </a:custGeom>
            <a:solidFill>
              <a:schemeClr val="bg2"/>
            </a:solidFill>
            <a:ln w="9525">
              <a:noFill/>
            </a:ln>
          </p:spPr>
          <p:txBody>
            <a:bodyPr/>
            <a:lstStyle/>
            <a:p>
              <a:endParaRPr lang="en-US"/>
            </a:p>
          </p:txBody>
        </p:sp>
        <p:sp>
          <p:nvSpPr>
            <p:cNvPr id="15386" name="任意多边形 10265"/>
            <p:cNvSpPr/>
            <p:nvPr/>
          </p:nvSpPr>
          <p:spPr>
            <a:xfrm>
              <a:off x="5107" y="0"/>
              <a:ext cx="573" cy="1042"/>
            </a:xfrm>
            <a:custGeom>
              <a:avLst/>
              <a:gdLst/>
              <a:ahLst/>
              <a:cxnLst>
                <a:cxn ang="0">
                  <a:pos x="0" y="0"/>
                </a:cxn>
                <a:cxn ang="0">
                  <a:pos x="495" y="1041"/>
                </a:cxn>
                <a:cxn ang="0">
                  <a:pos x="572" y="849"/>
                </a:cxn>
                <a:cxn ang="0">
                  <a:pos x="251" y="0"/>
                </a:cxn>
                <a:cxn ang="0">
                  <a:pos x="0" y="0"/>
                </a:cxn>
                <a:cxn ang="0">
                  <a:pos x="0" y="0"/>
                </a:cxn>
              </a:cxnLst>
              <a:rect l="0" t="0" r="0" b="0"/>
              <a:pathLst>
                <a:path w="574" h="1043">
                  <a:moveTo>
                    <a:pt x="0" y="0"/>
                  </a:moveTo>
                  <a:lnTo>
                    <a:pt x="497" y="1043"/>
                  </a:lnTo>
                  <a:lnTo>
                    <a:pt x="574" y="851"/>
                  </a:lnTo>
                  <a:lnTo>
                    <a:pt x="251" y="0"/>
                  </a:lnTo>
                  <a:lnTo>
                    <a:pt x="0" y="0"/>
                  </a:lnTo>
                  <a:close/>
                </a:path>
              </a:pathLst>
            </a:custGeom>
            <a:gradFill rotWithShape="0">
              <a:gsLst>
                <a:gs pos="0">
                  <a:srgbClr val="000055"/>
                </a:gs>
                <a:gs pos="100000">
                  <a:schemeClr val="bg2"/>
                </a:gs>
              </a:gsLst>
              <a:lin ang="5400000" scaled="1"/>
              <a:tileRect/>
            </a:gradFill>
            <a:ln w="9525">
              <a:noFill/>
            </a:ln>
          </p:spPr>
          <p:txBody>
            <a:bodyPr/>
            <a:lstStyle/>
            <a:p>
              <a:endParaRPr lang="en-US"/>
            </a:p>
          </p:txBody>
        </p:sp>
        <p:sp>
          <p:nvSpPr>
            <p:cNvPr id="15387" name="任意多边形 10266"/>
            <p:cNvSpPr/>
            <p:nvPr/>
          </p:nvSpPr>
          <p:spPr>
            <a:xfrm>
              <a:off x="5411" y="0"/>
              <a:ext cx="341" cy="796"/>
            </a:xfrm>
            <a:custGeom>
              <a:avLst/>
              <a:gdLst/>
              <a:ahLst/>
              <a:cxnLst>
                <a:cxn ang="0">
                  <a:pos x="144" y="0"/>
                </a:cxn>
                <a:cxn ang="0">
                  <a:pos x="0" y="0"/>
                </a:cxn>
                <a:cxn ang="0">
                  <a:pos x="287" y="795"/>
                </a:cxn>
                <a:cxn ang="0">
                  <a:pos x="341" y="651"/>
                </a:cxn>
                <a:cxn ang="0">
                  <a:pos x="144" y="0"/>
                </a:cxn>
                <a:cxn ang="0">
                  <a:pos x="144" y="0"/>
                </a:cxn>
              </a:cxnLst>
              <a:rect l="0" t="0" r="0" b="0"/>
              <a:pathLst>
                <a:path w="341" h="797">
                  <a:moveTo>
                    <a:pt x="144" y="0"/>
                  </a:moveTo>
                  <a:lnTo>
                    <a:pt x="0" y="0"/>
                  </a:lnTo>
                  <a:lnTo>
                    <a:pt x="287" y="797"/>
                  </a:lnTo>
                  <a:lnTo>
                    <a:pt x="341" y="653"/>
                  </a:lnTo>
                  <a:lnTo>
                    <a:pt x="144" y="0"/>
                  </a:lnTo>
                  <a:close/>
                </a:path>
              </a:pathLst>
            </a:custGeom>
            <a:gradFill rotWithShape="0">
              <a:gsLst>
                <a:gs pos="0">
                  <a:srgbClr val="000059"/>
                </a:gs>
                <a:gs pos="100000">
                  <a:schemeClr val="bg2"/>
                </a:gs>
              </a:gsLst>
              <a:lin ang="5400000" scaled="1"/>
              <a:tileRect/>
            </a:gradFill>
            <a:ln w="9525">
              <a:noFill/>
            </a:ln>
          </p:spPr>
          <p:txBody>
            <a:bodyPr/>
            <a:lstStyle/>
            <a:p>
              <a:endParaRPr lang="en-US"/>
            </a:p>
          </p:txBody>
        </p:sp>
        <p:sp>
          <p:nvSpPr>
            <p:cNvPr id="15388" name="任意多边形 10267"/>
            <p:cNvSpPr/>
            <p:nvPr/>
          </p:nvSpPr>
          <p:spPr>
            <a:xfrm>
              <a:off x="5698" y="653"/>
              <a:ext cx="60" cy="311"/>
            </a:xfrm>
            <a:custGeom>
              <a:avLst/>
              <a:gdLst/>
              <a:ahLst/>
              <a:cxnLst>
                <a:cxn ang="0">
                  <a:pos x="0" y="144"/>
                </a:cxn>
                <a:cxn ang="0">
                  <a:pos x="60" y="310"/>
                </a:cxn>
                <a:cxn ang="0">
                  <a:pos x="60" y="6"/>
                </a:cxn>
                <a:cxn ang="0">
                  <a:pos x="54" y="0"/>
                </a:cxn>
                <a:cxn ang="0">
                  <a:pos x="0" y="144"/>
                </a:cxn>
                <a:cxn ang="0">
                  <a:pos x="0" y="144"/>
                </a:cxn>
              </a:cxnLst>
              <a:rect l="0" t="0" r="0" b="0"/>
              <a:pathLst>
                <a:path w="60" h="312">
                  <a:moveTo>
                    <a:pt x="0" y="144"/>
                  </a:moveTo>
                  <a:lnTo>
                    <a:pt x="60" y="312"/>
                  </a:lnTo>
                  <a:lnTo>
                    <a:pt x="60" y="6"/>
                  </a:lnTo>
                  <a:lnTo>
                    <a:pt x="54" y="0"/>
                  </a:lnTo>
                  <a:lnTo>
                    <a:pt x="0" y="144"/>
                  </a:lnTo>
                  <a:close/>
                </a:path>
              </a:pathLst>
            </a:custGeom>
            <a:solidFill>
              <a:schemeClr val="bg2"/>
            </a:solidFill>
            <a:ln w="9525">
              <a:noFill/>
            </a:ln>
          </p:spPr>
          <p:txBody>
            <a:bodyPr/>
            <a:lstStyle/>
            <a:p>
              <a:endParaRPr lang="en-US"/>
            </a:p>
          </p:txBody>
        </p:sp>
        <p:sp>
          <p:nvSpPr>
            <p:cNvPr id="15389" name="任意多边形 10268"/>
            <p:cNvSpPr/>
            <p:nvPr/>
          </p:nvSpPr>
          <p:spPr>
            <a:xfrm>
              <a:off x="2" y="1601"/>
              <a:ext cx="5752" cy="1864"/>
            </a:xfrm>
            <a:custGeom>
              <a:avLst/>
              <a:gdLst/>
              <a:ahLst/>
              <a:cxnLst>
                <a:cxn ang="0">
                  <a:pos x="0" y="371"/>
                </a:cxn>
                <a:cxn ang="0">
                  <a:pos x="5764" y="1864"/>
                </a:cxn>
                <a:cxn ang="0">
                  <a:pos x="5764" y="1834"/>
                </a:cxn>
                <a:cxn ang="0">
                  <a:pos x="0" y="0"/>
                </a:cxn>
                <a:cxn ang="0">
                  <a:pos x="0" y="371"/>
                </a:cxn>
                <a:cxn ang="0">
                  <a:pos x="0" y="371"/>
                </a:cxn>
              </a:cxnLst>
              <a:rect l="0" t="0" r="0" b="0"/>
              <a:pathLst>
                <a:path w="5740" h="1864">
                  <a:moveTo>
                    <a:pt x="0" y="371"/>
                  </a:moveTo>
                  <a:lnTo>
                    <a:pt x="5740" y="1864"/>
                  </a:lnTo>
                  <a:lnTo>
                    <a:pt x="5740" y="1834"/>
                  </a:lnTo>
                  <a:lnTo>
                    <a:pt x="0" y="0"/>
                  </a:lnTo>
                  <a:lnTo>
                    <a:pt x="0" y="371"/>
                  </a:lnTo>
                  <a:close/>
                </a:path>
              </a:pathLst>
            </a:custGeom>
            <a:gradFill rotWithShape="0">
              <a:gsLst>
                <a:gs pos="0">
                  <a:srgbClr val="000061"/>
                </a:gs>
                <a:gs pos="100000">
                  <a:schemeClr val="bg1"/>
                </a:gs>
              </a:gsLst>
              <a:lin ang="2700000" scaled="1"/>
              <a:tileRect/>
            </a:gradFill>
            <a:ln w="9525">
              <a:noFill/>
            </a:ln>
          </p:spPr>
          <p:txBody>
            <a:bodyPr/>
            <a:lstStyle/>
            <a:p>
              <a:endParaRPr lang="en-US"/>
            </a:p>
          </p:txBody>
        </p:sp>
        <p:sp>
          <p:nvSpPr>
            <p:cNvPr id="15390" name="任意多边形 10269"/>
            <p:cNvSpPr/>
            <p:nvPr/>
          </p:nvSpPr>
          <p:spPr>
            <a:xfrm>
              <a:off x="5754" y="3483"/>
              <a:ext cx="6" cy="6"/>
            </a:xfrm>
            <a:custGeom>
              <a:avLst/>
              <a:gdLst/>
              <a:ahLst/>
              <a:cxnLst>
                <a:cxn ang="0">
                  <a:pos x="6" y="6"/>
                </a:cxn>
                <a:cxn ang="0">
                  <a:pos x="0" y="0"/>
                </a:cxn>
                <a:cxn ang="0">
                  <a:pos x="0" y="6"/>
                </a:cxn>
                <a:cxn ang="0">
                  <a:pos x="6" y="6"/>
                </a:cxn>
                <a:cxn ang="0">
                  <a:pos x="6" y="6"/>
                </a:cxn>
              </a:cxnLst>
              <a:rect l="0" t="0" r="0" b="0"/>
              <a:pathLst>
                <a:path w="6" h="6">
                  <a:moveTo>
                    <a:pt x="6" y="6"/>
                  </a:moveTo>
                  <a:lnTo>
                    <a:pt x="0" y="0"/>
                  </a:lnTo>
                  <a:lnTo>
                    <a:pt x="0" y="6"/>
                  </a:lnTo>
                  <a:lnTo>
                    <a:pt x="6" y="6"/>
                  </a:lnTo>
                  <a:close/>
                </a:path>
              </a:pathLst>
            </a:custGeom>
            <a:solidFill>
              <a:srgbClr val="18FF00"/>
            </a:solidFill>
            <a:ln w="9525">
              <a:noFill/>
            </a:ln>
          </p:spPr>
          <p:txBody>
            <a:bodyPr/>
            <a:lstStyle/>
            <a:p>
              <a:endParaRPr lang="en-US"/>
            </a:p>
          </p:txBody>
        </p:sp>
        <p:sp>
          <p:nvSpPr>
            <p:cNvPr id="15391" name="任意多边形 10270"/>
            <p:cNvSpPr/>
            <p:nvPr/>
          </p:nvSpPr>
          <p:spPr>
            <a:xfrm>
              <a:off x="2" y="2152"/>
              <a:ext cx="5752" cy="1337"/>
            </a:xfrm>
            <a:custGeom>
              <a:avLst/>
              <a:gdLst/>
              <a:ahLst/>
              <a:cxnLst>
                <a:cxn ang="0">
                  <a:pos x="0" y="366"/>
                </a:cxn>
                <a:cxn ang="0">
                  <a:pos x="5764" y="1337"/>
                </a:cxn>
                <a:cxn ang="0">
                  <a:pos x="5764" y="1331"/>
                </a:cxn>
                <a:cxn ang="0">
                  <a:pos x="0" y="0"/>
                </a:cxn>
                <a:cxn ang="0">
                  <a:pos x="0" y="366"/>
                </a:cxn>
                <a:cxn ang="0">
                  <a:pos x="0" y="366"/>
                </a:cxn>
              </a:cxnLst>
              <a:rect l="0" t="0" r="0" b="0"/>
              <a:pathLst>
                <a:path w="5740" h="1337">
                  <a:moveTo>
                    <a:pt x="0" y="366"/>
                  </a:moveTo>
                  <a:lnTo>
                    <a:pt x="5740" y="1337"/>
                  </a:lnTo>
                  <a:lnTo>
                    <a:pt x="5740" y="1331"/>
                  </a:lnTo>
                  <a:lnTo>
                    <a:pt x="0" y="0"/>
                  </a:lnTo>
                  <a:lnTo>
                    <a:pt x="0" y="366"/>
                  </a:lnTo>
                  <a:close/>
                </a:path>
              </a:pathLst>
            </a:custGeom>
            <a:gradFill rotWithShape="0">
              <a:gsLst>
                <a:gs pos="0">
                  <a:srgbClr val="00005D"/>
                </a:gs>
                <a:gs pos="100000">
                  <a:schemeClr val="bg1"/>
                </a:gs>
              </a:gsLst>
              <a:lin ang="2700000" scaled="1"/>
              <a:tileRect/>
            </a:gradFill>
            <a:ln w="9525">
              <a:noFill/>
            </a:ln>
          </p:spPr>
          <p:txBody>
            <a:bodyPr/>
            <a:lstStyle/>
            <a:p>
              <a:endParaRPr lang="en-US"/>
            </a:p>
          </p:txBody>
        </p:sp>
        <p:sp>
          <p:nvSpPr>
            <p:cNvPr id="15392" name="任意多边形 10271"/>
            <p:cNvSpPr/>
            <p:nvPr/>
          </p:nvSpPr>
          <p:spPr>
            <a:xfrm>
              <a:off x="2" y="3177"/>
              <a:ext cx="5752" cy="414"/>
            </a:xfrm>
            <a:custGeom>
              <a:avLst/>
              <a:gdLst/>
              <a:ahLst/>
              <a:cxnLst>
                <a:cxn ang="0">
                  <a:pos x="0" y="48"/>
                </a:cxn>
                <a:cxn ang="0">
                  <a:pos x="5764" y="414"/>
                </a:cxn>
                <a:cxn ang="0">
                  <a:pos x="5764" y="402"/>
                </a:cxn>
                <a:cxn ang="0">
                  <a:pos x="0" y="0"/>
                </a:cxn>
                <a:cxn ang="0">
                  <a:pos x="0" y="48"/>
                </a:cxn>
                <a:cxn ang="0">
                  <a:pos x="0" y="48"/>
                </a:cxn>
              </a:cxnLst>
              <a:rect l="0" t="0" r="0" b="0"/>
              <a:pathLst>
                <a:path w="5740" h="414">
                  <a:moveTo>
                    <a:pt x="0" y="48"/>
                  </a:moveTo>
                  <a:lnTo>
                    <a:pt x="5740" y="414"/>
                  </a:lnTo>
                  <a:lnTo>
                    <a:pt x="5740" y="402"/>
                  </a:lnTo>
                  <a:lnTo>
                    <a:pt x="0" y="0"/>
                  </a:lnTo>
                  <a:lnTo>
                    <a:pt x="0" y="48"/>
                  </a:lnTo>
                  <a:close/>
                </a:path>
              </a:pathLst>
            </a:custGeom>
            <a:gradFill rotWithShape="0">
              <a:gsLst>
                <a:gs pos="0">
                  <a:srgbClr val="000082"/>
                </a:gs>
                <a:gs pos="100000">
                  <a:schemeClr val="bg1"/>
                </a:gs>
              </a:gsLst>
              <a:lin ang="0" scaled="1"/>
              <a:tileRect/>
            </a:gradFill>
            <a:ln w="9525">
              <a:noFill/>
            </a:ln>
          </p:spPr>
          <p:txBody>
            <a:bodyPr/>
            <a:lstStyle/>
            <a:p>
              <a:endParaRPr lang="en-US"/>
            </a:p>
          </p:txBody>
        </p:sp>
        <p:sp>
          <p:nvSpPr>
            <p:cNvPr id="15393" name="任意多边形 10272"/>
            <p:cNvSpPr/>
            <p:nvPr/>
          </p:nvSpPr>
          <p:spPr>
            <a:xfrm>
              <a:off x="1297" y="0"/>
              <a:ext cx="4457" cy="3177"/>
            </a:xfrm>
            <a:custGeom>
              <a:avLst/>
              <a:gdLst/>
              <a:ahLst/>
              <a:cxnLst>
                <a:cxn ang="0">
                  <a:pos x="0" y="0"/>
                </a:cxn>
                <a:cxn ang="0">
                  <a:pos x="4466" y="3177"/>
                </a:cxn>
                <a:cxn ang="0">
                  <a:pos x="4466" y="3153"/>
                </a:cxn>
                <a:cxn ang="0">
                  <a:pos x="125" y="0"/>
                </a:cxn>
                <a:cxn ang="0">
                  <a:pos x="0" y="0"/>
                </a:cxn>
                <a:cxn ang="0">
                  <a:pos x="0" y="0"/>
                </a:cxn>
              </a:cxnLst>
              <a:rect l="0" t="0" r="0" b="0"/>
              <a:pathLst>
                <a:path w="4448" h="3177">
                  <a:moveTo>
                    <a:pt x="0" y="0"/>
                  </a:moveTo>
                  <a:lnTo>
                    <a:pt x="4448" y="3177"/>
                  </a:lnTo>
                  <a:lnTo>
                    <a:pt x="4448" y="3153"/>
                  </a:lnTo>
                  <a:lnTo>
                    <a:pt x="125" y="0"/>
                  </a:lnTo>
                  <a:lnTo>
                    <a:pt x="0" y="0"/>
                  </a:lnTo>
                  <a:close/>
                </a:path>
              </a:pathLst>
            </a:custGeom>
            <a:gradFill rotWithShape="0">
              <a:gsLst>
                <a:gs pos="0">
                  <a:srgbClr val="00004A"/>
                </a:gs>
                <a:gs pos="100000">
                  <a:schemeClr val="bg1"/>
                </a:gs>
              </a:gsLst>
              <a:lin ang="2700000" scaled="1"/>
              <a:tileRect/>
            </a:gradFill>
            <a:ln w="9525">
              <a:noFill/>
            </a:ln>
          </p:spPr>
          <p:txBody>
            <a:bodyPr/>
            <a:lstStyle/>
            <a:p>
              <a:endParaRPr lang="en-US"/>
            </a:p>
          </p:txBody>
        </p:sp>
        <p:sp>
          <p:nvSpPr>
            <p:cNvPr id="15394" name="任意多边形 10273"/>
            <p:cNvSpPr/>
            <p:nvPr/>
          </p:nvSpPr>
          <p:spPr>
            <a:xfrm>
              <a:off x="3321" y="0"/>
              <a:ext cx="2433" cy="2614"/>
            </a:xfrm>
            <a:custGeom>
              <a:avLst/>
              <a:gdLst/>
              <a:ahLst/>
              <a:cxnLst>
                <a:cxn ang="0">
                  <a:pos x="0" y="0"/>
                </a:cxn>
                <a:cxn ang="0">
                  <a:pos x="2438" y="2614"/>
                </a:cxn>
                <a:cxn ang="0">
                  <a:pos x="2438" y="2608"/>
                </a:cxn>
                <a:cxn ang="0">
                  <a:pos x="66" y="0"/>
                </a:cxn>
                <a:cxn ang="0">
                  <a:pos x="0" y="0"/>
                </a:cxn>
                <a:cxn ang="0">
                  <a:pos x="0" y="0"/>
                </a:cxn>
              </a:cxnLst>
              <a:rect l="0" t="0" r="0" b="0"/>
              <a:pathLst>
                <a:path w="2428" h="2614">
                  <a:moveTo>
                    <a:pt x="0" y="0"/>
                  </a:moveTo>
                  <a:lnTo>
                    <a:pt x="2428" y="2614"/>
                  </a:lnTo>
                  <a:lnTo>
                    <a:pt x="2428" y="2608"/>
                  </a:lnTo>
                  <a:lnTo>
                    <a:pt x="66" y="0"/>
                  </a:lnTo>
                  <a:lnTo>
                    <a:pt x="0" y="0"/>
                  </a:lnTo>
                  <a:close/>
                </a:path>
              </a:pathLst>
            </a:custGeom>
            <a:gradFill rotWithShape="0">
              <a:gsLst>
                <a:gs pos="0">
                  <a:srgbClr val="000082"/>
                </a:gs>
                <a:gs pos="100000">
                  <a:schemeClr val="bg1"/>
                </a:gs>
              </a:gsLst>
              <a:lin ang="2700000" scaled="1"/>
              <a:tileRect/>
            </a:gradFill>
            <a:ln w="9525">
              <a:noFill/>
            </a:ln>
          </p:spPr>
          <p:txBody>
            <a:bodyPr/>
            <a:lstStyle/>
            <a:p>
              <a:endParaRPr lang="en-US"/>
            </a:p>
          </p:txBody>
        </p:sp>
        <p:sp>
          <p:nvSpPr>
            <p:cNvPr id="15395" name="任意多边形 10274"/>
            <p:cNvSpPr/>
            <p:nvPr/>
          </p:nvSpPr>
          <p:spPr>
            <a:xfrm>
              <a:off x="3950" y="0"/>
              <a:ext cx="1804" cy="2464"/>
            </a:xfrm>
            <a:custGeom>
              <a:avLst/>
              <a:gdLst/>
              <a:ahLst/>
              <a:cxnLst>
                <a:cxn ang="0">
                  <a:pos x="487" y="0"/>
                </a:cxn>
                <a:cxn ang="0">
                  <a:pos x="0" y="0"/>
                </a:cxn>
                <a:cxn ang="0">
                  <a:pos x="1808" y="2464"/>
                </a:cxn>
                <a:cxn ang="0">
                  <a:pos x="1808" y="2248"/>
                </a:cxn>
                <a:cxn ang="0">
                  <a:pos x="1802" y="2248"/>
                </a:cxn>
                <a:cxn ang="0">
                  <a:pos x="487" y="0"/>
                </a:cxn>
                <a:cxn ang="0">
                  <a:pos x="487" y="0"/>
                </a:cxn>
              </a:cxnLst>
              <a:rect l="0" t="0" r="0" b="0"/>
              <a:pathLst>
                <a:path w="1800" h="2464">
                  <a:moveTo>
                    <a:pt x="485" y="0"/>
                  </a:moveTo>
                  <a:lnTo>
                    <a:pt x="0" y="0"/>
                  </a:lnTo>
                  <a:lnTo>
                    <a:pt x="1800" y="2464"/>
                  </a:lnTo>
                  <a:lnTo>
                    <a:pt x="1800" y="2248"/>
                  </a:lnTo>
                  <a:lnTo>
                    <a:pt x="1794" y="2248"/>
                  </a:lnTo>
                  <a:lnTo>
                    <a:pt x="485" y="0"/>
                  </a:lnTo>
                  <a:close/>
                </a:path>
              </a:pathLst>
            </a:custGeom>
            <a:gradFill rotWithShape="0">
              <a:gsLst>
                <a:gs pos="0">
                  <a:srgbClr val="000065"/>
                </a:gs>
                <a:gs pos="100000">
                  <a:schemeClr val="bg2"/>
                </a:gs>
              </a:gsLst>
              <a:lin ang="5400000" scaled="1"/>
              <a:tileRect/>
            </a:gradFill>
            <a:ln w="9525">
              <a:noFill/>
            </a:ln>
          </p:spPr>
          <p:txBody>
            <a:bodyPr/>
            <a:lstStyle/>
            <a:p>
              <a:endParaRPr lang="en-US"/>
            </a:p>
          </p:txBody>
        </p:sp>
        <p:sp>
          <p:nvSpPr>
            <p:cNvPr id="15396" name="任意多边形 10275"/>
            <p:cNvSpPr/>
            <p:nvPr/>
          </p:nvSpPr>
          <p:spPr>
            <a:xfrm>
              <a:off x="4519" y="0"/>
              <a:ext cx="1235" cy="2074"/>
            </a:xfrm>
            <a:custGeom>
              <a:avLst/>
              <a:gdLst/>
              <a:ahLst/>
              <a:cxnLst>
                <a:cxn ang="0">
                  <a:pos x="0" y="0"/>
                </a:cxn>
                <a:cxn ang="0">
                  <a:pos x="1238" y="2074"/>
                </a:cxn>
                <a:cxn ang="0">
                  <a:pos x="1238" y="2038"/>
                </a:cxn>
                <a:cxn ang="0">
                  <a:pos x="42" y="0"/>
                </a:cxn>
                <a:cxn ang="0">
                  <a:pos x="0" y="0"/>
                </a:cxn>
                <a:cxn ang="0">
                  <a:pos x="0" y="0"/>
                </a:cxn>
              </a:cxnLst>
              <a:rect l="0" t="0" r="0" b="0"/>
              <a:pathLst>
                <a:path w="1232" h="2074">
                  <a:moveTo>
                    <a:pt x="0" y="0"/>
                  </a:moveTo>
                  <a:lnTo>
                    <a:pt x="1232" y="2074"/>
                  </a:lnTo>
                  <a:lnTo>
                    <a:pt x="1232" y="2038"/>
                  </a:lnTo>
                  <a:lnTo>
                    <a:pt x="42" y="0"/>
                  </a:lnTo>
                  <a:lnTo>
                    <a:pt x="0" y="0"/>
                  </a:lnTo>
                  <a:close/>
                </a:path>
              </a:pathLst>
            </a:custGeom>
            <a:gradFill rotWithShape="0">
              <a:gsLst>
                <a:gs pos="0">
                  <a:srgbClr val="000058"/>
                </a:gs>
                <a:gs pos="100000">
                  <a:schemeClr val="bg1"/>
                </a:gs>
              </a:gsLst>
              <a:lin ang="2700000" scaled="1"/>
              <a:tileRect/>
            </a:gradFill>
            <a:ln w="9525">
              <a:noFill/>
            </a:ln>
          </p:spPr>
          <p:txBody>
            <a:bodyPr/>
            <a:lstStyle/>
            <a:p>
              <a:endParaRPr lang="en-US"/>
            </a:p>
          </p:txBody>
        </p:sp>
        <p:sp>
          <p:nvSpPr>
            <p:cNvPr id="15397" name="任意多边形 10276"/>
            <p:cNvSpPr/>
            <p:nvPr/>
          </p:nvSpPr>
          <p:spPr>
            <a:xfrm>
              <a:off x="4694" y="0"/>
              <a:ext cx="1060" cy="1936"/>
            </a:xfrm>
            <a:custGeom>
              <a:avLst/>
              <a:gdLst/>
              <a:ahLst/>
              <a:cxnLst>
                <a:cxn ang="0">
                  <a:pos x="0" y="0"/>
                </a:cxn>
                <a:cxn ang="0">
                  <a:pos x="1062" y="1936"/>
                </a:cxn>
                <a:cxn ang="0">
                  <a:pos x="1062" y="1930"/>
                </a:cxn>
                <a:cxn ang="0">
                  <a:pos x="54" y="0"/>
                </a:cxn>
                <a:cxn ang="0">
                  <a:pos x="0" y="0"/>
                </a:cxn>
                <a:cxn ang="0">
                  <a:pos x="0" y="0"/>
                </a:cxn>
              </a:cxnLst>
              <a:rect l="0" t="0" r="0" b="0"/>
              <a:pathLst>
                <a:path w="1058" h="1936">
                  <a:moveTo>
                    <a:pt x="0" y="0"/>
                  </a:moveTo>
                  <a:lnTo>
                    <a:pt x="1058" y="1936"/>
                  </a:lnTo>
                  <a:lnTo>
                    <a:pt x="1058" y="1930"/>
                  </a:lnTo>
                  <a:lnTo>
                    <a:pt x="54" y="0"/>
                  </a:lnTo>
                  <a:lnTo>
                    <a:pt x="0" y="0"/>
                  </a:lnTo>
                  <a:close/>
                </a:path>
              </a:pathLst>
            </a:custGeom>
            <a:gradFill rotWithShape="0">
              <a:gsLst>
                <a:gs pos="0">
                  <a:srgbClr val="00006F"/>
                </a:gs>
                <a:gs pos="100000">
                  <a:schemeClr val="bg1"/>
                </a:gs>
              </a:gsLst>
              <a:lin ang="2700000" scaled="1"/>
              <a:tileRect/>
            </a:gradFill>
            <a:ln w="9525">
              <a:noFill/>
            </a:ln>
          </p:spPr>
          <p:txBody>
            <a:bodyPr/>
            <a:lstStyle/>
            <a:p>
              <a:endParaRPr lang="en-US"/>
            </a:p>
          </p:txBody>
        </p:sp>
        <p:sp>
          <p:nvSpPr>
            <p:cNvPr id="15398" name="任意多边形 10277"/>
            <p:cNvSpPr/>
            <p:nvPr/>
          </p:nvSpPr>
          <p:spPr>
            <a:xfrm>
              <a:off x="4981" y="0"/>
              <a:ext cx="773" cy="1487"/>
            </a:xfrm>
            <a:custGeom>
              <a:avLst/>
              <a:gdLst/>
              <a:ahLst/>
              <a:cxnLst>
                <a:cxn ang="0">
                  <a:pos x="775" y="1433"/>
                </a:cxn>
                <a:cxn ang="0">
                  <a:pos x="42" y="0"/>
                </a:cxn>
                <a:cxn ang="0">
                  <a:pos x="0" y="0"/>
                </a:cxn>
                <a:cxn ang="0">
                  <a:pos x="775" y="1487"/>
                </a:cxn>
                <a:cxn ang="0">
                  <a:pos x="775" y="1433"/>
                </a:cxn>
                <a:cxn ang="0">
                  <a:pos x="775" y="1433"/>
                </a:cxn>
              </a:cxnLst>
              <a:rect l="0" t="0" r="0" b="0"/>
              <a:pathLst>
                <a:path w="771" h="1487">
                  <a:moveTo>
                    <a:pt x="771" y="1433"/>
                  </a:moveTo>
                  <a:lnTo>
                    <a:pt x="42" y="0"/>
                  </a:lnTo>
                  <a:lnTo>
                    <a:pt x="0" y="0"/>
                  </a:lnTo>
                  <a:lnTo>
                    <a:pt x="771" y="1487"/>
                  </a:lnTo>
                  <a:lnTo>
                    <a:pt x="771" y="1433"/>
                  </a:lnTo>
                  <a:close/>
                </a:path>
              </a:pathLst>
            </a:custGeom>
            <a:gradFill rotWithShape="0">
              <a:gsLst>
                <a:gs pos="0">
                  <a:srgbClr val="000079"/>
                </a:gs>
                <a:gs pos="100000">
                  <a:schemeClr val="bg1"/>
                </a:gs>
              </a:gsLst>
              <a:lin ang="2700000" scaled="1"/>
              <a:tileRect/>
            </a:gradFill>
            <a:ln w="9525">
              <a:noFill/>
            </a:ln>
          </p:spPr>
          <p:txBody>
            <a:bodyPr/>
            <a:lstStyle/>
            <a:p>
              <a:endParaRPr lang="en-US"/>
            </a:p>
          </p:txBody>
        </p:sp>
        <p:grpSp>
          <p:nvGrpSpPr>
            <p:cNvPr id="15399" name="组合 10278"/>
            <p:cNvGrpSpPr/>
            <p:nvPr userDrawn="1"/>
          </p:nvGrpSpPr>
          <p:grpSpPr>
            <a:xfrm>
              <a:off x="0" y="1632"/>
              <a:ext cx="5758" cy="1858"/>
              <a:chOff x="0" y="0"/>
              <a:chExt cx="5758" cy="1858"/>
            </a:xfrm>
          </p:grpSpPr>
          <p:sp>
            <p:nvSpPr>
              <p:cNvPr id="15400" name="任意多边形 10279"/>
              <p:cNvSpPr/>
              <p:nvPr/>
            </p:nvSpPr>
            <p:spPr>
              <a:xfrm>
                <a:off x="0" y="0"/>
                <a:ext cx="3670" cy="1313"/>
              </a:xfrm>
              <a:custGeom>
                <a:avLst/>
                <a:gdLst/>
                <a:ahLst/>
                <a:cxnLst>
                  <a:cxn ang="0">
                    <a:pos x="0" y="0"/>
                  </a:cxn>
                  <a:cxn ang="0">
                    <a:pos x="0" y="366"/>
                  </a:cxn>
                  <a:cxn ang="0">
                    <a:pos x="3657" y="1313"/>
                  </a:cxn>
                  <a:cxn ang="0">
                    <a:pos x="3669" y="1235"/>
                  </a:cxn>
                  <a:cxn ang="0">
                    <a:pos x="3681" y="1163"/>
                  </a:cxn>
                  <a:cxn ang="0">
                    <a:pos x="0" y="0"/>
                  </a:cxn>
                  <a:cxn ang="0">
                    <a:pos x="0" y="0"/>
                  </a:cxn>
                </a:cxnLst>
                <a:rect l="0" t="0" r="0" b="0"/>
                <a:pathLst>
                  <a:path w="3659" h="1313">
                    <a:moveTo>
                      <a:pt x="0" y="0"/>
                    </a:moveTo>
                    <a:lnTo>
                      <a:pt x="0" y="366"/>
                    </a:lnTo>
                    <a:lnTo>
                      <a:pt x="3635" y="1313"/>
                    </a:lnTo>
                    <a:lnTo>
                      <a:pt x="3647" y="1235"/>
                    </a:lnTo>
                    <a:lnTo>
                      <a:pt x="3659" y="1163"/>
                    </a:lnTo>
                    <a:lnTo>
                      <a:pt x="0" y="0"/>
                    </a:lnTo>
                    <a:close/>
                  </a:path>
                </a:pathLst>
              </a:custGeom>
              <a:gradFill rotWithShape="0">
                <a:gsLst>
                  <a:gs pos="0">
                    <a:srgbClr val="00006F"/>
                  </a:gs>
                  <a:gs pos="100000">
                    <a:schemeClr val="bg1"/>
                  </a:gs>
                </a:gsLst>
                <a:lin ang="0" scaled="1"/>
                <a:tileRect/>
              </a:gradFill>
              <a:ln w="9525">
                <a:noFill/>
              </a:ln>
            </p:spPr>
            <p:txBody>
              <a:bodyPr/>
              <a:lstStyle/>
              <a:p>
                <a:endParaRPr lang="en-US"/>
              </a:p>
            </p:txBody>
          </p:sp>
          <p:sp>
            <p:nvSpPr>
              <p:cNvPr id="15401" name="任意多边形 10280"/>
              <p:cNvSpPr/>
              <p:nvPr/>
            </p:nvSpPr>
            <p:spPr>
              <a:xfrm>
                <a:off x="3646" y="1163"/>
                <a:ext cx="2112" cy="695"/>
              </a:xfrm>
              <a:custGeom>
                <a:avLst/>
                <a:gdLst/>
                <a:ahLst/>
                <a:cxnLst>
                  <a:cxn ang="0">
                    <a:pos x="2119" y="665"/>
                  </a:cxn>
                  <a:cxn ang="0">
                    <a:pos x="24" y="0"/>
                  </a:cxn>
                  <a:cxn ang="0">
                    <a:pos x="12" y="72"/>
                  </a:cxn>
                  <a:cxn ang="0">
                    <a:pos x="0" y="150"/>
                  </a:cxn>
                  <a:cxn ang="0">
                    <a:pos x="2119" y="695"/>
                  </a:cxn>
                  <a:cxn ang="0">
                    <a:pos x="2119" y="665"/>
                  </a:cxn>
                  <a:cxn ang="0">
                    <a:pos x="2119" y="665"/>
                  </a:cxn>
                </a:cxnLst>
                <a:rect l="0" t="0" r="0" b="0"/>
                <a:pathLst>
                  <a:path w="2105" h="695">
                    <a:moveTo>
                      <a:pt x="2105" y="665"/>
                    </a:moveTo>
                    <a:lnTo>
                      <a:pt x="24" y="0"/>
                    </a:lnTo>
                    <a:lnTo>
                      <a:pt x="12" y="72"/>
                    </a:lnTo>
                    <a:lnTo>
                      <a:pt x="0" y="150"/>
                    </a:lnTo>
                    <a:lnTo>
                      <a:pt x="2105" y="695"/>
                    </a:lnTo>
                    <a:lnTo>
                      <a:pt x="2105" y="665"/>
                    </a:lnTo>
                    <a:close/>
                  </a:path>
                </a:pathLst>
              </a:custGeom>
              <a:gradFill rotWithShape="0">
                <a:gsLst>
                  <a:gs pos="0">
                    <a:schemeClr val="bg1"/>
                  </a:gs>
                  <a:gs pos="100000">
                    <a:srgbClr val="1717A2"/>
                  </a:gs>
                </a:gsLst>
                <a:lin ang="0" scaled="1"/>
                <a:tileRect/>
              </a:gradFill>
              <a:ln w="9525">
                <a:noFill/>
              </a:ln>
            </p:spPr>
            <p:txBody>
              <a:bodyPr/>
              <a:lstStyle/>
              <a:p>
                <a:endParaRPr lang="en-US"/>
              </a:p>
            </p:txBody>
          </p:sp>
        </p:grpSp>
      </p:grpSp>
      <p:sp>
        <p:nvSpPr>
          <p:cNvPr id="10282" name="标题 10281"/>
          <p:cNvSpPr>
            <a:spLocks noGrp="1"/>
          </p:cNvSpPr>
          <p:nvPr>
            <p:ph type="ctrTitle" sz="quarter"/>
          </p:nvPr>
        </p:nvSpPr>
        <p:spPr>
          <a:xfrm>
            <a:off x="457200" y="1200360"/>
            <a:ext cx="8229600" cy="1371840"/>
          </a:xfrm>
          <a:prstGeom prst="rect">
            <a:avLst/>
          </a:prstGeom>
          <a:noFill/>
          <a:ln w="9525">
            <a:noFill/>
            <a:miter/>
          </a:ln>
        </p:spPr>
        <p:txBody>
          <a:bodyPr/>
          <a:lstStyle>
            <a:lvl1pPr lvl="0">
              <a:defRPr sz="3600" kern="1200"/>
            </a:lvl1pPr>
          </a:lstStyle>
          <a:p>
            <a:pPr lvl="0" fontAlgn="base"/>
            <a:r>
              <a:rPr lang="zh-CN" altLang="en-US" strike="noStrike" noProof="1"/>
              <a:t>单击此处编辑母版标题样式</a:t>
            </a:r>
            <a:endParaRPr lang="zh-CN" altLang="en-US" strike="noStrike" noProof="1"/>
          </a:p>
        </p:txBody>
      </p:sp>
      <p:sp>
        <p:nvSpPr>
          <p:cNvPr id="10283" name="副标题 10282"/>
          <p:cNvSpPr>
            <a:spLocks noGrp="1"/>
          </p:cNvSpPr>
          <p:nvPr>
            <p:ph type="subTitle" sz="quarter" idx="1"/>
          </p:nvPr>
        </p:nvSpPr>
        <p:spPr>
          <a:xfrm>
            <a:off x="1371600" y="2915160"/>
            <a:ext cx="6400800" cy="1314680"/>
          </a:xfrm>
          <a:prstGeom prst="rect">
            <a:avLst/>
          </a:prstGeom>
          <a:noFill/>
          <a:ln w="9525">
            <a:noFill/>
            <a:miter/>
          </a:ln>
        </p:spPr>
        <p:txBody>
          <a:bodyPr anchor="t"/>
          <a:lstStyle>
            <a:lvl1pPr marL="0" lvl="0" indent="0" algn="ctr">
              <a:buNone/>
              <a:defRPr sz="2700" kern="1200"/>
            </a:lvl1pPr>
            <a:lvl2pPr marL="342900" lvl="1" indent="-342900" algn="ctr">
              <a:buNone/>
              <a:defRPr sz="2700" kern="1200"/>
            </a:lvl2pPr>
            <a:lvl3pPr marL="685800" lvl="2" indent="-685800" algn="ctr">
              <a:buNone/>
              <a:defRPr sz="2700" kern="1200"/>
            </a:lvl3pPr>
            <a:lvl4pPr marL="1028700" lvl="3" indent="-1028700" algn="ctr">
              <a:buNone/>
              <a:defRPr sz="2700" kern="1200"/>
            </a:lvl4pPr>
            <a:lvl5pPr marL="1371600" lvl="4" indent="-1371600" algn="ctr">
              <a:buNone/>
              <a:defRPr sz="2700" kern="1200"/>
            </a:lvl5pPr>
          </a:lstStyle>
          <a:p>
            <a:pPr lvl="0" fontAlgn="base"/>
            <a:r>
              <a:rPr lang="zh-CN" altLang="en-US" strike="noStrike" noProof="1"/>
              <a:t>单击此处编辑母版副标题样式</a:t>
            </a:r>
            <a:endParaRPr lang="zh-CN" altLang="en-US" strike="noStrike" noProof="1"/>
          </a:p>
        </p:txBody>
      </p:sp>
      <p:sp>
        <p:nvSpPr>
          <p:cNvPr id="87" name="日期占位符 10283"/>
          <p:cNvSpPr>
            <a:spLocks noGrp="1"/>
          </p:cNvSpPr>
          <p:nvPr>
            <p:ph type="dt" sz="quarter" idx="2"/>
          </p:nvPr>
        </p:nvSpPr>
        <p:spPr>
          <a:xfrm>
            <a:off x="457200" y="4683125"/>
            <a:ext cx="2133600" cy="342900"/>
          </a:xfrm>
          <a:prstGeom prst="rect">
            <a:avLst/>
          </a:prstGeom>
          <a:noFill/>
          <a:ln w="9525">
            <a:noFill/>
            <a:miter/>
          </a:ln>
        </p:spPr>
        <p:txBody>
          <a:bodyPr anchor="b"/>
          <a:lstStyle>
            <a:lvl1pPr>
              <a:defRPr dirty="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88" name="页脚占位符 10284"/>
          <p:cNvSpPr>
            <a:spLocks noGrp="1"/>
          </p:cNvSpPr>
          <p:nvPr>
            <p:ph type="ftr" sz="quarter" idx="3"/>
          </p:nvPr>
        </p:nvSpPr>
        <p:spPr>
          <a:xfrm>
            <a:off x="3124200" y="4687888"/>
            <a:ext cx="2895600" cy="342900"/>
          </a:xfrm>
          <a:prstGeom prst="rect">
            <a:avLst/>
          </a:prstGeom>
          <a:noFill/>
          <a:ln w="9525">
            <a:noFill/>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9" name="灯片编号占位符 10285"/>
          <p:cNvSpPr>
            <a:spLocks noGrp="1"/>
          </p:cNvSpPr>
          <p:nvPr>
            <p:ph type="sldNum" sz="quarter" idx="4"/>
          </p:nvPr>
        </p:nvSpPr>
        <p:spPr>
          <a:xfrm>
            <a:off x="6553200" y="4683125"/>
            <a:ext cx="2133600" cy="342900"/>
          </a:xfrm>
          <a:prstGeom prst="rect">
            <a:avLst/>
          </a:prstGeom>
          <a:noFill/>
          <a:ln w="9525">
            <a:noFill/>
            <a:miter/>
          </a:ln>
        </p:spPr>
        <p:txBody>
          <a:bodyPr vert="horz" wrap="square" lIns="91440" tIns="45720" rIns="91440" bIns="45720" numCol="1" anchor="b" anchorCtr="0" compatLnSpc="1"/>
          <a:lstStyle/>
          <a:p>
            <a:pPr algn="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z="3375"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z="1350"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z="1575"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z="1575"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Slide Number Placeholder 8"/>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Slide Number Placeholder 4"/>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Slide Number Placeholder 3"/>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z="1575" strike="noStrike" noProof="1" smtClean="0"/>
              <a:t>第二级</a:t>
            </a:r>
            <a:endParaRPr lang="zh-CN" altLang="en-US" strike="noStrike" noProof="1" smtClean="0"/>
          </a:p>
          <a:p>
            <a:pPr lvl="2" fontAlgn="base"/>
            <a:r>
              <a:rPr lang="zh-CN" altLang="en-US" sz="1350" strike="noStrike" noProof="1" smtClean="0"/>
              <a:t>第三级</a:t>
            </a:r>
            <a:endParaRPr lang="zh-CN" altLang="en-US" strike="noStrike" noProof="1" smtClean="0"/>
          </a:p>
          <a:p>
            <a:pPr lvl="3" fontAlgn="base"/>
            <a:r>
              <a:rPr lang="zh-CN" altLang="en-US" sz="1125" strike="noStrike" noProof="1" smtClean="0"/>
              <a:t>第四级</a:t>
            </a:r>
            <a:endParaRPr lang="zh-CN" altLang="en-US" strike="noStrike" noProof="1" smtClean="0"/>
          </a:p>
          <a:p>
            <a:pPr lvl="4" fontAlgn="base"/>
            <a:r>
              <a:rPr lang="zh-CN" altLang="en-US" sz="1125"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marL="0" marR="0" lvl="0" indent="0" algn="l" defTabSz="914400" rtl="0" eaLnBrk="0" fontAlgn="base" latinLnBrk="0" hangingPunct="0">
              <a:lnSpc>
                <a:spcPct val="100000"/>
              </a:lnSpc>
              <a:spcBef>
                <a:spcPct val="20000"/>
              </a:spcBef>
              <a:spcAft>
                <a:spcPct val="0"/>
              </a:spcAft>
              <a:buClr>
                <a:schemeClr val="hlink"/>
              </a:buClr>
              <a:buSzPct val="90000"/>
              <a:buFont typeface="Wingdings" panose="05000000000000000000" pitchFamily="2" charset="2"/>
              <a:buNone/>
              <a:defRPr/>
            </a:pPr>
            <a:endParaRPr kumimoji="0" lang="zh-CN" altLang="en-US" sz="2400" b="0" i="0" u="none" strike="noStrike" kern="1200" cap="none" spc="0" normalizeH="0" baseline="0" noProof="1">
              <a:ln>
                <a:noFill/>
              </a:ln>
              <a:solidFill>
                <a:schemeClr val="tx1"/>
              </a:solidFill>
              <a:effectLst>
                <a:outerShdw blurRad="38100" dist="38100" dir="2700000">
                  <a:srgbClr val="C0C0C0"/>
                </a:outerShdw>
              </a:effectLst>
              <a:uLnTx/>
              <a:uFillTx/>
              <a:latin typeface="+mn-lt"/>
              <a:ea typeface="+mn-ea"/>
              <a:cs typeface="+mn-cs"/>
            </a:endParaRPr>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z="1125"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8396"/>
            <a:ext cx="2057400" cy="4390602"/>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8396"/>
            <a:ext cx="6052930" cy="4390602"/>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z="3375"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z="1350"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z="3375"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z="1350"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z="1575"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z="1575"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Slide Number Placeholder 8"/>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Slide Number Placeholder 4"/>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Slide Number Placeholder 3"/>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z="1575" strike="noStrike" noProof="1" smtClean="0"/>
              <a:t>第二级</a:t>
            </a:r>
            <a:endParaRPr lang="zh-CN" altLang="en-US" strike="noStrike" noProof="1" smtClean="0"/>
          </a:p>
          <a:p>
            <a:pPr lvl="2" fontAlgn="base"/>
            <a:r>
              <a:rPr lang="zh-CN" altLang="en-US" sz="1350" strike="noStrike" noProof="1" smtClean="0"/>
              <a:t>第三级</a:t>
            </a:r>
            <a:endParaRPr lang="zh-CN" altLang="en-US" strike="noStrike" noProof="1" smtClean="0"/>
          </a:p>
          <a:p>
            <a:pPr lvl="3" fontAlgn="base"/>
            <a:r>
              <a:rPr lang="zh-CN" altLang="en-US" sz="1125" strike="noStrike" noProof="1" smtClean="0"/>
              <a:t>第四级</a:t>
            </a:r>
            <a:endParaRPr lang="zh-CN" altLang="en-US" strike="noStrike" noProof="1" smtClean="0"/>
          </a:p>
          <a:p>
            <a:pPr lvl="4" fontAlgn="base"/>
            <a:r>
              <a:rPr lang="zh-CN" altLang="en-US" sz="1125"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vert="horz" wrap="square" lIns="91440" tIns="45720" rIns="91440" bIns="45720" numCol="1" anchor="t" anchorCtr="0" compatLnSpc="1"/>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z="1125"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grpSp>
        <p:nvGrpSpPr>
          <p:cNvPr id="16386" name="组合 13313"/>
          <p:cNvGrpSpPr/>
          <p:nvPr/>
        </p:nvGrpSpPr>
        <p:grpSpPr>
          <a:xfrm>
            <a:off x="0" y="0"/>
            <a:ext cx="9144000" cy="5143500"/>
            <a:chOff x="0" y="0"/>
            <a:chExt cx="5760" cy="4319"/>
          </a:xfrm>
        </p:grpSpPr>
        <p:sp>
          <p:nvSpPr>
            <p:cNvPr id="16387" name="任意多边形 13314"/>
            <p:cNvSpPr/>
            <p:nvPr/>
          </p:nvSpPr>
          <p:spPr>
            <a:xfrm>
              <a:off x="0" y="12"/>
              <a:ext cx="5758" cy="3273"/>
            </a:xfrm>
            <a:custGeom>
              <a:avLst/>
              <a:gdLst/>
              <a:ahLst/>
              <a:cxnLst>
                <a:cxn ang="0">
                  <a:pos x="3213" y="1816"/>
                </a:cxn>
                <a:cxn ang="0">
                  <a:pos x="0" y="0"/>
                </a:cxn>
                <a:cxn ang="0">
                  <a:pos x="0" y="522"/>
                </a:cxn>
                <a:cxn ang="0">
                  <a:pos x="3057" y="1978"/>
                </a:cxn>
                <a:cxn ang="0">
                  <a:pos x="5776" y="3273"/>
                </a:cxn>
                <a:cxn ang="0">
                  <a:pos x="5776" y="3267"/>
                </a:cxn>
                <a:cxn ang="0">
                  <a:pos x="3213" y="1816"/>
                </a:cxn>
                <a:cxn ang="0">
                  <a:pos x="3213" y="1816"/>
                </a:cxn>
              </a:cxnLst>
              <a:rect l="0" t="0" r="0" b="0"/>
              <a:pathLst>
                <a:path w="5740" h="3273">
                  <a:moveTo>
                    <a:pt x="3193" y="1816"/>
                  </a:moveTo>
                  <a:lnTo>
                    <a:pt x="0" y="0"/>
                  </a:lnTo>
                  <a:lnTo>
                    <a:pt x="0" y="522"/>
                  </a:lnTo>
                  <a:lnTo>
                    <a:pt x="3037" y="1978"/>
                  </a:lnTo>
                  <a:lnTo>
                    <a:pt x="5740" y="3273"/>
                  </a:lnTo>
                  <a:lnTo>
                    <a:pt x="5740" y="3267"/>
                  </a:lnTo>
                  <a:lnTo>
                    <a:pt x="3193" y="1816"/>
                  </a:lnTo>
                  <a:close/>
                </a:path>
              </a:pathLst>
            </a:custGeom>
            <a:gradFill rotWithShape="0">
              <a:gsLst>
                <a:gs pos="0">
                  <a:srgbClr val="000051"/>
                </a:gs>
                <a:gs pos="100000">
                  <a:schemeClr val="bg2"/>
                </a:gs>
              </a:gsLst>
              <a:lin ang="0" scaled="1"/>
              <a:tileRect/>
            </a:gradFill>
            <a:ln w="9525">
              <a:noFill/>
            </a:ln>
          </p:spPr>
          <p:txBody>
            <a:bodyPr/>
            <a:lstStyle/>
            <a:p>
              <a:endParaRPr lang="en-US"/>
            </a:p>
          </p:txBody>
        </p:sp>
        <p:sp>
          <p:nvSpPr>
            <p:cNvPr id="16388" name="任意多边形 13315"/>
            <p:cNvSpPr/>
            <p:nvPr/>
          </p:nvSpPr>
          <p:spPr>
            <a:xfrm>
              <a:off x="149" y="0"/>
              <a:ext cx="5609" cy="3243"/>
            </a:xfrm>
            <a:custGeom>
              <a:avLst/>
              <a:gdLst/>
              <a:ahLst/>
              <a:cxnLst>
                <a:cxn ang="0">
                  <a:pos x="3183" y="1714"/>
                </a:cxn>
                <a:cxn ang="0">
                  <a:pos x="433" y="0"/>
                </a:cxn>
                <a:cxn ang="0">
                  <a:pos x="0" y="0"/>
                </a:cxn>
                <a:cxn ang="0">
                  <a:pos x="3106" y="1786"/>
                </a:cxn>
                <a:cxn ang="0">
                  <a:pos x="5627" y="3243"/>
                </a:cxn>
                <a:cxn ang="0">
                  <a:pos x="5627" y="3237"/>
                </a:cxn>
                <a:cxn ang="0">
                  <a:pos x="3183" y="1714"/>
                </a:cxn>
                <a:cxn ang="0">
                  <a:pos x="3183" y="1714"/>
                </a:cxn>
              </a:cxnLst>
              <a:rect l="0" t="0" r="0" b="0"/>
              <a:pathLst>
                <a:path w="5591" h="3243">
                  <a:moveTo>
                    <a:pt x="3163" y="1714"/>
                  </a:moveTo>
                  <a:lnTo>
                    <a:pt x="431" y="0"/>
                  </a:lnTo>
                  <a:lnTo>
                    <a:pt x="0" y="0"/>
                  </a:lnTo>
                  <a:lnTo>
                    <a:pt x="3086" y="1786"/>
                  </a:lnTo>
                  <a:lnTo>
                    <a:pt x="5591" y="3243"/>
                  </a:lnTo>
                  <a:lnTo>
                    <a:pt x="5591" y="3237"/>
                  </a:lnTo>
                  <a:lnTo>
                    <a:pt x="3163" y="1714"/>
                  </a:lnTo>
                  <a:close/>
                </a:path>
              </a:pathLst>
            </a:custGeom>
            <a:gradFill rotWithShape="0">
              <a:gsLst>
                <a:gs pos="0">
                  <a:srgbClr val="00005D"/>
                </a:gs>
                <a:gs pos="100000">
                  <a:schemeClr val="bg1"/>
                </a:gs>
              </a:gsLst>
              <a:lin ang="2700000" scaled="1"/>
              <a:tileRect/>
            </a:gradFill>
            <a:ln w="9525">
              <a:noFill/>
            </a:ln>
          </p:spPr>
          <p:txBody>
            <a:bodyPr/>
            <a:lstStyle/>
            <a:p>
              <a:endParaRPr lang="en-US"/>
            </a:p>
          </p:txBody>
        </p:sp>
        <p:sp>
          <p:nvSpPr>
            <p:cNvPr id="16389" name="任意多边形 13316"/>
            <p:cNvSpPr/>
            <p:nvPr/>
          </p:nvSpPr>
          <p:spPr>
            <a:xfrm>
              <a:off x="0" y="3433"/>
              <a:ext cx="4038" cy="191"/>
            </a:xfrm>
            <a:custGeom>
              <a:avLst/>
              <a:gdLst/>
              <a:ahLst/>
              <a:cxnLst>
                <a:cxn ang="0">
                  <a:pos x="0" y="154"/>
                </a:cxn>
                <a:cxn ang="0">
                  <a:pos x="4034" y="190"/>
                </a:cxn>
                <a:cxn ang="0">
                  <a:pos x="4034" y="142"/>
                </a:cxn>
                <a:cxn ang="0">
                  <a:pos x="0" y="0"/>
                </a:cxn>
                <a:cxn ang="0">
                  <a:pos x="0" y="154"/>
                </a:cxn>
                <a:cxn ang="0">
                  <a:pos x="0" y="154"/>
                </a:cxn>
              </a:cxnLst>
              <a:rect l="0" t="0" r="0" b="0"/>
              <a:pathLst>
                <a:path w="4042" h="192">
                  <a:moveTo>
                    <a:pt x="0" y="156"/>
                  </a:moveTo>
                  <a:lnTo>
                    <a:pt x="4042" y="192"/>
                  </a:lnTo>
                  <a:lnTo>
                    <a:pt x="4042" y="144"/>
                  </a:lnTo>
                  <a:lnTo>
                    <a:pt x="0" y="0"/>
                  </a:lnTo>
                  <a:lnTo>
                    <a:pt x="0" y="156"/>
                  </a:lnTo>
                  <a:close/>
                </a:path>
              </a:pathLst>
            </a:custGeom>
            <a:gradFill rotWithShape="0">
              <a:gsLst>
                <a:gs pos="0">
                  <a:srgbClr val="000061"/>
                </a:gs>
                <a:gs pos="100000">
                  <a:schemeClr val="bg2"/>
                </a:gs>
              </a:gsLst>
              <a:lin ang="0" scaled="1"/>
              <a:tileRect/>
            </a:gradFill>
            <a:ln w="9525">
              <a:noFill/>
            </a:ln>
          </p:spPr>
          <p:txBody>
            <a:bodyPr/>
            <a:lstStyle/>
            <a:p>
              <a:endParaRPr lang="en-US"/>
            </a:p>
          </p:txBody>
        </p:sp>
        <p:sp>
          <p:nvSpPr>
            <p:cNvPr id="16390" name="任意多边形 13317"/>
            <p:cNvSpPr/>
            <p:nvPr/>
          </p:nvSpPr>
          <p:spPr>
            <a:xfrm>
              <a:off x="4038" y="3577"/>
              <a:ext cx="1720" cy="65"/>
            </a:xfrm>
            <a:custGeom>
              <a:avLst/>
              <a:gdLst/>
              <a:ahLst/>
              <a:cxnLst>
                <a:cxn ang="0">
                  <a:pos x="1718" y="64"/>
                </a:cxn>
                <a:cxn ang="0">
                  <a:pos x="1718" y="58"/>
                </a:cxn>
                <a:cxn ang="0">
                  <a:pos x="0" y="0"/>
                </a:cxn>
                <a:cxn ang="0">
                  <a:pos x="0" y="46"/>
                </a:cxn>
                <a:cxn ang="0">
                  <a:pos x="1718" y="64"/>
                </a:cxn>
                <a:cxn ang="0">
                  <a:pos x="1718" y="64"/>
                </a:cxn>
              </a:cxnLst>
              <a:rect l="0" t="0" r="0" b="0"/>
              <a:pathLst>
                <a:path w="1722" h="66">
                  <a:moveTo>
                    <a:pt x="1722" y="66"/>
                  </a:moveTo>
                  <a:lnTo>
                    <a:pt x="1722" y="60"/>
                  </a:lnTo>
                  <a:lnTo>
                    <a:pt x="0" y="0"/>
                  </a:lnTo>
                  <a:lnTo>
                    <a:pt x="0" y="48"/>
                  </a:lnTo>
                  <a:lnTo>
                    <a:pt x="1722" y="66"/>
                  </a:lnTo>
                  <a:close/>
                </a:path>
              </a:pathLst>
            </a:custGeom>
            <a:gradFill rotWithShape="0">
              <a:gsLst>
                <a:gs pos="0">
                  <a:schemeClr val="bg2"/>
                </a:gs>
                <a:gs pos="100000">
                  <a:schemeClr val="bg1"/>
                </a:gs>
              </a:gsLst>
              <a:lin ang="0" scaled="1"/>
              <a:tileRect/>
            </a:gradFill>
            <a:ln w="9525">
              <a:noFill/>
            </a:ln>
          </p:spPr>
          <p:txBody>
            <a:bodyPr/>
            <a:lstStyle/>
            <a:p>
              <a:endParaRPr lang="en-US"/>
            </a:p>
          </p:txBody>
        </p:sp>
        <p:sp>
          <p:nvSpPr>
            <p:cNvPr id="16391" name="任意多边形 13318"/>
            <p:cNvSpPr/>
            <p:nvPr/>
          </p:nvSpPr>
          <p:spPr>
            <a:xfrm>
              <a:off x="0" y="3726"/>
              <a:ext cx="4784" cy="329"/>
            </a:xfrm>
            <a:custGeom>
              <a:avLst/>
              <a:gdLst/>
              <a:ahLst/>
              <a:cxnLst>
                <a:cxn ang="0">
                  <a:pos x="0" y="329"/>
                </a:cxn>
                <a:cxn ang="0">
                  <a:pos x="4779" y="77"/>
                </a:cxn>
                <a:cxn ang="0">
                  <a:pos x="4779" y="0"/>
                </a:cxn>
                <a:cxn ang="0">
                  <a:pos x="0" y="107"/>
                </a:cxn>
                <a:cxn ang="0">
                  <a:pos x="0" y="329"/>
                </a:cxn>
                <a:cxn ang="0">
                  <a:pos x="0" y="329"/>
                </a:cxn>
              </a:cxnLst>
              <a:rect l="0" t="0" r="0" b="0"/>
              <a:pathLst>
                <a:path w="4789" h="329">
                  <a:moveTo>
                    <a:pt x="0" y="329"/>
                  </a:moveTo>
                  <a:lnTo>
                    <a:pt x="4789" y="77"/>
                  </a:lnTo>
                  <a:lnTo>
                    <a:pt x="4789" y="0"/>
                  </a:lnTo>
                  <a:lnTo>
                    <a:pt x="0" y="107"/>
                  </a:lnTo>
                  <a:lnTo>
                    <a:pt x="0" y="329"/>
                  </a:lnTo>
                  <a:close/>
                </a:path>
              </a:pathLst>
            </a:custGeom>
            <a:gradFill rotWithShape="0">
              <a:gsLst>
                <a:gs pos="0">
                  <a:srgbClr val="00007D"/>
                </a:gs>
                <a:gs pos="100000">
                  <a:schemeClr val="bg1"/>
                </a:gs>
              </a:gsLst>
              <a:lin ang="0" scaled="1"/>
              <a:tileRect/>
            </a:gradFill>
            <a:ln w="9525">
              <a:noFill/>
            </a:ln>
          </p:spPr>
          <p:txBody>
            <a:bodyPr/>
            <a:lstStyle/>
            <a:p>
              <a:endParaRPr lang="en-US"/>
            </a:p>
          </p:txBody>
        </p:sp>
        <p:sp>
          <p:nvSpPr>
            <p:cNvPr id="16392" name="任意多边形 13319"/>
            <p:cNvSpPr/>
            <p:nvPr/>
          </p:nvSpPr>
          <p:spPr>
            <a:xfrm>
              <a:off x="4784" y="3702"/>
              <a:ext cx="974" cy="101"/>
            </a:xfrm>
            <a:custGeom>
              <a:avLst/>
              <a:gdLst/>
              <a:ahLst/>
              <a:cxnLst>
                <a:cxn ang="0">
                  <a:pos x="973" y="48"/>
                </a:cxn>
                <a:cxn ang="0">
                  <a:pos x="973" y="0"/>
                </a:cxn>
                <a:cxn ang="0">
                  <a:pos x="0" y="24"/>
                </a:cxn>
                <a:cxn ang="0">
                  <a:pos x="0" y="101"/>
                </a:cxn>
                <a:cxn ang="0">
                  <a:pos x="973" y="48"/>
                </a:cxn>
                <a:cxn ang="0">
                  <a:pos x="973" y="48"/>
                </a:cxn>
              </a:cxnLst>
              <a:rect l="0" t="0" r="0" b="0"/>
              <a:pathLst>
                <a:path w="975" h="101">
                  <a:moveTo>
                    <a:pt x="975" y="48"/>
                  </a:moveTo>
                  <a:lnTo>
                    <a:pt x="975" y="0"/>
                  </a:lnTo>
                  <a:lnTo>
                    <a:pt x="0" y="24"/>
                  </a:lnTo>
                  <a:lnTo>
                    <a:pt x="0" y="101"/>
                  </a:lnTo>
                  <a:lnTo>
                    <a:pt x="975" y="48"/>
                  </a:lnTo>
                  <a:close/>
                </a:path>
              </a:pathLst>
            </a:custGeom>
            <a:solidFill>
              <a:schemeClr val="bg1"/>
            </a:solidFill>
            <a:ln w="9525">
              <a:noFill/>
            </a:ln>
          </p:spPr>
          <p:txBody>
            <a:bodyPr/>
            <a:lstStyle/>
            <a:p>
              <a:endParaRPr lang="en-US"/>
            </a:p>
          </p:txBody>
        </p:sp>
        <p:sp>
          <p:nvSpPr>
            <p:cNvPr id="16393" name="任意多边形 13320"/>
            <p:cNvSpPr/>
            <p:nvPr/>
          </p:nvSpPr>
          <p:spPr>
            <a:xfrm>
              <a:off x="3619" y="3815"/>
              <a:ext cx="2139" cy="198"/>
            </a:xfrm>
            <a:custGeom>
              <a:avLst/>
              <a:gdLst/>
              <a:ahLst/>
              <a:cxnLst>
                <a:cxn ang="0">
                  <a:pos x="2137" y="0"/>
                </a:cxn>
                <a:cxn ang="0">
                  <a:pos x="0" y="156"/>
                </a:cxn>
                <a:cxn ang="0">
                  <a:pos x="0" y="198"/>
                </a:cxn>
                <a:cxn ang="0">
                  <a:pos x="2137" y="0"/>
                </a:cxn>
                <a:cxn ang="0">
                  <a:pos x="2137" y="0"/>
                </a:cxn>
              </a:cxnLst>
              <a:rect l="0" t="0" r="0" b="0"/>
              <a:pathLst>
                <a:path w="2141" h="198">
                  <a:moveTo>
                    <a:pt x="2141" y="0"/>
                  </a:moveTo>
                  <a:lnTo>
                    <a:pt x="0" y="156"/>
                  </a:lnTo>
                  <a:lnTo>
                    <a:pt x="0" y="198"/>
                  </a:lnTo>
                  <a:lnTo>
                    <a:pt x="2141" y="0"/>
                  </a:lnTo>
                  <a:close/>
                </a:path>
              </a:pathLst>
            </a:custGeom>
            <a:solidFill>
              <a:schemeClr val="bg1"/>
            </a:solidFill>
            <a:ln w="9525">
              <a:noFill/>
            </a:ln>
          </p:spPr>
          <p:txBody>
            <a:bodyPr/>
            <a:lstStyle/>
            <a:p>
              <a:endParaRPr lang="en-US"/>
            </a:p>
          </p:txBody>
        </p:sp>
        <p:sp>
          <p:nvSpPr>
            <p:cNvPr id="16394" name="任意多边形 13321"/>
            <p:cNvSpPr/>
            <p:nvPr/>
          </p:nvSpPr>
          <p:spPr>
            <a:xfrm>
              <a:off x="0" y="3971"/>
              <a:ext cx="3619" cy="348"/>
            </a:xfrm>
            <a:custGeom>
              <a:avLst/>
              <a:gdLst/>
              <a:ahLst/>
              <a:cxnLst>
                <a:cxn ang="0">
                  <a:pos x="0" y="348"/>
                </a:cxn>
                <a:cxn ang="0">
                  <a:pos x="311" y="348"/>
                </a:cxn>
                <a:cxn ang="0">
                  <a:pos x="3615" y="42"/>
                </a:cxn>
                <a:cxn ang="0">
                  <a:pos x="3615" y="0"/>
                </a:cxn>
                <a:cxn ang="0">
                  <a:pos x="0" y="264"/>
                </a:cxn>
                <a:cxn ang="0">
                  <a:pos x="0" y="348"/>
                </a:cxn>
                <a:cxn ang="0">
                  <a:pos x="0" y="348"/>
                </a:cxn>
              </a:cxnLst>
              <a:rect l="0" t="0" r="0" b="0"/>
              <a:pathLst>
                <a:path w="3623" h="348">
                  <a:moveTo>
                    <a:pt x="0" y="348"/>
                  </a:moveTo>
                  <a:lnTo>
                    <a:pt x="311" y="348"/>
                  </a:lnTo>
                  <a:lnTo>
                    <a:pt x="3623" y="42"/>
                  </a:lnTo>
                  <a:lnTo>
                    <a:pt x="3623" y="0"/>
                  </a:lnTo>
                  <a:lnTo>
                    <a:pt x="0" y="264"/>
                  </a:lnTo>
                  <a:lnTo>
                    <a:pt x="0" y="348"/>
                  </a:lnTo>
                  <a:close/>
                </a:path>
              </a:pathLst>
            </a:custGeom>
            <a:gradFill rotWithShape="0">
              <a:gsLst>
                <a:gs pos="0">
                  <a:srgbClr val="00006F"/>
                </a:gs>
                <a:gs pos="100000">
                  <a:schemeClr val="bg1"/>
                </a:gs>
              </a:gsLst>
              <a:lin ang="0" scaled="1"/>
              <a:tileRect/>
            </a:gradFill>
            <a:ln w="9525">
              <a:noFill/>
            </a:ln>
          </p:spPr>
          <p:txBody>
            <a:bodyPr/>
            <a:lstStyle/>
            <a:p>
              <a:endParaRPr lang="en-US"/>
            </a:p>
          </p:txBody>
        </p:sp>
        <p:sp>
          <p:nvSpPr>
            <p:cNvPr id="16395" name="任意多边形 13322"/>
            <p:cNvSpPr/>
            <p:nvPr/>
          </p:nvSpPr>
          <p:spPr>
            <a:xfrm>
              <a:off x="2097" y="4043"/>
              <a:ext cx="2514" cy="276"/>
            </a:xfrm>
            <a:custGeom>
              <a:avLst/>
              <a:gdLst/>
              <a:ahLst/>
              <a:cxnLst>
                <a:cxn ang="0">
                  <a:pos x="2176" y="276"/>
                </a:cxn>
                <a:cxn ang="0">
                  <a:pos x="2511" y="204"/>
                </a:cxn>
                <a:cxn ang="0">
                  <a:pos x="2254" y="0"/>
                </a:cxn>
                <a:cxn ang="0">
                  <a:pos x="0" y="276"/>
                </a:cxn>
                <a:cxn ang="0">
                  <a:pos x="2176" y="276"/>
                </a:cxn>
                <a:cxn ang="0">
                  <a:pos x="2176" y="276"/>
                </a:cxn>
              </a:cxnLst>
              <a:rect l="0" t="0" r="0" b="0"/>
              <a:pathLst>
                <a:path w="2517" h="276">
                  <a:moveTo>
                    <a:pt x="2182" y="276"/>
                  </a:moveTo>
                  <a:lnTo>
                    <a:pt x="2517" y="204"/>
                  </a:lnTo>
                  <a:lnTo>
                    <a:pt x="2260" y="0"/>
                  </a:lnTo>
                  <a:lnTo>
                    <a:pt x="0" y="276"/>
                  </a:lnTo>
                  <a:lnTo>
                    <a:pt x="2182" y="276"/>
                  </a:lnTo>
                  <a:close/>
                </a:path>
              </a:pathLst>
            </a:custGeom>
            <a:solidFill>
              <a:schemeClr val="bg1"/>
            </a:solidFill>
            <a:ln w="9525">
              <a:noFill/>
            </a:ln>
          </p:spPr>
          <p:txBody>
            <a:bodyPr/>
            <a:lstStyle/>
            <a:p>
              <a:endParaRPr lang="en-US"/>
            </a:p>
          </p:txBody>
        </p:sp>
        <p:sp>
          <p:nvSpPr>
            <p:cNvPr id="16396" name="任意多边形 13323"/>
            <p:cNvSpPr/>
            <p:nvPr/>
          </p:nvSpPr>
          <p:spPr>
            <a:xfrm>
              <a:off x="4354" y="3869"/>
              <a:ext cx="1404" cy="378"/>
            </a:xfrm>
            <a:custGeom>
              <a:avLst/>
              <a:gdLst/>
              <a:ahLst/>
              <a:cxnLst>
                <a:cxn ang="0">
                  <a:pos x="1403" y="126"/>
                </a:cxn>
                <a:cxn ang="0">
                  <a:pos x="1403" y="0"/>
                </a:cxn>
                <a:cxn ang="0">
                  <a:pos x="0" y="174"/>
                </a:cxn>
                <a:cxn ang="0">
                  <a:pos x="257" y="378"/>
                </a:cxn>
                <a:cxn ang="0">
                  <a:pos x="1403" y="126"/>
                </a:cxn>
                <a:cxn ang="0">
                  <a:pos x="1403" y="126"/>
                </a:cxn>
              </a:cxnLst>
              <a:rect l="0" t="0" r="0" b="0"/>
              <a:pathLst>
                <a:path w="1405" h="378">
                  <a:moveTo>
                    <a:pt x="1405" y="126"/>
                  </a:moveTo>
                  <a:lnTo>
                    <a:pt x="1405" y="0"/>
                  </a:lnTo>
                  <a:lnTo>
                    <a:pt x="0" y="174"/>
                  </a:lnTo>
                  <a:lnTo>
                    <a:pt x="257" y="378"/>
                  </a:lnTo>
                  <a:lnTo>
                    <a:pt x="1405" y="126"/>
                  </a:lnTo>
                  <a:close/>
                </a:path>
              </a:pathLst>
            </a:custGeom>
            <a:gradFill rotWithShape="0">
              <a:gsLst>
                <a:gs pos="0">
                  <a:schemeClr val="bg1"/>
                </a:gs>
                <a:gs pos="100000">
                  <a:srgbClr val="08089C"/>
                </a:gs>
              </a:gsLst>
              <a:lin ang="0" scaled="1"/>
              <a:tileRect/>
            </a:gradFill>
            <a:ln w="9525">
              <a:noFill/>
            </a:ln>
          </p:spPr>
          <p:txBody>
            <a:bodyPr/>
            <a:lstStyle/>
            <a:p>
              <a:endParaRPr lang="en-US"/>
            </a:p>
          </p:txBody>
        </p:sp>
        <p:sp>
          <p:nvSpPr>
            <p:cNvPr id="16397" name="任意多边形 13324"/>
            <p:cNvSpPr/>
            <p:nvPr/>
          </p:nvSpPr>
          <p:spPr>
            <a:xfrm>
              <a:off x="5030" y="3151"/>
              <a:ext cx="728" cy="240"/>
            </a:xfrm>
            <a:custGeom>
              <a:avLst/>
              <a:gdLst/>
              <a:ahLst/>
              <a:cxnLst>
                <a:cxn ang="0">
                  <a:pos x="727" y="240"/>
                </a:cxn>
                <a:cxn ang="0">
                  <a:pos x="0" y="0"/>
                </a:cxn>
                <a:cxn ang="0">
                  <a:pos x="0" y="6"/>
                </a:cxn>
                <a:cxn ang="0">
                  <a:pos x="727" y="240"/>
                </a:cxn>
                <a:cxn ang="0">
                  <a:pos x="727" y="240"/>
                </a:cxn>
              </a:cxnLst>
              <a:rect l="0" t="0" r="0" b="0"/>
              <a:pathLst>
                <a:path w="729" h="240">
                  <a:moveTo>
                    <a:pt x="729" y="240"/>
                  </a:moveTo>
                  <a:lnTo>
                    <a:pt x="0" y="0"/>
                  </a:lnTo>
                  <a:lnTo>
                    <a:pt x="0" y="6"/>
                  </a:lnTo>
                  <a:lnTo>
                    <a:pt x="729" y="240"/>
                  </a:lnTo>
                  <a:close/>
                </a:path>
              </a:pathLst>
            </a:custGeom>
            <a:solidFill>
              <a:schemeClr val="bg1"/>
            </a:solidFill>
            <a:ln w="9525">
              <a:noFill/>
            </a:ln>
          </p:spPr>
          <p:txBody>
            <a:bodyPr/>
            <a:lstStyle/>
            <a:p>
              <a:endParaRPr lang="en-US"/>
            </a:p>
          </p:txBody>
        </p:sp>
        <p:sp>
          <p:nvSpPr>
            <p:cNvPr id="16398" name="任意多边形 13325"/>
            <p:cNvSpPr/>
            <p:nvPr/>
          </p:nvSpPr>
          <p:spPr>
            <a:xfrm>
              <a:off x="0" y="1486"/>
              <a:ext cx="5030" cy="1671"/>
            </a:xfrm>
            <a:custGeom>
              <a:avLst/>
              <a:gdLst/>
              <a:ahLst/>
              <a:cxnLst>
                <a:cxn ang="0">
                  <a:pos x="0" y="72"/>
                </a:cxn>
                <a:cxn ang="0">
                  <a:pos x="5025" y="1670"/>
                </a:cxn>
                <a:cxn ang="0">
                  <a:pos x="5025" y="1664"/>
                </a:cxn>
                <a:cxn ang="0">
                  <a:pos x="0" y="0"/>
                </a:cxn>
                <a:cxn ang="0">
                  <a:pos x="0" y="72"/>
                </a:cxn>
                <a:cxn ang="0">
                  <a:pos x="0" y="72"/>
                </a:cxn>
              </a:cxnLst>
              <a:rect l="0" t="0" r="0" b="0"/>
              <a:pathLst>
                <a:path w="5035" h="1672">
                  <a:moveTo>
                    <a:pt x="0" y="72"/>
                  </a:moveTo>
                  <a:lnTo>
                    <a:pt x="5035" y="1672"/>
                  </a:lnTo>
                  <a:lnTo>
                    <a:pt x="5035" y="1666"/>
                  </a:lnTo>
                  <a:lnTo>
                    <a:pt x="0" y="0"/>
                  </a:lnTo>
                  <a:lnTo>
                    <a:pt x="0" y="72"/>
                  </a:lnTo>
                  <a:close/>
                </a:path>
              </a:pathLst>
            </a:custGeom>
            <a:gradFill rotWithShape="0">
              <a:gsLst>
                <a:gs pos="0">
                  <a:srgbClr val="000053"/>
                </a:gs>
                <a:gs pos="100000">
                  <a:schemeClr val="bg1"/>
                </a:gs>
              </a:gsLst>
              <a:lin ang="2700000" scaled="1"/>
              <a:tileRect/>
            </a:gradFill>
            <a:ln w="9525">
              <a:noFill/>
            </a:ln>
          </p:spPr>
          <p:txBody>
            <a:bodyPr/>
            <a:lstStyle/>
            <a:p>
              <a:endParaRPr lang="en-US"/>
            </a:p>
          </p:txBody>
        </p:sp>
        <p:sp>
          <p:nvSpPr>
            <p:cNvPr id="16399" name="任意多边形 13326"/>
            <p:cNvSpPr/>
            <p:nvPr/>
          </p:nvSpPr>
          <p:spPr>
            <a:xfrm>
              <a:off x="5030" y="3049"/>
              <a:ext cx="728" cy="318"/>
            </a:xfrm>
            <a:custGeom>
              <a:avLst/>
              <a:gdLst/>
              <a:ahLst/>
              <a:cxnLst>
                <a:cxn ang="0">
                  <a:pos x="727" y="318"/>
                </a:cxn>
                <a:cxn ang="0">
                  <a:pos x="727" y="312"/>
                </a:cxn>
                <a:cxn ang="0">
                  <a:pos x="0" y="0"/>
                </a:cxn>
                <a:cxn ang="0">
                  <a:pos x="0" y="54"/>
                </a:cxn>
                <a:cxn ang="0">
                  <a:pos x="727" y="318"/>
                </a:cxn>
                <a:cxn ang="0">
                  <a:pos x="727" y="318"/>
                </a:cxn>
              </a:cxnLst>
              <a:rect l="0" t="0" r="0" b="0"/>
              <a:pathLst>
                <a:path w="729" h="318">
                  <a:moveTo>
                    <a:pt x="729" y="318"/>
                  </a:moveTo>
                  <a:lnTo>
                    <a:pt x="729" y="312"/>
                  </a:lnTo>
                  <a:lnTo>
                    <a:pt x="0" y="0"/>
                  </a:lnTo>
                  <a:lnTo>
                    <a:pt x="0" y="54"/>
                  </a:lnTo>
                  <a:lnTo>
                    <a:pt x="729" y="318"/>
                  </a:lnTo>
                  <a:close/>
                </a:path>
              </a:pathLst>
            </a:custGeom>
            <a:gradFill rotWithShape="0">
              <a:gsLst>
                <a:gs pos="0">
                  <a:schemeClr val="bg2"/>
                </a:gs>
                <a:gs pos="100000">
                  <a:schemeClr val="bg1"/>
                </a:gs>
              </a:gsLst>
              <a:lin ang="0" scaled="1"/>
              <a:tileRect/>
            </a:gradFill>
            <a:ln w="9525">
              <a:noFill/>
            </a:ln>
          </p:spPr>
          <p:txBody>
            <a:bodyPr/>
            <a:lstStyle/>
            <a:p>
              <a:endParaRPr lang="en-US"/>
            </a:p>
          </p:txBody>
        </p:sp>
        <p:sp>
          <p:nvSpPr>
            <p:cNvPr id="16400" name="任意多边形 13327"/>
            <p:cNvSpPr/>
            <p:nvPr/>
          </p:nvSpPr>
          <p:spPr>
            <a:xfrm>
              <a:off x="0" y="916"/>
              <a:ext cx="5030" cy="2187"/>
            </a:xfrm>
            <a:custGeom>
              <a:avLst/>
              <a:gdLst/>
              <a:ahLst/>
              <a:cxnLst>
                <a:cxn ang="0">
                  <a:pos x="0" y="396"/>
                </a:cxn>
                <a:cxn ang="0">
                  <a:pos x="5025" y="2186"/>
                </a:cxn>
                <a:cxn ang="0">
                  <a:pos x="5025" y="2132"/>
                </a:cxn>
                <a:cxn ang="0">
                  <a:pos x="0" y="0"/>
                </a:cxn>
                <a:cxn ang="0">
                  <a:pos x="0" y="396"/>
                </a:cxn>
                <a:cxn ang="0">
                  <a:pos x="0" y="396"/>
                </a:cxn>
              </a:cxnLst>
              <a:rect l="0" t="0" r="0" b="0"/>
              <a:pathLst>
                <a:path w="5035" h="2188">
                  <a:moveTo>
                    <a:pt x="0" y="396"/>
                  </a:moveTo>
                  <a:lnTo>
                    <a:pt x="5035" y="2188"/>
                  </a:lnTo>
                  <a:lnTo>
                    <a:pt x="5035" y="2134"/>
                  </a:lnTo>
                  <a:lnTo>
                    <a:pt x="0" y="0"/>
                  </a:lnTo>
                  <a:lnTo>
                    <a:pt x="0" y="396"/>
                  </a:lnTo>
                  <a:close/>
                </a:path>
              </a:pathLst>
            </a:custGeom>
            <a:gradFill rotWithShape="0">
              <a:gsLst>
                <a:gs pos="0">
                  <a:srgbClr val="000055"/>
                </a:gs>
                <a:gs pos="100000">
                  <a:schemeClr val="bg2"/>
                </a:gs>
              </a:gsLst>
              <a:lin ang="0" scaled="1"/>
              <a:tileRect/>
            </a:gradFill>
            <a:ln w="9525">
              <a:noFill/>
            </a:ln>
          </p:spPr>
          <p:txBody>
            <a:bodyPr/>
            <a:lstStyle/>
            <a:p>
              <a:endParaRPr lang="en-US"/>
            </a:p>
          </p:txBody>
        </p:sp>
        <p:sp>
          <p:nvSpPr>
            <p:cNvPr id="16401" name="任意多边形 13328"/>
            <p:cNvSpPr/>
            <p:nvPr/>
          </p:nvSpPr>
          <p:spPr>
            <a:xfrm>
              <a:off x="2294" y="0"/>
              <a:ext cx="3159" cy="2725"/>
            </a:xfrm>
            <a:custGeom>
              <a:avLst/>
              <a:gdLst/>
              <a:ahLst/>
              <a:cxnLst>
                <a:cxn ang="0">
                  <a:pos x="0" y="0"/>
                </a:cxn>
                <a:cxn ang="0">
                  <a:pos x="3137" y="2723"/>
                </a:cxn>
                <a:cxn ang="0">
                  <a:pos x="3155" y="2700"/>
                </a:cxn>
                <a:cxn ang="0">
                  <a:pos x="102" y="0"/>
                </a:cxn>
                <a:cxn ang="0">
                  <a:pos x="0" y="0"/>
                </a:cxn>
                <a:cxn ang="0">
                  <a:pos x="0" y="0"/>
                </a:cxn>
              </a:cxnLst>
              <a:rect l="0" t="0" r="0" b="0"/>
              <a:pathLst>
                <a:path w="3163" h="2727">
                  <a:moveTo>
                    <a:pt x="0" y="0"/>
                  </a:moveTo>
                  <a:lnTo>
                    <a:pt x="3145" y="2727"/>
                  </a:lnTo>
                  <a:lnTo>
                    <a:pt x="3163" y="2704"/>
                  </a:lnTo>
                  <a:lnTo>
                    <a:pt x="102" y="0"/>
                  </a:lnTo>
                  <a:lnTo>
                    <a:pt x="0" y="0"/>
                  </a:lnTo>
                  <a:close/>
                </a:path>
              </a:pathLst>
            </a:custGeom>
            <a:gradFill rotWithShape="0">
              <a:gsLst>
                <a:gs pos="0">
                  <a:srgbClr val="00006B"/>
                </a:gs>
                <a:gs pos="100000">
                  <a:schemeClr val="bg1"/>
                </a:gs>
              </a:gsLst>
              <a:lin ang="2700000" scaled="1"/>
              <a:tileRect/>
            </a:gradFill>
            <a:ln w="9525">
              <a:noFill/>
            </a:ln>
          </p:spPr>
          <p:txBody>
            <a:bodyPr/>
            <a:lstStyle/>
            <a:p>
              <a:endParaRPr lang="en-US"/>
            </a:p>
          </p:txBody>
        </p:sp>
        <p:sp>
          <p:nvSpPr>
            <p:cNvPr id="16402" name="任意多边形 13329"/>
            <p:cNvSpPr/>
            <p:nvPr/>
          </p:nvSpPr>
          <p:spPr>
            <a:xfrm>
              <a:off x="5435" y="2702"/>
              <a:ext cx="323" cy="299"/>
            </a:xfrm>
            <a:custGeom>
              <a:avLst/>
              <a:gdLst/>
              <a:ahLst/>
              <a:cxnLst>
                <a:cxn ang="0">
                  <a:pos x="323" y="299"/>
                </a:cxn>
                <a:cxn ang="0">
                  <a:pos x="323" y="263"/>
                </a:cxn>
                <a:cxn ang="0">
                  <a:pos x="18" y="0"/>
                </a:cxn>
                <a:cxn ang="0">
                  <a:pos x="0" y="23"/>
                </a:cxn>
                <a:cxn ang="0">
                  <a:pos x="323" y="299"/>
                </a:cxn>
                <a:cxn ang="0">
                  <a:pos x="323" y="299"/>
                </a:cxn>
              </a:cxnLst>
              <a:rect l="0" t="0" r="0" b="0"/>
              <a:pathLst>
                <a:path w="323" h="299">
                  <a:moveTo>
                    <a:pt x="323" y="299"/>
                  </a:moveTo>
                  <a:lnTo>
                    <a:pt x="323" y="263"/>
                  </a:lnTo>
                  <a:lnTo>
                    <a:pt x="18" y="0"/>
                  </a:lnTo>
                  <a:lnTo>
                    <a:pt x="0" y="23"/>
                  </a:lnTo>
                  <a:lnTo>
                    <a:pt x="323" y="299"/>
                  </a:lnTo>
                  <a:close/>
                </a:path>
              </a:pathLst>
            </a:custGeom>
            <a:gradFill rotWithShape="0">
              <a:gsLst>
                <a:gs pos="0">
                  <a:schemeClr val="bg1"/>
                </a:gs>
                <a:gs pos="100000">
                  <a:srgbClr val="0F0F9F"/>
                </a:gs>
              </a:gsLst>
              <a:lin ang="2700000" scaled="1"/>
              <a:tileRect/>
            </a:gradFill>
            <a:ln w="9525">
              <a:noFill/>
            </a:ln>
          </p:spPr>
          <p:txBody>
            <a:bodyPr/>
            <a:lstStyle/>
            <a:p>
              <a:endParaRPr lang="en-US"/>
            </a:p>
          </p:txBody>
        </p:sp>
        <p:sp>
          <p:nvSpPr>
            <p:cNvPr id="16403" name="任意多边形 13330"/>
            <p:cNvSpPr/>
            <p:nvPr/>
          </p:nvSpPr>
          <p:spPr>
            <a:xfrm>
              <a:off x="5477" y="2588"/>
              <a:ext cx="281" cy="335"/>
            </a:xfrm>
            <a:custGeom>
              <a:avLst/>
              <a:gdLst/>
              <a:ahLst/>
              <a:cxnLst>
                <a:cxn ang="0">
                  <a:pos x="281" y="335"/>
                </a:cxn>
                <a:cxn ang="0">
                  <a:pos x="281" y="173"/>
                </a:cxn>
                <a:cxn ang="0">
                  <a:pos x="96" y="0"/>
                </a:cxn>
                <a:cxn ang="0">
                  <a:pos x="0" y="90"/>
                </a:cxn>
                <a:cxn ang="0">
                  <a:pos x="281" y="335"/>
                </a:cxn>
                <a:cxn ang="0">
                  <a:pos x="281" y="335"/>
                </a:cxn>
              </a:cxnLst>
              <a:rect l="0" t="0" r="0" b="0"/>
              <a:pathLst>
                <a:path w="281" h="335">
                  <a:moveTo>
                    <a:pt x="281" y="335"/>
                  </a:moveTo>
                  <a:lnTo>
                    <a:pt x="281" y="173"/>
                  </a:lnTo>
                  <a:lnTo>
                    <a:pt x="96" y="0"/>
                  </a:lnTo>
                  <a:lnTo>
                    <a:pt x="0" y="90"/>
                  </a:lnTo>
                  <a:lnTo>
                    <a:pt x="281" y="335"/>
                  </a:lnTo>
                  <a:close/>
                </a:path>
              </a:pathLst>
            </a:custGeom>
            <a:solidFill>
              <a:schemeClr val="bg1"/>
            </a:solidFill>
            <a:ln w="9525">
              <a:noFill/>
            </a:ln>
          </p:spPr>
          <p:txBody>
            <a:bodyPr/>
            <a:lstStyle/>
            <a:p>
              <a:endParaRPr lang="en-US"/>
            </a:p>
          </p:txBody>
        </p:sp>
        <p:sp>
          <p:nvSpPr>
            <p:cNvPr id="16404" name="任意多边形 13331"/>
            <p:cNvSpPr/>
            <p:nvPr/>
          </p:nvSpPr>
          <p:spPr>
            <a:xfrm>
              <a:off x="2454" y="0"/>
              <a:ext cx="3119" cy="2678"/>
            </a:xfrm>
            <a:custGeom>
              <a:avLst/>
              <a:gdLst/>
              <a:ahLst/>
              <a:cxnLst>
                <a:cxn ang="0">
                  <a:pos x="0" y="0"/>
                </a:cxn>
                <a:cxn ang="0">
                  <a:pos x="3020" y="2676"/>
                </a:cxn>
                <a:cxn ang="0">
                  <a:pos x="3116" y="2586"/>
                </a:cxn>
                <a:cxn ang="0">
                  <a:pos x="383" y="0"/>
                </a:cxn>
                <a:cxn ang="0">
                  <a:pos x="0" y="0"/>
                </a:cxn>
                <a:cxn ang="0">
                  <a:pos x="0" y="0"/>
                </a:cxn>
              </a:cxnLst>
              <a:rect l="0" t="0" r="0" b="0"/>
              <a:pathLst>
                <a:path w="3122" h="2680">
                  <a:moveTo>
                    <a:pt x="0" y="0"/>
                  </a:moveTo>
                  <a:lnTo>
                    <a:pt x="3026" y="2680"/>
                  </a:lnTo>
                  <a:lnTo>
                    <a:pt x="3122" y="2590"/>
                  </a:lnTo>
                  <a:lnTo>
                    <a:pt x="383" y="0"/>
                  </a:lnTo>
                  <a:lnTo>
                    <a:pt x="0" y="0"/>
                  </a:lnTo>
                  <a:close/>
                </a:path>
              </a:pathLst>
            </a:custGeom>
            <a:gradFill rotWithShape="0">
              <a:gsLst>
                <a:gs pos="0">
                  <a:srgbClr val="000047"/>
                </a:gs>
                <a:gs pos="100000">
                  <a:schemeClr val="bg1"/>
                </a:gs>
              </a:gsLst>
              <a:lin ang="2700000" scaled="1"/>
              <a:tileRect/>
            </a:gradFill>
            <a:ln w="9525">
              <a:noFill/>
            </a:ln>
          </p:spPr>
          <p:txBody>
            <a:bodyPr/>
            <a:lstStyle/>
            <a:p>
              <a:endParaRPr lang="en-US"/>
            </a:p>
          </p:txBody>
        </p:sp>
        <p:sp>
          <p:nvSpPr>
            <p:cNvPr id="16405" name="任意多边形 13332"/>
            <p:cNvSpPr/>
            <p:nvPr/>
          </p:nvSpPr>
          <p:spPr>
            <a:xfrm>
              <a:off x="5626" y="2534"/>
              <a:ext cx="132" cy="132"/>
            </a:xfrm>
            <a:custGeom>
              <a:avLst/>
              <a:gdLst/>
              <a:ahLst/>
              <a:cxnLst>
                <a:cxn ang="0">
                  <a:pos x="132" y="132"/>
                </a:cxn>
                <a:cxn ang="0">
                  <a:pos x="0" y="0"/>
                </a:cxn>
                <a:cxn ang="0">
                  <a:pos x="0" y="0"/>
                </a:cxn>
                <a:cxn ang="0">
                  <a:pos x="132" y="132"/>
                </a:cxn>
                <a:cxn ang="0">
                  <a:pos x="132" y="132"/>
                </a:cxn>
              </a:cxnLst>
              <a:rect l="0" t="0" r="0" b="0"/>
              <a:pathLst>
                <a:path w="132" h="132">
                  <a:moveTo>
                    <a:pt x="132" y="132"/>
                  </a:moveTo>
                  <a:lnTo>
                    <a:pt x="0" y="0"/>
                  </a:lnTo>
                  <a:lnTo>
                    <a:pt x="132" y="132"/>
                  </a:lnTo>
                  <a:close/>
                </a:path>
              </a:pathLst>
            </a:custGeom>
            <a:solidFill>
              <a:srgbClr val="FF9999"/>
            </a:solidFill>
            <a:ln w="9525">
              <a:noFill/>
            </a:ln>
          </p:spPr>
          <p:txBody>
            <a:bodyPr/>
            <a:lstStyle/>
            <a:p>
              <a:endParaRPr lang="en-US"/>
            </a:p>
          </p:txBody>
        </p:sp>
        <p:sp>
          <p:nvSpPr>
            <p:cNvPr id="16406" name="任意多边形 13333"/>
            <p:cNvSpPr/>
            <p:nvPr/>
          </p:nvSpPr>
          <p:spPr>
            <a:xfrm>
              <a:off x="3112" y="0"/>
              <a:ext cx="2514" cy="2534"/>
            </a:xfrm>
            <a:custGeom>
              <a:avLst/>
              <a:gdLst/>
              <a:ahLst/>
              <a:cxnLst>
                <a:cxn ang="0">
                  <a:pos x="0" y="0"/>
                </a:cxn>
                <a:cxn ang="0">
                  <a:pos x="2511" y="2532"/>
                </a:cxn>
                <a:cxn ang="0">
                  <a:pos x="2511" y="2532"/>
                </a:cxn>
                <a:cxn ang="0">
                  <a:pos x="66" y="0"/>
                </a:cxn>
                <a:cxn ang="0">
                  <a:pos x="0" y="0"/>
                </a:cxn>
                <a:cxn ang="0">
                  <a:pos x="0" y="0"/>
                </a:cxn>
              </a:cxnLst>
              <a:rect l="0" t="0" r="0" b="0"/>
              <a:pathLst>
                <a:path w="2517" h="2536">
                  <a:moveTo>
                    <a:pt x="0" y="0"/>
                  </a:moveTo>
                  <a:lnTo>
                    <a:pt x="2517" y="2536"/>
                  </a:lnTo>
                  <a:lnTo>
                    <a:pt x="66" y="0"/>
                  </a:lnTo>
                  <a:lnTo>
                    <a:pt x="0" y="0"/>
                  </a:lnTo>
                  <a:close/>
                </a:path>
              </a:pathLst>
            </a:custGeom>
            <a:gradFill rotWithShape="0">
              <a:gsLst>
                <a:gs pos="0">
                  <a:srgbClr val="00004F"/>
                </a:gs>
                <a:gs pos="100000">
                  <a:schemeClr val="bg1"/>
                </a:gs>
              </a:gsLst>
              <a:lin ang="2700000" scaled="1"/>
              <a:tileRect/>
            </a:gradFill>
            <a:ln w="9525">
              <a:noFill/>
            </a:ln>
          </p:spPr>
          <p:txBody>
            <a:bodyPr/>
            <a:lstStyle/>
            <a:p>
              <a:endParaRPr lang="en-US"/>
            </a:p>
          </p:txBody>
        </p:sp>
        <p:sp>
          <p:nvSpPr>
            <p:cNvPr id="16407" name="任意多边形 13334"/>
            <p:cNvSpPr/>
            <p:nvPr/>
          </p:nvSpPr>
          <p:spPr>
            <a:xfrm>
              <a:off x="3488" y="0"/>
              <a:ext cx="2198" cy="2480"/>
            </a:xfrm>
            <a:custGeom>
              <a:avLst/>
              <a:gdLst/>
              <a:ahLst/>
              <a:cxnLst>
                <a:cxn ang="0">
                  <a:pos x="0" y="0"/>
                </a:cxn>
                <a:cxn ang="0">
                  <a:pos x="2184" y="2478"/>
                </a:cxn>
                <a:cxn ang="0">
                  <a:pos x="2196" y="2472"/>
                </a:cxn>
                <a:cxn ang="0">
                  <a:pos x="317" y="0"/>
                </a:cxn>
                <a:cxn ang="0">
                  <a:pos x="0" y="0"/>
                </a:cxn>
                <a:cxn ang="0">
                  <a:pos x="0" y="0"/>
                </a:cxn>
              </a:cxnLst>
              <a:rect l="0" t="0" r="0" b="0"/>
              <a:pathLst>
                <a:path w="2200" h="2482">
                  <a:moveTo>
                    <a:pt x="0" y="0"/>
                  </a:moveTo>
                  <a:lnTo>
                    <a:pt x="2188" y="2482"/>
                  </a:lnTo>
                  <a:lnTo>
                    <a:pt x="2200" y="2476"/>
                  </a:lnTo>
                  <a:lnTo>
                    <a:pt x="317" y="0"/>
                  </a:lnTo>
                  <a:lnTo>
                    <a:pt x="0" y="0"/>
                  </a:lnTo>
                  <a:close/>
                </a:path>
              </a:pathLst>
            </a:custGeom>
            <a:gradFill rotWithShape="0">
              <a:gsLst>
                <a:gs pos="0">
                  <a:srgbClr val="000065"/>
                </a:gs>
                <a:gs pos="100000">
                  <a:schemeClr val="bg2"/>
                </a:gs>
              </a:gsLst>
              <a:lin ang="5400000" scaled="1"/>
              <a:tileRect/>
            </a:gradFill>
            <a:ln w="9525">
              <a:noFill/>
            </a:ln>
          </p:spPr>
          <p:txBody>
            <a:bodyPr/>
            <a:lstStyle/>
            <a:p>
              <a:endParaRPr lang="en-US"/>
            </a:p>
          </p:txBody>
        </p:sp>
        <p:sp>
          <p:nvSpPr>
            <p:cNvPr id="16408" name="任意多边形 13335"/>
            <p:cNvSpPr/>
            <p:nvPr/>
          </p:nvSpPr>
          <p:spPr>
            <a:xfrm>
              <a:off x="5674" y="2474"/>
              <a:ext cx="84" cy="96"/>
            </a:xfrm>
            <a:custGeom>
              <a:avLst/>
              <a:gdLst/>
              <a:ahLst/>
              <a:cxnLst>
                <a:cxn ang="0">
                  <a:pos x="84" y="96"/>
                </a:cxn>
                <a:cxn ang="0">
                  <a:pos x="84" y="90"/>
                </a:cxn>
                <a:cxn ang="0">
                  <a:pos x="12" y="0"/>
                </a:cxn>
                <a:cxn ang="0">
                  <a:pos x="0" y="6"/>
                </a:cxn>
                <a:cxn ang="0">
                  <a:pos x="84" y="96"/>
                </a:cxn>
                <a:cxn ang="0">
                  <a:pos x="84" y="96"/>
                </a:cxn>
              </a:cxnLst>
              <a:rect l="0" t="0" r="0" b="0"/>
              <a:pathLst>
                <a:path w="84" h="96">
                  <a:moveTo>
                    <a:pt x="84" y="96"/>
                  </a:moveTo>
                  <a:lnTo>
                    <a:pt x="84" y="90"/>
                  </a:lnTo>
                  <a:lnTo>
                    <a:pt x="12" y="0"/>
                  </a:lnTo>
                  <a:lnTo>
                    <a:pt x="0" y="6"/>
                  </a:lnTo>
                  <a:lnTo>
                    <a:pt x="84" y="96"/>
                  </a:lnTo>
                  <a:close/>
                </a:path>
              </a:pathLst>
            </a:custGeom>
            <a:gradFill rotWithShape="0">
              <a:gsLst>
                <a:gs pos="0">
                  <a:schemeClr val="bg1"/>
                </a:gs>
                <a:gs pos="100000">
                  <a:srgbClr val="1717A2"/>
                </a:gs>
              </a:gsLst>
              <a:lin ang="2700000" scaled="1"/>
              <a:tileRect/>
            </a:gradFill>
            <a:ln w="9525">
              <a:noFill/>
            </a:ln>
          </p:spPr>
          <p:txBody>
            <a:bodyPr/>
            <a:lstStyle/>
            <a:p>
              <a:endParaRPr lang="en-US"/>
            </a:p>
          </p:txBody>
        </p:sp>
        <p:sp>
          <p:nvSpPr>
            <p:cNvPr id="16409" name="任意多边形 13336"/>
            <p:cNvSpPr/>
            <p:nvPr/>
          </p:nvSpPr>
          <p:spPr>
            <a:xfrm>
              <a:off x="5603" y="850"/>
              <a:ext cx="155" cy="516"/>
            </a:xfrm>
            <a:custGeom>
              <a:avLst/>
              <a:gdLst/>
              <a:ahLst/>
              <a:cxnLst>
                <a:cxn ang="0">
                  <a:pos x="155" y="516"/>
                </a:cxn>
                <a:cxn ang="0">
                  <a:pos x="155" y="204"/>
                </a:cxn>
                <a:cxn ang="0">
                  <a:pos x="77" y="0"/>
                </a:cxn>
                <a:cxn ang="0">
                  <a:pos x="0" y="192"/>
                </a:cxn>
                <a:cxn ang="0">
                  <a:pos x="155" y="516"/>
                </a:cxn>
                <a:cxn ang="0">
                  <a:pos x="155" y="516"/>
                </a:cxn>
              </a:cxnLst>
              <a:rect l="0" t="0" r="0" b="0"/>
              <a:pathLst>
                <a:path w="155" h="516">
                  <a:moveTo>
                    <a:pt x="155" y="516"/>
                  </a:moveTo>
                  <a:lnTo>
                    <a:pt x="155" y="204"/>
                  </a:lnTo>
                  <a:lnTo>
                    <a:pt x="77" y="0"/>
                  </a:lnTo>
                  <a:lnTo>
                    <a:pt x="0" y="192"/>
                  </a:lnTo>
                  <a:lnTo>
                    <a:pt x="155" y="516"/>
                  </a:lnTo>
                  <a:close/>
                </a:path>
              </a:pathLst>
            </a:custGeom>
            <a:solidFill>
              <a:schemeClr val="bg2"/>
            </a:solidFill>
            <a:ln w="9525">
              <a:noFill/>
            </a:ln>
          </p:spPr>
          <p:txBody>
            <a:bodyPr/>
            <a:lstStyle/>
            <a:p>
              <a:endParaRPr lang="en-US"/>
            </a:p>
          </p:txBody>
        </p:sp>
        <p:sp>
          <p:nvSpPr>
            <p:cNvPr id="16410" name="任意多边形 13337"/>
            <p:cNvSpPr/>
            <p:nvPr/>
          </p:nvSpPr>
          <p:spPr>
            <a:xfrm>
              <a:off x="5107" y="0"/>
              <a:ext cx="573" cy="1042"/>
            </a:xfrm>
            <a:custGeom>
              <a:avLst/>
              <a:gdLst/>
              <a:ahLst/>
              <a:cxnLst>
                <a:cxn ang="0">
                  <a:pos x="0" y="0"/>
                </a:cxn>
                <a:cxn ang="0">
                  <a:pos x="495" y="1041"/>
                </a:cxn>
                <a:cxn ang="0">
                  <a:pos x="572" y="849"/>
                </a:cxn>
                <a:cxn ang="0">
                  <a:pos x="251" y="0"/>
                </a:cxn>
                <a:cxn ang="0">
                  <a:pos x="0" y="0"/>
                </a:cxn>
                <a:cxn ang="0">
                  <a:pos x="0" y="0"/>
                </a:cxn>
              </a:cxnLst>
              <a:rect l="0" t="0" r="0" b="0"/>
              <a:pathLst>
                <a:path w="574" h="1043">
                  <a:moveTo>
                    <a:pt x="0" y="0"/>
                  </a:moveTo>
                  <a:lnTo>
                    <a:pt x="497" y="1043"/>
                  </a:lnTo>
                  <a:lnTo>
                    <a:pt x="574" y="851"/>
                  </a:lnTo>
                  <a:lnTo>
                    <a:pt x="251" y="0"/>
                  </a:lnTo>
                  <a:lnTo>
                    <a:pt x="0" y="0"/>
                  </a:lnTo>
                  <a:close/>
                </a:path>
              </a:pathLst>
            </a:custGeom>
            <a:gradFill rotWithShape="0">
              <a:gsLst>
                <a:gs pos="0">
                  <a:srgbClr val="000055"/>
                </a:gs>
                <a:gs pos="100000">
                  <a:schemeClr val="bg2"/>
                </a:gs>
              </a:gsLst>
              <a:lin ang="5400000" scaled="1"/>
              <a:tileRect/>
            </a:gradFill>
            <a:ln w="9525">
              <a:noFill/>
            </a:ln>
          </p:spPr>
          <p:txBody>
            <a:bodyPr/>
            <a:lstStyle/>
            <a:p>
              <a:endParaRPr lang="en-US"/>
            </a:p>
          </p:txBody>
        </p:sp>
        <p:sp>
          <p:nvSpPr>
            <p:cNvPr id="16411" name="任意多边形 13338"/>
            <p:cNvSpPr/>
            <p:nvPr/>
          </p:nvSpPr>
          <p:spPr>
            <a:xfrm>
              <a:off x="5411" y="0"/>
              <a:ext cx="341" cy="796"/>
            </a:xfrm>
            <a:custGeom>
              <a:avLst/>
              <a:gdLst/>
              <a:ahLst/>
              <a:cxnLst>
                <a:cxn ang="0">
                  <a:pos x="144" y="0"/>
                </a:cxn>
                <a:cxn ang="0">
                  <a:pos x="0" y="0"/>
                </a:cxn>
                <a:cxn ang="0">
                  <a:pos x="287" y="795"/>
                </a:cxn>
                <a:cxn ang="0">
                  <a:pos x="341" y="651"/>
                </a:cxn>
                <a:cxn ang="0">
                  <a:pos x="144" y="0"/>
                </a:cxn>
                <a:cxn ang="0">
                  <a:pos x="144" y="0"/>
                </a:cxn>
              </a:cxnLst>
              <a:rect l="0" t="0" r="0" b="0"/>
              <a:pathLst>
                <a:path w="341" h="797">
                  <a:moveTo>
                    <a:pt x="144" y="0"/>
                  </a:moveTo>
                  <a:lnTo>
                    <a:pt x="0" y="0"/>
                  </a:lnTo>
                  <a:lnTo>
                    <a:pt x="287" y="797"/>
                  </a:lnTo>
                  <a:lnTo>
                    <a:pt x="341" y="653"/>
                  </a:lnTo>
                  <a:lnTo>
                    <a:pt x="144" y="0"/>
                  </a:lnTo>
                  <a:close/>
                </a:path>
              </a:pathLst>
            </a:custGeom>
            <a:gradFill rotWithShape="0">
              <a:gsLst>
                <a:gs pos="0">
                  <a:srgbClr val="000059"/>
                </a:gs>
                <a:gs pos="100000">
                  <a:schemeClr val="bg2"/>
                </a:gs>
              </a:gsLst>
              <a:lin ang="5400000" scaled="1"/>
              <a:tileRect/>
            </a:gradFill>
            <a:ln w="9525">
              <a:noFill/>
            </a:ln>
          </p:spPr>
          <p:txBody>
            <a:bodyPr/>
            <a:lstStyle/>
            <a:p>
              <a:endParaRPr lang="en-US"/>
            </a:p>
          </p:txBody>
        </p:sp>
        <p:sp>
          <p:nvSpPr>
            <p:cNvPr id="16412" name="任意多边形 13339"/>
            <p:cNvSpPr/>
            <p:nvPr/>
          </p:nvSpPr>
          <p:spPr>
            <a:xfrm>
              <a:off x="5698" y="653"/>
              <a:ext cx="60" cy="311"/>
            </a:xfrm>
            <a:custGeom>
              <a:avLst/>
              <a:gdLst/>
              <a:ahLst/>
              <a:cxnLst>
                <a:cxn ang="0">
                  <a:pos x="0" y="144"/>
                </a:cxn>
                <a:cxn ang="0">
                  <a:pos x="60" y="310"/>
                </a:cxn>
                <a:cxn ang="0">
                  <a:pos x="60" y="6"/>
                </a:cxn>
                <a:cxn ang="0">
                  <a:pos x="54" y="0"/>
                </a:cxn>
                <a:cxn ang="0">
                  <a:pos x="0" y="144"/>
                </a:cxn>
                <a:cxn ang="0">
                  <a:pos x="0" y="144"/>
                </a:cxn>
              </a:cxnLst>
              <a:rect l="0" t="0" r="0" b="0"/>
              <a:pathLst>
                <a:path w="60" h="312">
                  <a:moveTo>
                    <a:pt x="0" y="144"/>
                  </a:moveTo>
                  <a:lnTo>
                    <a:pt x="60" y="312"/>
                  </a:lnTo>
                  <a:lnTo>
                    <a:pt x="60" y="6"/>
                  </a:lnTo>
                  <a:lnTo>
                    <a:pt x="54" y="0"/>
                  </a:lnTo>
                  <a:lnTo>
                    <a:pt x="0" y="144"/>
                  </a:lnTo>
                  <a:close/>
                </a:path>
              </a:pathLst>
            </a:custGeom>
            <a:solidFill>
              <a:schemeClr val="bg2"/>
            </a:solidFill>
            <a:ln w="9525">
              <a:noFill/>
            </a:ln>
          </p:spPr>
          <p:txBody>
            <a:bodyPr/>
            <a:lstStyle/>
            <a:p>
              <a:endParaRPr lang="en-US"/>
            </a:p>
          </p:txBody>
        </p:sp>
        <p:sp>
          <p:nvSpPr>
            <p:cNvPr id="16413" name="任意多边形 13340"/>
            <p:cNvSpPr/>
            <p:nvPr/>
          </p:nvSpPr>
          <p:spPr>
            <a:xfrm>
              <a:off x="2" y="1601"/>
              <a:ext cx="5752" cy="1864"/>
            </a:xfrm>
            <a:custGeom>
              <a:avLst/>
              <a:gdLst/>
              <a:ahLst/>
              <a:cxnLst>
                <a:cxn ang="0">
                  <a:pos x="0" y="371"/>
                </a:cxn>
                <a:cxn ang="0">
                  <a:pos x="5764" y="1864"/>
                </a:cxn>
                <a:cxn ang="0">
                  <a:pos x="5764" y="1834"/>
                </a:cxn>
                <a:cxn ang="0">
                  <a:pos x="0" y="0"/>
                </a:cxn>
                <a:cxn ang="0">
                  <a:pos x="0" y="371"/>
                </a:cxn>
                <a:cxn ang="0">
                  <a:pos x="0" y="371"/>
                </a:cxn>
              </a:cxnLst>
              <a:rect l="0" t="0" r="0" b="0"/>
              <a:pathLst>
                <a:path w="5740" h="1864">
                  <a:moveTo>
                    <a:pt x="0" y="371"/>
                  </a:moveTo>
                  <a:lnTo>
                    <a:pt x="5740" y="1864"/>
                  </a:lnTo>
                  <a:lnTo>
                    <a:pt x="5740" y="1834"/>
                  </a:lnTo>
                  <a:lnTo>
                    <a:pt x="0" y="0"/>
                  </a:lnTo>
                  <a:lnTo>
                    <a:pt x="0" y="371"/>
                  </a:lnTo>
                  <a:close/>
                </a:path>
              </a:pathLst>
            </a:custGeom>
            <a:gradFill rotWithShape="0">
              <a:gsLst>
                <a:gs pos="0">
                  <a:srgbClr val="000061"/>
                </a:gs>
                <a:gs pos="100000">
                  <a:schemeClr val="bg1"/>
                </a:gs>
              </a:gsLst>
              <a:lin ang="2700000" scaled="1"/>
              <a:tileRect/>
            </a:gradFill>
            <a:ln w="9525">
              <a:noFill/>
            </a:ln>
          </p:spPr>
          <p:txBody>
            <a:bodyPr/>
            <a:lstStyle/>
            <a:p>
              <a:endParaRPr lang="en-US"/>
            </a:p>
          </p:txBody>
        </p:sp>
        <p:sp>
          <p:nvSpPr>
            <p:cNvPr id="16414" name="任意多边形 13341"/>
            <p:cNvSpPr/>
            <p:nvPr/>
          </p:nvSpPr>
          <p:spPr>
            <a:xfrm>
              <a:off x="5754" y="3483"/>
              <a:ext cx="6" cy="6"/>
            </a:xfrm>
            <a:custGeom>
              <a:avLst/>
              <a:gdLst/>
              <a:ahLst/>
              <a:cxnLst>
                <a:cxn ang="0">
                  <a:pos x="6" y="6"/>
                </a:cxn>
                <a:cxn ang="0">
                  <a:pos x="0" y="0"/>
                </a:cxn>
                <a:cxn ang="0">
                  <a:pos x="0" y="6"/>
                </a:cxn>
                <a:cxn ang="0">
                  <a:pos x="6" y="6"/>
                </a:cxn>
                <a:cxn ang="0">
                  <a:pos x="6" y="6"/>
                </a:cxn>
              </a:cxnLst>
              <a:rect l="0" t="0" r="0" b="0"/>
              <a:pathLst>
                <a:path w="6" h="6">
                  <a:moveTo>
                    <a:pt x="6" y="6"/>
                  </a:moveTo>
                  <a:lnTo>
                    <a:pt x="0" y="0"/>
                  </a:lnTo>
                  <a:lnTo>
                    <a:pt x="0" y="6"/>
                  </a:lnTo>
                  <a:lnTo>
                    <a:pt x="6" y="6"/>
                  </a:lnTo>
                  <a:close/>
                </a:path>
              </a:pathLst>
            </a:custGeom>
            <a:solidFill>
              <a:srgbClr val="18FF00"/>
            </a:solidFill>
            <a:ln w="9525">
              <a:noFill/>
            </a:ln>
          </p:spPr>
          <p:txBody>
            <a:bodyPr/>
            <a:lstStyle/>
            <a:p>
              <a:endParaRPr lang="en-US"/>
            </a:p>
          </p:txBody>
        </p:sp>
        <p:sp>
          <p:nvSpPr>
            <p:cNvPr id="16415" name="任意多边形 13342"/>
            <p:cNvSpPr/>
            <p:nvPr/>
          </p:nvSpPr>
          <p:spPr>
            <a:xfrm>
              <a:off x="2" y="2152"/>
              <a:ext cx="5752" cy="1337"/>
            </a:xfrm>
            <a:custGeom>
              <a:avLst/>
              <a:gdLst/>
              <a:ahLst/>
              <a:cxnLst>
                <a:cxn ang="0">
                  <a:pos x="0" y="366"/>
                </a:cxn>
                <a:cxn ang="0">
                  <a:pos x="5764" y="1337"/>
                </a:cxn>
                <a:cxn ang="0">
                  <a:pos x="5764" y="1331"/>
                </a:cxn>
                <a:cxn ang="0">
                  <a:pos x="0" y="0"/>
                </a:cxn>
                <a:cxn ang="0">
                  <a:pos x="0" y="366"/>
                </a:cxn>
                <a:cxn ang="0">
                  <a:pos x="0" y="366"/>
                </a:cxn>
              </a:cxnLst>
              <a:rect l="0" t="0" r="0" b="0"/>
              <a:pathLst>
                <a:path w="5740" h="1337">
                  <a:moveTo>
                    <a:pt x="0" y="366"/>
                  </a:moveTo>
                  <a:lnTo>
                    <a:pt x="5740" y="1337"/>
                  </a:lnTo>
                  <a:lnTo>
                    <a:pt x="5740" y="1331"/>
                  </a:lnTo>
                  <a:lnTo>
                    <a:pt x="0" y="0"/>
                  </a:lnTo>
                  <a:lnTo>
                    <a:pt x="0" y="366"/>
                  </a:lnTo>
                  <a:close/>
                </a:path>
              </a:pathLst>
            </a:custGeom>
            <a:gradFill rotWithShape="0">
              <a:gsLst>
                <a:gs pos="0">
                  <a:srgbClr val="00005D"/>
                </a:gs>
                <a:gs pos="100000">
                  <a:schemeClr val="bg1"/>
                </a:gs>
              </a:gsLst>
              <a:lin ang="2700000" scaled="1"/>
              <a:tileRect/>
            </a:gradFill>
            <a:ln w="9525">
              <a:noFill/>
            </a:ln>
          </p:spPr>
          <p:txBody>
            <a:bodyPr/>
            <a:lstStyle/>
            <a:p>
              <a:endParaRPr lang="en-US"/>
            </a:p>
          </p:txBody>
        </p:sp>
        <p:sp>
          <p:nvSpPr>
            <p:cNvPr id="16416" name="任意多边形 13343"/>
            <p:cNvSpPr/>
            <p:nvPr/>
          </p:nvSpPr>
          <p:spPr>
            <a:xfrm>
              <a:off x="2" y="3177"/>
              <a:ext cx="5752" cy="414"/>
            </a:xfrm>
            <a:custGeom>
              <a:avLst/>
              <a:gdLst/>
              <a:ahLst/>
              <a:cxnLst>
                <a:cxn ang="0">
                  <a:pos x="0" y="48"/>
                </a:cxn>
                <a:cxn ang="0">
                  <a:pos x="5764" y="414"/>
                </a:cxn>
                <a:cxn ang="0">
                  <a:pos x="5764" y="402"/>
                </a:cxn>
                <a:cxn ang="0">
                  <a:pos x="0" y="0"/>
                </a:cxn>
                <a:cxn ang="0">
                  <a:pos x="0" y="48"/>
                </a:cxn>
                <a:cxn ang="0">
                  <a:pos x="0" y="48"/>
                </a:cxn>
              </a:cxnLst>
              <a:rect l="0" t="0" r="0" b="0"/>
              <a:pathLst>
                <a:path w="5740" h="414">
                  <a:moveTo>
                    <a:pt x="0" y="48"/>
                  </a:moveTo>
                  <a:lnTo>
                    <a:pt x="5740" y="414"/>
                  </a:lnTo>
                  <a:lnTo>
                    <a:pt x="5740" y="402"/>
                  </a:lnTo>
                  <a:lnTo>
                    <a:pt x="0" y="0"/>
                  </a:lnTo>
                  <a:lnTo>
                    <a:pt x="0" y="48"/>
                  </a:lnTo>
                  <a:close/>
                </a:path>
              </a:pathLst>
            </a:custGeom>
            <a:gradFill rotWithShape="0">
              <a:gsLst>
                <a:gs pos="0">
                  <a:srgbClr val="000082"/>
                </a:gs>
                <a:gs pos="100000">
                  <a:schemeClr val="bg1"/>
                </a:gs>
              </a:gsLst>
              <a:lin ang="0" scaled="1"/>
              <a:tileRect/>
            </a:gradFill>
            <a:ln w="9525">
              <a:noFill/>
            </a:ln>
          </p:spPr>
          <p:txBody>
            <a:bodyPr/>
            <a:lstStyle/>
            <a:p>
              <a:endParaRPr lang="en-US"/>
            </a:p>
          </p:txBody>
        </p:sp>
        <p:sp>
          <p:nvSpPr>
            <p:cNvPr id="16417" name="任意多边形 13344"/>
            <p:cNvSpPr/>
            <p:nvPr/>
          </p:nvSpPr>
          <p:spPr>
            <a:xfrm>
              <a:off x="1297" y="0"/>
              <a:ext cx="4457" cy="3177"/>
            </a:xfrm>
            <a:custGeom>
              <a:avLst/>
              <a:gdLst/>
              <a:ahLst/>
              <a:cxnLst>
                <a:cxn ang="0">
                  <a:pos x="0" y="0"/>
                </a:cxn>
                <a:cxn ang="0">
                  <a:pos x="4466" y="3177"/>
                </a:cxn>
                <a:cxn ang="0">
                  <a:pos x="4466" y="3153"/>
                </a:cxn>
                <a:cxn ang="0">
                  <a:pos x="125" y="0"/>
                </a:cxn>
                <a:cxn ang="0">
                  <a:pos x="0" y="0"/>
                </a:cxn>
                <a:cxn ang="0">
                  <a:pos x="0" y="0"/>
                </a:cxn>
              </a:cxnLst>
              <a:rect l="0" t="0" r="0" b="0"/>
              <a:pathLst>
                <a:path w="4448" h="3177">
                  <a:moveTo>
                    <a:pt x="0" y="0"/>
                  </a:moveTo>
                  <a:lnTo>
                    <a:pt x="4448" y="3177"/>
                  </a:lnTo>
                  <a:lnTo>
                    <a:pt x="4448" y="3153"/>
                  </a:lnTo>
                  <a:lnTo>
                    <a:pt x="125" y="0"/>
                  </a:lnTo>
                  <a:lnTo>
                    <a:pt x="0" y="0"/>
                  </a:lnTo>
                  <a:close/>
                </a:path>
              </a:pathLst>
            </a:custGeom>
            <a:gradFill rotWithShape="0">
              <a:gsLst>
                <a:gs pos="0">
                  <a:srgbClr val="00004A"/>
                </a:gs>
                <a:gs pos="100000">
                  <a:schemeClr val="bg1"/>
                </a:gs>
              </a:gsLst>
              <a:lin ang="2700000" scaled="1"/>
              <a:tileRect/>
            </a:gradFill>
            <a:ln w="9525">
              <a:noFill/>
            </a:ln>
          </p:spPr>
          <p:txBody>
            <a:bodyPr/>
            <a:lstStyle/>
            <a:p>
              <a:endParaRPr lang="en-US"/>
            </a:p>
          </p:txBody>
        </p:sp>
        <p:sp>
          <p:nvSpPr>
            <p:cNvPr id="16418" name="任意多边形 13345"/>
            <p:cNvSpPr/>
            <p:nvPr/>
          </p:nvSpPr>
          <p:spPr>
            <a:xfrm>
              <a:off x="3321" y="0"/>
              <a:ext cx="2433" cy="2614"/>
            </a:xfrm>
            <a:custGeom>
              <a:avLst/>
              <a:gdLst/>
              <a:ahLst/>
              <a:cxnLst>
                <a:cxn ang="0">
                  <a:pos x="0" y="0"/>
                </a:cxn>
                <a:cxn ang="0">
                  <a:pos x="2438" y="2614"/>
                </a:cxn>
                <a:cxn ang="0">
                  <a:pos x="2438" y="2608"/>
                </a:cxn>
                <a:cxn ang="0">
                  <a:pos x="66" y="0"/>
                </a:cxn>
                <a:cxn ang="0">
                  <a:pos x="0" y="0"/>
                </a:cxn>
                <a:cxn ang="0">
                  <a:pos x="0" y="0"/>
                </a:cxn>
              </a:cxnLst>
              <a:rect l="0" t="0" r="0" b="0"/>
              <a:pathLst>
                <a:path w="2428" h="2614">
                  <a:moveTo>
                    <a:pt x="0" y="0"/>
                  </a:moveTo>
                  <a:lnTo>
                    <a:pt x="2428" y="2614"/>
                  </a:lnTo>
                  <a:lnTo>
                    <a:pt x="2428" y="2608"/>
                  </a:lnTo>
                  <a:lnTo>
                    <a:pt x="66" y="0"/>
                  </a:lnTo>
                  <a:lnTo>
                    <a:pt x="0" y="0"/>
                  </a:lnTo>
                  <a:close/>
                </a:path>
              </a:pathLst>
            </a:custGeom>
            <a:gradFill rotWithShape="0">
              <a:gsLst>
                <a:gs pos="0">
                  <a:srgbClr val="000082"/>
                </a:gs>
                <a:gs pos="100000">
                  <a:schemeClr val="bg1"/>
                </a:gs>
              </a:gsLst>
              <a:lin ang="2700000" scaled="1"/>
              <a:tileRect/>
            </a:gradFill>
            <a:ln w="9525">
              <a:noFill/>
            </a:ln>
          </p:spPr>
          <p:txBody>
            <a:bodyPr/>
            <a:lstStyle/>
            <a:p>
              <a:endParaRPr lang="en-US"/>
            </a:p>
          </p:txBody>
        </p:sp>
        <p:sp>
          <p:nvSpPr>
            <p:cNvPr id="16419" name="任意多边形 13346"/>
            <p:cNvSpPr/>
            <p:nvPr/>
          </p:nvSpPr>
          <p:spPr>
            <a:xfrm>
              <a:off x="3950" y="0"/>
              <a:ext cx="1804" cy="2464"/>
            </a:xfrm>
            <a:custGeom>
              <a:avLst/>
              <a:gdLst/>
              <a:ahLst/>
              <a:cxnLst>
                <a:cxn ang="0">
                  <a:pos x="487" y="0"/>
                </a:cxn>
                <a:cxn ang="0">
                  <a:pos x="0" y="0"/>
                </a:cxn>
                <a:cxn ang="0">
                  <a:pos x="1808" y="2464"/>
                </a:cxn>
                <a:cxn ang="0">
                  <a:pos x="1808" y="2248"/>
                </a:cxn>
                <a:cxn ang="0">
                  <a:pos x="1802" y="2248"/>
                </a:cxn>
                <a:cxn ang="0">
                  <a:pos x="487" y="0"/>
                </a:cxn>
                <a:cxn ang="0">
                  <a:pos x="487" y="0"/>
                </a:cxn>
              </a:cxnLst>
              <a:rect l="0" t="0" r="0" b="0"/>
              <a:pathLst>
                <a:path w="1800" h="2464">
                  <a:moveTo>
                    <a:pt x="485" y="0"/>
                  </a:moveTo>
                  <a:lnTo>
                    <a:pt x="0" y="0"/>
                  </a:lnTo>
                  <a:lnTo>
                    <a:pt x="1800" y="2464"/>
                  </a:lnTo>
                  <a:lnTo>
                    <a:pt x="1800" y="2248"/>
                  </a:lnTo>
                  <a:lnTo>
                    <a:pt x="1794" y="2248"/>
                  </a:lnTo>
                  <a:lnTo>
                    <a:pt x="485" y="0"/>
                  </a:lnTo>
                  <a:close/>
                </a:path>
              </a:pathLst>
            </a:custGeom>
            <a:gradFill rotWithShape="0">
              <a:gsLst>
                <a:gs pos="0">
                  <a:srgbClr val="000065"/>
                </a:gs>
                <a:gs pos="100000">
                  <a:schemeClr val="bg2"/>
                </a:gs>
              </a:gsLst>
              <a:lin ang="5400000" scaled="1"/>
              <a:tileRect/>
            </a:gradFill>
            <a:ln w="9525">
              <a:noFill/>
            </a:ln>
          </p:spPr>
          <p:txBody>
            <a:bodyPr/>
            <a:lstStyle/>
            <a:p>
              <a:endParaRPr lang="en-US"/>
            </a:p>
          </p:txBody>
        </p:sp>
        <p:sp>
          <p:nvSpPr>
            <p:cNvPr id="16420" name="任意多边形 13347"/>
            <p:cNvSpPr/>
            <p:nvPr/>
          </p:nvSpPr>
          <p:spPr>
            <a:xfrm>
              <a:off x="4519" y="0"/>
              <a:ext cx="1235" cy="2074"/>
            </a:xfrm>
            <a:custGeom>
              <a:avLst/>
              <a:gdLst/>
              <a:ahLst/>
              <a:cxnLst>
                <a:cxn ang="0">
                  <a:pos x="0" y="0"/>
                </a:cxn>
                <a:cxn ang="0">
                  <a:pos x="1238" y="2074"/>
                </a:cxn>
                <a:cxn ang="0">
                  <a:pos x="1238" y="2038"/>
                </a:cxn>
                <a:cxn ang="0">
                  <a:pos x="42" y="0"/>
                </a:cxn>
                <a:cxn ang="0">
                  <a:pos x="0" y="0"/>
                </a:cxn>
                <a:cxn ang="0">
                  <a:pos x="0" y="0"/>
                </a:cxn>
              </a:cxnLst>
              <a:rect l="0" t="0" r="0" b="0"/>
              <a:pathLst>
                <a:path w="1232" h="2074">
                  <a:moveTo>
                    <a:pt x="0" y="0"/>
                  </a:moveTo>
                  <a:lnTo>
                    <a:pt x="1232" y="2074"/>
                  </a:lnTo>
                  <a:lnTo>
                    <a:pt x="1232" y="2038"/>
                  </a:lnTo>
                  <a:lnTo>
                    <a:pt x="42" y="0"/>
                  </a:lnTo>
                  <a:lnTo>
                    <a:pt x="0" y="0"/>
                  </a:lnTo>
                  <a:close/>
                </a:path>
              </a:pathLst>
            </a:custGeom>
            <a:gradFill rotWithShape="0">
              <a:gsLst>
                <a:gs pos="0">
                  <a:srgbClr val="000058"/>
                </a:gs>
                <a:gs pos="100000">
                  <a:schemeClr val="bg1"/>
                </a:gs>
              </a:gsLst>
              <a:lin ang="2700000" scaled="1"/>
              <a:tileRect/>
            </a:gradFill>
            <a:ln w="9525">
              <a:noFill/>
            </a:ln>
          </p:spPr>
          <p:txBody>
            <a:bodyPr/>
            <a:lstStyle/>
            <a:p>
              <a:endParaRPr lang="en-US"/>
            </a:p>
          </p:txBody>
        </p:sp>
        <p:sp>
          <p:nvSpPr>
            <p:cNvPr id="16421" name="任意多边形 13348"/>
            <p:cNvSpPr/>
            <p:nvPr/>
          </p:nvSpPr>
          <p:spPr>
            <a:xfrm>
              <a:off x="4694" y="0"/>
              <a:ext cx="1060" cy="1936"/>
            </a:xfrm>
            <a:custGeom>
              <a:avLst/>
              <a:gdLst/>
              <a:ahLst/>
              <a:cxnLst>
                <a:cxn ang="0">
                  <a:pos x="0" y="0"/>
                </a:cxn>
                <a:cxn ang="0">
                  <a:pos x="1062" y="1936"/>
                </a:cxn>
                <a:cxn ang="0">
                  <a:pos x="1062" y="1930"/>
                </a:cxn>
                <a:cxn ang="0">
                  <a:pos x="54" y="0"/>
                </a:cxn>
                <a:cxn ang="0">
                  <a:pos x="0" y="0"/>
                </a:cxn>
                <a:cxn ang="0">
                  <a:pos x="0" y="0"/>
                </a:cxn>
              </a:cxnLst>
              <a:rect l="0" t="0" r="0" b="0"/>
              <a:pathLst>
                <a:path w="1058" h="1936">
                  <a:moveTo>
                    <a:pt x="0" y="0"/>
                  </a:moveTo>
                  <a:lnTo>
                    <a:pt x="1058" y="1936"/>
                  </a:lnTo>
                  <a:lnTo>
                    <a:pt x="1058" y="1930"/>
                  </a:lnTo>
                  <a:lnTo>
                    <a:pt x="54" y="0"/>
                  </a:lnTo>
                  <a:lnTo>
                    <a:pt x="0" y="0"/>
                  </a:lnTo>
                  <a:close/>
                </a:path>
              </a:pathLst>
            </a:custGeom>
            <a:gradFill rotWithShape="0">
              <a:gsLst>
                <a:gs pos="0">
                  <a:srgbClr val="00006F"/>
                </a:gs>
                <a:gs pos="100000">
                  <a:schemeClr val="bg1"/>
                </a:gs>
              </a:gsLst>
              <a:lin ang="2700000" scaled="1"/>
              <a:tileRect/>
            </a:gradFill>
            <a:ln w="9525">
              <a:noFill/>
            </a:ln>
          </p:spPr>
          <p:txBody>
            <a:bodyPr/>
            <a:lstStyle/>
            <a:p>
              <a:endParaRPr lang="en-US"/>
            </a:p>
          </p:txBody>
        </p:sp>
        <p:sp>
          <p:nvSpPr>
            <p:cNvPr id="16422" name="任意多边形 13349"/>
            <p:cNvSpPr/>
            <p:nvPr/>
          </p:nvSpPr>
          <p:spPr>
            <a:xfrm>
              <a:off x="4981" y="0"/>
              <a:ext cx="773" cy="1487"/>
            </a:xfrm>
            <a:custGeom>
              <a:avLst/>
              <a:gdLst/>
              <a:ahLst/>
              <a:cxnLst>
                <a:cxn ang="0">
                  <a:pos x="775" y="1433"/>
                </a:cxn>
                <a:cxn ang="0">
                  <a:pos x="42" y="0"/>
                </a:cxn>
                <a:cxn ang="0">
                  <a:pos x="0" y="0"/>
                </a:cxn>
                <a:cxn ang="0">
                  <a:pos x="775" y="1487"/>
                </a:cxn>
                <a:cxn ang="0">
                  <a:pos x="775" y="1433"/>
                </a:cxn>
                <a:cxn ang="0">
                  <a:pos x="775" y="1433"/>
                </a:cxn>
              </a:cxnLst>
              <a:rect l="0" t="0" r="0" b="0"/>
              <a:pathLst>
                <a:path w="771" h="1487">
                  <a:moveTo>
                    <a:pt x="771" y="1433"/>
                  </a:moveTo>
                  <a:lnTo>
                    <a:pt x="42" y="0"/>
                  </a:lnTo>
                  <a:lnTo>
                    <a:pt x="0" y="0"/>
                  </a:lnTo>
                  <a:lnTo>
                    <a:pt x="771" y="1487"/>
                  </a:lnTo>
                  <a:lnTo>
                    <a:pt x="771" y="1433"/>
                  </a:lnTo>
                  <a:close/>
                </a:path>
              </a:pathLst>
            </a:custGeom>
            <a:gradFill rotWithShape="0">
              <a:gsLst>
                <a:gs pos="0">
                  <a:srgbClr val="000079"/>
                </a:gs>
                <a:gs pos="100000">
                  <a:schemeClr val="bg1"/>
                </a:gs>
              </a:gsLst>
              <a:lin ang="2700000" scaled="1"/>
              <a:tileRect/>
            </a:gradFill>
            <a:ln w="9525">
              <a:noFill/>
            </a:ln>
          </p:spPr>
          <p:txBody>
            <a:bodyPr/>
            <a:lstStyle/>
            <a:p>
              <a:endParaRPr lang="en-US"/>
            </a:p>
          </p:txBody>
        </p:sp>
        <p:grpSp>
          <p:nvGrpSpPr>
            <p:cNvPr id="16423" name="组合 13350"/>
            <p:cNvGrpSpPr/>
            <p:nvPr userDrawn="1"/>
          </p:nvGrpSpPr>
          <p:grpSpPr>
            <a:xfrm>
              <a:off x="0" y="1632"/>
              <a:ext cx="5758" cy="1858"/>
              <a:chOff x="0" y="0"/>
              <a:chExt cx="5758" cy="1858"/>
            </a:xfrm>
          </p:grpSpPr>
          <p:sp>
            <p:nvSpPr>
              <p:cNvPr id="16424" name="任意多边形 13351"/>
              <p:cNvSpPr/>
              <p:nvPr/>
            </p:nvSpPr>
            <p:spPr>
              <a:xfrm>
                <a:off x="0" y="0"/>
                <a:ext cx="3670" cy="1313"/>
              </a:xfrm>
              <a:custGeom>
                <a:avLst/>
                <a:gdLst/>
                <a:ahLst/>
                <a:cxnLst>
                  <a:cxn ang="0">
                    <a:pos x="0" y="0"/>
                  </a:cxn>
                  <a:cxn ang="0">
                    <a:pos x="0" y="366"/>
                  </a:cxn>
                  <a:cxn ang="0">
                    <a:pos x="3657" y="1313"/>
                  </a:cxn>
                  <a:cxn ang="0">
                    <a:pos x="3669" y="1235"/>
                  </a:cxn>
                  <a:cxn ang="0">
                    <a:pos x="3681" y="1163"/>
                  </a:cxn>
                  <a:cxn ang="0">
                    <a:pos x="0" y="0"/>
                  </a:cxn>
                  <a:cxn ang="0">
                    <a:pos x="0" y="0"/>
                  </a:cxn>
                </a:cxnLst>
                <a:rect l="0" t="0" r="0" b="0"/>
                <a:pathLst>
                  <a:path w="3659" h="1313">
                    <a:moveTo>
                      <a:pt x="0" y="0"/>
                    </a:moveTo>
                    <a:lnTo>
                      <a:pt x="0" y="366"/>
                    </a:lnTo>
                    <a:lnTo>
                      <a:pt x="3635" y="1313"/>
                    </a:lnTo>
                    <a:lnTo>
                      <a:pt x="3647" y="1235"/>
                    </a:lnTo>
                    <a:lnTo>
                      <a:pt x="3659" y="1163"/>
                    </a:lnTo>
                    <a:lnTo>
                      <a:pt x="0" y="0"/>
                    </a:lnTo>
                    <a:close/>
                  </a:path>
                </a:pathLst>
              </a:custGeom>
              <a:gradFill rotWithShape="0">
                <a:gsLst>
                  <a:gs pos="0">
                    <a:srgbClr val="00006F"/>
                  </a:gs>
                  <a:gs pos="100000">
                    <a:schemeClr val="bg1"/>
                  </a:gs>
                </a:gsLst>
                <a:lin ang="0" scaled="1"/>
                <a:tileRect/>
              </a:gradFill>
              <a:ln w="9525">
                <a:noFill/>
              </a:ln>
            </p:spPr>
            <p:txBody>
              <a:bodyPr/>
              <a:lstStyle/>
              <a:p>
                <a:endParaRPr lang="en-US"/>
              </a:p>
            </p:txBody>
          </p:sp>
          <p:sp>
            <p:nvSpPr>
              <p:cNvPr id="16425" name="任意多边形 13352"/>
              <p:cNvSpPr/>
              <p:nvPr/>
            </p:nvSpPr>
            <p:spPr>
              <a:xfrm>
                <a:off x="3646" y="1163"/>
                <a:ext cx="2112" cy="695"/>
              </a:xfrm>
              <a:custGeom>
                <a:avLst/>
                <a:gdLst/>
                <a:ahLst/>
                <a:cxnLst>
                  <a:cxn ang="0">
                    <a:pos x="2119" y="665"/>
                  </a:cxn>
                  <a:cxn ang="0">
                    <a:pos x="24" y="0"/>
                  </a:cxn>
                  <a:cxn ang="0">
                    <a:pos x="12" y="72"/>
                  </a:cxn>
                  <a:cxn ang="0">
                    <a:pos x="0" y="150"/>
                  </a:cxn>
                  <a:cxn ang="0">
                    <a:pos x="2119" y="695"/>
                  </a:cxn>
                  <a:cxn ang="0">
                    <a:pos x="2119" y="665"/>
                  </a:cxn>
                  <a:cxn ang="0">
                    <a:pos x="2119" y="665"/>
                  </a:cxn>
                </a:cxnLst>
                <a:rect l="0" t="0" r="0" b="0"/>
                <a:pathLst>
                  <a:path w="2105" h="695">
                    <a:moveTo>
                      <a:pt x="2105" y="665"/>
                    </a:moveTo>
                    <a:lnTo>
                      <a:pt x="24" y="0"/>
                    </a:lnTo>
                    <a:lnTo>
                      <a:pt x="12" y="72"/>
                    </a:lnTo>
                    <a:lnTo>
                      <a:pt x="0" y="150"/>
                    </a:lnTo>
                    <a:lnTo>
                      <a:pt x="2105" y="695"/>
                    </a:lnTo>
                    <a:lnTo>
                      <a:pt x="2105" y="665"/>
                    </a:lnTo>
                    <a:close/>
                  </a:path>
                </a:pathLst>
              </a:custGeom>
              <a:gradFill rotWithShape="0">
                <a:gsLst>
                  <a:gs pos="0">
                    <a:schemeClr val="bg1"/>
                  </a:gs>
                  <a:gs pos="100000">
                    <a:srgbClr val="1717A2"/>
                  </a:gs>
                </a:gsLst>
                <a:lin ang="0" scaled="1"/>
                <a:tileRect/>
              </a:gradFill>
              <a:ln w="9525">
                <a:noFill/>
              </a:ln>
            </p:spPr>
            <p:txBody>
              <a:bodyPr/>
              <a:lstStyle/>
              <a:p>
                <a:endParaRPr lang="en-US"/>
              </a:p>
            </p:txBody>
          </p:sp>
        </p:grpSp>
      </p:grpSp>
      <p:sp>
        <p:nvSpPr>
          <p:cNvPr id="13354" name="标题 13353"/>
          <p:cNvSpPr>
            <a:spLocks noGrp="1"/>
          </p:cNvSpPr>
          <p:nvPr>
            <p:ph type="ctrTitle" sz="quarter"/>
          </p:nvPr>
        </p:nvSpPr>
        <p:spPr>
          <a:xfrm>
            <a:off x="457200" y="1200360"/>
            <a:ext cx="8229600" cy="1371840"/>
          </a:xfrm>
          <a:prstGeom prst="rect">
            <a:avLst/>
          </a:prstGeom>
          <a:noFill/>
          <a:ln w="9525">
            <a:noFill/>
            <a:miter/>
          </a:ln>
        </p:spPr>
        <p:txBody>
          <a:bodyPr/>
          <a:lstStyle>
            <a:lvl1pPr lvl="0">
              <a:defRPr sz="3600" kern="1200"/>
            </a:lvl1pPr>
          </a:lstStyle>
          <a:p>
            <a:pPr lvl="0" fontAlgn="base"/>
            <a:r>
              <a:rPr lang="zh-CN" altLang="en-US" strike="noStrike" noProof="1"/>
              <a:t>单击此处编辑母版标题样式</a:t>
            </a:r>
            <a:endParaRPr lang="zh-CN" altLang="en-US" strike="noStrike" noProof="1"/>
          </a:p>
        </p:txBody>
      </p:sp>
      <p:sp>
        <p:nvSpPr>
          <p:cNvPr id="13355" name="副标题 13354"/>
          <p:cNvSpPr>
            <a:spLocks noGrp="1"/>
          </p:cNvSpPr>
          <p:nvPr>
            <p:ph type="subTitle" sz="quarter" idx="1"/>
          </p:nvPr>
        </p:nvSpPr>
        <p:spPr>
          <a:xfrm>
            <a:off x="1371600" y="2915160"/>
            <a:ext cx="6400800" cy="1314680"/>
          </a:xfrm>
          <a:prstGeom prst="rect">
            <a:avLst/>
          </a:prstGeom>
          <a:noFill/>
          <a:ln w="9525">
            <a:noFill/>
            <a:miter/>
          </a:ln>
        </p:spPr>
        <p:txBody>
          <a:bodyPr anchor="t"/>
          <a:lstStyle>
            <a:lvl1pPr marL="0" lvl="0" indent="0" algn="ctr">
              <a:buNone/>
              <a:defRPr sz="2700" kern="1200"/>
            </a:lvl1pPr>
            <a:lvl2pPr marL="342900" lvl="1" indent="-342900" algn="ctr">
              <a:buNone/>
              <a:defRPr sz="2700" kern="1200"/>
            </a:lvl2pPr>
            <a:lvl3pPr marL="685800" lvl="2" indent="-685800" algn="ctr">
              <a:buNone/>
              <a:defRPr sz="2700" kern="1200"/>
            </a:lvl3pPr>
            <a:lvl4pPr marL="1028700" lvl="3" indent="-1028700" algn="ctr">
              <a:buNone/>
              <a:defRPr sz="2700" kern="1200"/>
            </a:lvl4pPr>
            <a:lvl5pPr marL="1371600" lvl="4" indent="-1371600" algn="ctr">
              <a:buNone/>
              <a:defRPr sz="2700" kern="1200"/>
            </a:lvl5pPr>
          </a:lstStyle>
          <a:p>
            <a:pPr lvl="0" fontAlgn="base"/>
            <a:r>
              <a:rPr lang="zh-CN" altLang="en-US" strike="noStrike" noProof="1"/>
              <a:t>单击此处编辑母版副标题样式</a:t>
            </a:r>
            <a:endParaRPr lang="zh-CN" altLang="en-US" strike="noStrike" noProof="1"/>
          </a:p>
        </p:txBody>
      </p:sp>
      <p:sp>
        <p:nvSpPr>
          <p:cNvPr id="87" name="日期占位符 13355"/>
          <p:cNvSpPr>
            <a:spLocks noGrp="1"/>
          </p:cNvSpPr>
          <p:nvPr>
            <p:ph type="dt" sz="quarter" idx="2"/>
          </p:nvPr>
        </p:nvSpPr>
        <p:spPr>
          <a:xfrm>
            <a:off x="457200" y="4683125"/>
            <a:ext cx="2133600" cy="342900"/>
          </a:xfrm>
          <a:prstGeom prst="rect">
            <a:avLst/>
          </a:prstGeom>
          <a:noFill/>
          <a:ln w="9525">
            <a:noFill/>
            <a:miter/>
          </a:ln>
        </p:spPr>
        <p:txBody>
          <a:bodyPr anchor="b"/>
          <a:lstStyle>
            <a:lvl1pPr>
              <a:defRPr dirty="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88" name="页脚占位符 13356"/>
          <p:cNvSpPr>
            <a:spLocks noGrp="1"/>
          </p:cNvSpPr>
          <p:nvPr>
            <p:ph type="ftr" sz="quarter" idx="3"/>
          </p:nvPr>
        </p:nvSpPr>
        <p:spPr>
          <a:xfrm>
            <a:off x="3124200" y="4687888"/>
            <a:ext cx="2895600" cy="342900"/>
          </a:xfrm>
          <a:prstGeom prst="rect">
            <a:avLst/>
          </a:prstGeom>
          <a:noFill/>
          <a:ln w="9525">
            <a:noFill/>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9" name="灯片编号占位符 13357"/>
          <p:cNvSpPr>
            <a:spLocks noGrp="1"/>
          </p:cNvSpPr>
          <p:nvPr>
            <p:ph type="sldNum" sz="quarter" idx="4"/>
          </p:nvPr>
        </p:nvSpPr>
        <p:spPr>
          <a:xfrm>
            <a:off x="6553200" y="4683125"/>
            <a:ext cx="2133600" cy="342900"/>
          </a:xfrm>
          <a:prstGeom prst="rect">
            <a:avLst/>
          </a:prstGeom>
          <a:noFill/>
          <a:ln w="9525">
            <a:noFill/>
            <a:miter/>
          </a:ln>
        </p:spPr>
        <p:txBody>
          <a:bodyPr vert="horz" wrap="square" lIns="91440" tIns="45720" rIns="91440" bIns="45720" numCol="1" anchor="b" anchorCtr="0" compatLnSpc="1"/>
          <a:lstStyle/>
          <a:p>
            <a:pPr algn="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z="3375"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z="1350"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z="1575"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z="1575"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Slide Number Placeholder 8"/>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Slide Number Placeholder 4"/>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Slide Number Placeholder 3"/>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z="1575" strike="noStrike" noProof="1" smtClean="0"/>
              <a:t>第二级</a:t>
            </a:r>
            <a:endParaRPr lang="zh-CN" altLang="en-US" strike="noStrike" noProof="1" smtClean="0"/>
          </a:p>
          <a:p>
            <a:pPr lvl="2" fontAlgn="base"/>
            <a:r>
              <a:rPr lang="zh-CN" altLang="en-US" sz="1350" strike="noStrike" noProof="1" smtClean="0"/>
              <a:t>第三级</a:t>
            </a:r>
            <a:endParaRPr lang="zh-CN" altLang="en-US" strike="noStrike" noProof="1" smtClean="0"/>
          </a:p>
          <a:p>
            <a:pPr lvl="3" fontAlgn="base"/>
            <a:r>
              <a:rPr lang="zh-CN" altLang="en-US" sz="1125" strike="noStrike" noProof="1" smtClean="0"/>
              <a:t>第四级</a:t>
            </a:r>
            <a:endParaRPr lang="zh-CN" altLang="en-US" strike="noStrike" noProof="1" smtClean="0"/>
          </a:p>
          <a:p>
            <a:pPr lvl="4" fontAlgn="base"/>
            <a:r>
              <a:rPr lang="zh-CN" altLang="en-US" sz="1125"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marL="0" marR="0" lvl="0" indent="0" algn="l" defTabSz="914400" rtl="0" eaLnBrk="0" fontAlgn="base" latinLnBrk="0" hangingPunct="0">
              <a:lnSpc>
                <a:spcPct val="100000"/>
              </a:lnSpc>
              <a:spcBef>
                <a:spcPct val="20000"/>
              </a:spcBef>
              <a:spcAft>
                <a:spcPct val="0"/>
              </a:spcAft>
              <a:buClr>
                <a:schemeClr val="hlink"/>
              </a:buClr>
              <a:buSzPct val="90000"/>
              <a:buFont typeface="Wingdings" panose="05000000000000000000" pitchFamily="2" charset="2"/>
              <a:buNone/>
              <a:defRPr/>
            </a:pPr>
            <a:endParaRPr kumimoji="0" lang="zh-CN" altLang="en-US" sz="2400" b="0" i="0" u="none" strike="noStrike" kern="1200" cap="none" spc="0" normalizeH="0" baseline="0" noProof="1">
              <a:ln>
                <a:noFill/>
              </a:ln>
              <a:solidFill>
                <a:schemeClr val="tx1"/>
              </a:solidFill>
              <a:effectLst>
                <a:outerShdw blurRad="38100" dist="38100" dir="2700000">
                  <a:srgbClr val="C0C0C0"/>
                </a:outerShdw>
              </a:effectLst>
              <a:uLnTx/>
              <a:uFillTx/>
              <a:latin typeface="+mn-lt"/>
              <a:ea typeface="+mn-ea"/>
              <a:cs typeface="+mn-cs"/>
            </a:endParaRPr>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z="1125"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8396"/>
            <a:ext cx="2057400" cy="4390602"/>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8396"/>
            <a:ext cx="6052930" cy="4390602"/>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17410" name="组合 15361"/>
          <p:cNvGrpSpPr/>
          <p:nvPr/>
        </p:nvGrpSpPr>
        <p:grpSpPr>
          <a:xfrm>
            <a:off x="0" y="0"/>
            <a:ext cx="9140825" cy="5138738"/>
            <a:chOff x="0" y="0"/>
            <a:chExt cx="5758" cy="4315"/>
          </a:xfrm>
        </p:grpSpPr>
        <p:grpSp>
          <p:nvGrpSpPr>
            <p:cNvPr id="17411" name="组合 15362"/>
            <p:cNvGrpSpPr/>
            <p:nvPr userDrawn="1"/>
          </p:nvGrpSpPr>
          <p:grpSpPr>
            <a:xfrm>
              <a:off x="1728" y="2230"/>
              <a:ext cx="4027" cy="2085"/>
              <a:chOff x="0" y="0"/>
              <a:chExt cx="4027" cy="2085"/>
            </a:xfrm>
          </p:grpSpPr>
          <p:sp>
            <p:nvSpPr>
              <p:cNvPr id="17412" name="任意多边形 15363"/>
              <p:cNvSpPr/>
              <p:nvPr/>
            </p:nvSpPr>
            <p:spPr>
              <a:xfrm>
                <a:off x="0" y="414"/>
                <a:ext cx="2882" cy="1671"/>
              </a:xfrm>
              <a:custGeom>
                <a:avLst/>
                <a:gdLst/>
                <a:ahLst/>
                <a:cxnLst>
                  <a:cxn ang="0">
                    <a:pos x="2740" y="528"/>
                  </a:cxn>
                  <a:cxn ang="0">
                    <a:pos x="2632" y="484"/>
                  </a:cxn>
                  <a:cxn ang="0">
                    <a:pos x="2480" y="424"/>
                  </a:cxn>
                  <a:cxn ang="0">
                    <a:pos x="2203" y="343"/>
                  </a:cxn>
                  <a:cxn ang="0">
                    <a:pos x="1970" y="277"/>
                  </a:cxn>
                  <a:cxn ang="0">
                    <a:pos x="1807" y="212"/>
                  </a:cxn>
                  <a:cxn ang="0">
                    <a:pos x="1693" y="152"/>
                  </a:cxn>
                  <a:cxn ang="0">
                    <a:pos x="1628" y="103"/>
                  </a:cxn>
                  <a:cxn ang="0">
                    <a:pos x="1590" y="60"/>
                  </a:cxn>
                  <a:cxn ang="0">
                    <a:pos x="1579" y="27"/>
                  </a:cxn>
                  <a:cxn ang="0">
                    <a:pos x="1585" y="0"/>
                  </a:cxn>
                  <a:cxn ang="0">
                    <a:pos x="1557" y="49"/>
                  </a:cxn>
                  <a:cxn ang="0">
                    <a:pos x="1568" y="98"/>
                  </a:cxn>
                  <a:cxn ang="0">
                    <a:pos x="1617" y="141"/>
                  </a:cxn>
                  <a:cxn ang="0">
                    <a:pos x="1688" y="185"/>
                  </a:cxn>
                  <a:cxn ang="0">
                    <a:pos x="1791" y="228"/>
                  </a:cxn>
                  <a:cxn ang="0">
                    <a:pos x="2040" y="310"/>
                  </a:cxn>
                  <a:cxn ang="0">
                    <a:pos x="2285" y="381"/>
                  </a:cxn>
                  <a:cxn ang="0">
                    <a:pos x="2464" y="435"/>
                  </a:cxn>
                  <a:cxn ang="0">
                    <a:pos x="2605" y="484"/>
                  </a:cxn>
                  <a:cxn ang="0">
                    <a:pos x="2708" y="528"/>
                  </a:cxn>
                  <a:cxn ang="0">
                    <a:pos x="2768" y="560"/>
                  </a:cxn>
                  <a:cxn ang="0">
                    <a:pos x="2795" y="593"/>
                  </a:cxn>
                  <a:cxn ang="0">
                    <a:pos x="2795" y="642"/>
                  </a:cxn>
                  <a:cxn ang="0">
                    <a:pos x="2762" y="691"/>
                  </a:cxn>
                  <a:cxn ang="0">
                    <a:pos x="2692" y="735"/>
                  </a:cxn>
                  <a:cxn ang="0">
                    <a:pos x="2589" y="778"/>
                  </a:cxn>
                  <a:cxn ang="0">
                    <a:pos x="2458" y="822"/>
                  </a:cxn>
                  <a:cxn ang="0">
                    <a:pos x="2301" y="865"/>
                  </a:cxn>
                  <a:cxn ang="0">
                    <a:pos x="2030" y="930"/>
                  </a:cxn>
                  <a:cxn ang="0">
                    <a:pos x="1606" y="1034"/>
                  </a:cxn>
                  <a:cxn ang="0">
                    <a:pos x="1145" y="1164"/>
                  </a:cxn>
                  <a:cxn ang="0">
                    <a:pos x="673" y="1328"/>
                  </a:cxn>
                  <a:cxn ang="0">
                    <a:pos x="217" y="1545"/>
                  </a:cxn>
                  <a:cxn ang="0">
                    <a:pos x="353" y="1671"/>
                  </a:cxn>
                  <a:cxn ang="0">
                    <a:pos x="754" y="1469"/>
                  </a:cxn>
                  <a:cxn ang="0">
                    <a:pos x="1145" y="1311"/>
                  </a:cxn>
                  <a:cxn ang="0">
                    <a:pos x="1519" y="1186"/>
                  </a:cxn>
                  <a:cxn ang="0">
                    <a:pos x="1861" y="1083"/>
                  </a:cxn>
                  <a:cxn ang="0">
                    <a:pos x="2165" y="1007"/>
                  </a:cxn>
                  <a:cxn ang="0">
                    <a:pos x="2426" y="947"/>
                  </a:cxn>
                  <a:cxn ang="0">
                    <a:pos x="2626" y="892"/>
                  </a:cxn>
                  <a:cxn ang="0">
                    <a:pos x="2762" y="838"/>
                  </a:cxn>
                  <a:cxn ang="0">
                    <a:pos x="2827" y="794"/>
                  </a:cxn>
                  <a:cxn ang="0">
                    <a:pos x="2865" y="745"/>
                  </a:cxn>
                  <a:cxn ang="0">
                    <a:pos x="2882" y="702"/>
                  </a:cxn>
                  <a:cxn ang="0">
                    <a:pos x="2854" y="620"/>
                  </a:cxn>
                  <a:cxn ang="0">
                    <a:pos x="2800" y="560"/>
                  </a:cxn>
                  <a:cxn ang="0">
                    <a:pos x="2773" y="544"/>
                  </a:cxn>
                </a:cxnLst>
                <a:rect l="0" t="0" r="0" b="0"/>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close/>
                  </a:path>
                </a:pathLst>
              </a:custGeom>
              <a:gradFill rotWithShape="0">
                <a:gsLst>
                  <a:gs pos="0">
                    <a:schemeClr val="bg1"/>
                  </a:gs>
                  <a:gs pos="100000">
                    <a:srgbClr val="002E8B"/>
                  </a:gs>
                </a:gsLst>
                <a:lin ang="0" scaled="1"/>
                <a:tileRect/>
              </a:gradFill>
              <a:ln w="9525">
                <a:noFill/>
              </a:ln>
            </p:spPr>
            <p:txBody>
              <a:bodyPr/>
              <a:lstStyle/>
              <a:p>
                <a:endParaRPr lang="en-US"/>
              </a:p>
            </p:txBody>
          </p:sp>
          <p:sp>
            <p:nvSpPr>
              <p:cNvPr id="17413" name="任意多边形 15364"/>
              <p:cNvSpPr/>
              <p:nvPr/>
            </p:nvSpPr>
            <p:spPr>
              <a:xfrm>
                <a:off x="2442" y="441"/>
                <a:ext cx="1259" cy="811"/>
              </a:xfrm>
              <a:custGeom>
                <a:avLst/>
                <a:gdLst/>
                <a:ahLst/>
                <a:cxnLst>
                  <a:cxn ang="0">
                    <a:pos x="1259" y="615"/>
                  </a:cxn>
                  <a:cxn ang="0">
                    <a:pos x="1248" y="588"/>
                  </a:cxn>
                  <a:cxn ang="0">
                    <a:pos x="1237" y="566"/>
                  </a:cxn>
                  <a:cxn ang="0">
                    <a:pos x="1216" y="539"/>
                  </a:cxn>
                  <a:cxn ang="0">
                    <a:pos x="1188" y="517"/>
                  </a:cxn>
                  <a:cxn ang="0">
                    <a:pos x="1123" y="479"/>
                  </a:cxn>
                  <a:cxn ang="0">
                    <a:pos x="1042" y="441"/>
                  </a:cxn>
                  <a:cxn ang="0">
                    <a:pos x="944" y="408"/>
                  </a:cxn>
                  <a:cxn ang="0">
                    <a:pos x="841" y="381"/>
                  </a:cxn>
                  <a:cxn ang="0">
                    <a:pos x="727" y="348"/>
                  </a:cxn>
                  <a:cxn ang="0">
                    <a:pos x="613" y="321"/>
                  </a:cxn>
                  <a:cxn ang="0">
                    <a:pos x="499" y="294"/>
                  </a:cxn>
                  <a:cxn ang="0">
                    <a:pos x="391" y="261"/>
                  </a:cxn>
                  <a:cxn ang="0">
                    <a:pos x="288" y="229"/>
                  </a:cxn>
                  <a:cxn ang="0">
                    <a:pos x="195" y="196"/>
                  </a:cxn>
                  <a:cxn ang="0">
                    <a:pos x="119" y="152"/>
                  </a:cxn>
                  <a:cxn ang="0">
                    <a:pos x="54" y="109"/>
                  </a:cxn>
                  <a:cxn ang="0">
                    <a:pos x="33" y="87"/>
                  </a:cxn>
                  <a:cxn ang="0">
                    <a:pos x="16" y="60"/>
                  </a:cxn>
                  <a:cxn ang="0">
                    <a:pos x="5" y="33"/>
                  </a:cxn>
                  <a:cxn ang="0">
                    <a:pos x="0" y="0"/>
                  </a:cxn>
                  <a:cxn ang="0">
                    <a:pos x="0" y="6"/>
                  </a:cxn>
                  <a:cxn ang="0">
                    <a:pos x="0" y="11"/>
                  </a:cxn>
                  <a:cxn ang="0">
                    <a:pos x="0" y="38"/>
                  </a:cxn>
                  <a:cxn ang="0">
                    <a:pos x="5" y="60"/>
                  </a:cxn>
                  <a:cxn ang="0">
                    <a:pos x="16" y="87"/>
                  </a:cxn>
                  <a:cxn ang="0">
                    <a:pos x="33" y="114"/>
                  </a:cxn>
                  <a:cxn ang="0">
                    <a:pos x="54" y="142"/>
                  </a:cxn>
                  <a:cxn ang="0">
                    <a:pos x="87" y="174"/>
                  </a:cxn>
                  <a:cxn ang="0">
                    <a:pos x="125" y="207"/>
                  </a:cxn>
                  <a:cxn ang="0">
                    <a:pos x="179" y="240"/>
                  </a:cxn>
                  <a:cxn ang="0">
                    <a:pos x="244" y="278"/>
                  </a:cxn>
                  <a:cxn ang="0">
                    <a:pos x="326" y="310"/>
                  </a:cxn>
                  <a:cxn ang="0">
                    <a:pos x="418" y="348"/>
                  </a:cxn>
                  <a:cxn ang="0">
                    <a:pos x="526" y="381"/>
                  </a:cxn>
                  <a:cxn ang="0">
                    <a:pos x="657" y="414"/>
                  </a:cxn>
                  <a:cxn ang="0">
                    <a:pos x="749" y="435"/>
                  </a:cxn>
                  <a:cxn ang="0">
                    <a:pos x="830" y="463"/>
                  </a:cxn>
                  <a:cxn ang="0">
                    <a:pos x="901" y="490"/>
                  </a:cxn>
                  <a:cxn ang="0">
                    <a:pos x="966" y="512"/>
                  </a:cxn>
                  <a:cxn ang="0">
                    <a:pos x="1015" y="539"/>
                  </a:cxn>
                  <a:cxn ang="0">
                    <a:pos x="1053" y="566"/>
                  </a:cxn>
                  <a:cxn ang="0">
                    <a:pos x="1080" y="593"/>
                  </a:cxn>
                  <a:cxn ang="0">
                    <a:pos x="1102" y="620"/>
                  </a:cxn>
                  <a:cxn ang="0">
                    <a:pos x="1112" y="648"/>
                  </a:cxn>
                  <a:cxn ang="0">
                    <a:pos x="1118" y="675"/>
                  </a:cxn>
                  <a:cxn ang="0">
                    <a:pos x="1112" y="697"/>
                  </a:cxn>
                  <a:cxn ang="0">
                    <a:pos x="1096" y="724"/>
                  </a:cxn>
                  <a:cxn ang="0">
                    <a:pos x="1080" y="746"/>
                  </a:cxn>
                  <a:cxn ang="0">
                    <a:pos x="1053" y="767"/>
                  </a:cxn>
                  <a:cxn ang="0">
                    <a:pos x="1015" y="789"/>
                  </a:cxn>
                  <a:cxn ang="0">
                    <a:pos x="977" y="811"/>
                  </a:cxn>
                  <a:cxn ang="0">
                    <a:pos x="1047" y="789"/>
                  </a:cxn>
                  <a:cxn ang="0">
                    <a:pos x="1107" y="767"/>
                  </a:cxn>
                  <a:cxn ang="0">
                    <a:pos x="1156" y="746"/>
                  </a:cxn>
                  <a:cxn ang="0">
                    <a:pos x="1199" y="724"/>
                  </a:cxn>
                  <a:cxn ang="0">
                    <a:pos x="1226" y="702"/>
                  </a:cxn>
                  <a:cxn ang="0">
                    <a:pos x="1248" y="675"/>
                  </a:cxn>
                  <a:cxn ang="0">
                    <a:pos x="1259" y="648"/>
                  </a:cxn>
                  <a:cxn ang="0">
                    <a:pos x="1259" y="615"/>
                  </a:cxn>
                  <a:cxn ang="0">
                    <a:pos x="1259" y="615"/>
                  </a:cxn>
                </a:cxnLst>
                <a:rect l="0" t="0" r="0" b="0"/>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close/>
                  </a:path>
                </a:pathLst>
              </a:custGeom>
              <a:gradFill rotWithShape="0">
                <a:gsLst>
                  <a:gs pos="0">
                    <a:schemeClr val="bg1"/>
                  </a:gs>
                  <a:gs pos="100000">
                    <a:srgbClr val="002E8B"/>
                  </a:gs>
                </a:gsLst>
                <a:lin ang="2700000" scaled="1"/>
                <a:tileRect/>
              </a:gradFill>
              <a:ln w="9525">
                <a:noFill/>
              </a:ln>
            </p:spPr>
            <p:txBody>
              <a:bodyPr/>
              <a:lstStyle/>
              <a:p>
                <a:endParaRPr lang="en-US"/>
              </a:p>
            </p:txBody>
          </p:sp>
          <p:sp>
            <p:nvSpPr>
              <p:cNvPr id="17414" name="任意多边形 15365"/>
              <p:cNvSpPr/>
              <p:nvPr/>
            </p:nvSpPr>
            <p:spPr>
              <a:xfrm>
                <a:off x="1172" y="1116"/>
                <a:ext cx="2849" cy="969"/>
              </a:xfrm>
              <a:custGeom>
                <a:avLst/>
                <a:gdLst/>
                <a:ahLst/>
                <a:cxnLst>
                  <a:cxn ang="0">
                    <a:pos x="92" y="958"/>
                  </a:cxn>
                  <a:cxn ang="0">
                    <a:pos x="0" y="969"/>
                  </a:cxn>
                  <a:cxn ang="0">
                    <a:pos x="391" y="969"/>
                  </a:cxn>
                  <a:cxn ang="0">
                    <a:pos x="434" y="947"/>
                  </a:cxn>
                  <a:cxn ang="0">
                    <a:pos x="483" y="914"/>
                  </a:cxn>
                  <a:cxn ang="0">
                    <a:pos x="554" y="876"/>
                  </a:cxn>
                  <a:cxn ang="0">
                    <a:pos x="635" y="838"/>
                  </a:cxn>
                  <a:cxn ang="0">
                    <a:pos x="727" y="794"/>
                  </a:cxn>
                  <a:cxn ang="0">
                    <a:pos x="836" y="745"/>
                  </a:cxn>
                  <a:cxn ang="0">
                    <a:pos x="961" y="696"/>
                  </a:cxn>
                  <a:cxn ang="0">
                    <a:pos x="1102" y="642"/>
                  </a:cxn>
                  <a:cxn ang="0">
                    <a:pos x="1259" y="582"/>
                  </a:cxn>
                  <a:cxn ang="0">
                    <a:pos x="1433" y="522"/>
                  </a:cxn>
                  <a:cxn ang="0">
                    <a:pos x="1623" y="462"/>
                  </a:cxn>
                  <a:cxn ang="0">
                    <a:pos x="1829" y="403"/>
                  </a:cxn>
                  <a:cxn ang="0">
                    <a:pos x="2057" y="343"/>
                  </a:cxn>
                  <a:cxn ang="0">
                    <a:pos x="2301" y="283"/>
                  </a:cxn>
                  <a:cxn ang="0">
                    <a:pos x="2567" y="223"/>
                  </a:cxn>
                  <a:cxn ang="0">
                    <a:pos x="2849" y="163"/>
                  </a:cxn>
                  <a:cxn ang="0">
                    <a:pos x="2849" y="0"/>
                  </a:cxn>
                  <a:cxn ang="0">
                    <a:pos x="2817" y="16"/>
                  </a:cxn>
                  <a:cxn ang="0">
                    <a:pos x="2773" y="33"/>
                  </a:cxn>
                  <a:cxn ang="0">
                    <a:pos x="2719" y="54"/>
                  </a:cxn>
                  <a:cxn ang="0">
                    <a:pos x="2648" y="76"/>
                  </a:cxn>
                  <a:cxn ang="0">
                    <a:pos x="2572" y="98"/>
                  </a:cxn>
                  <a:cxn ang="0">
                    <a:pos x="2491" y="120"/>
                  </a:cxn>
                  <a:cxn ang="0">
                    <a:pos x="2399" y="147"/>
                  </a:cxn>
                  <a:cxn ang="0">
                    <a:pos x="2301" y="169"/>
                  </a:cxn>
                  <a:cxn ang="0">
                    <a:pos x="2095" y="223"/>
                  </a:cxn>
                  <a:cxn ang="0">
                    <a:pos x="1889" y="277"/>
                  </a:cxn>
                  <a:cxn ang="0">
                    <a:pos x="1688" y="326"/>
                  </a:cxn>
                  <a:cxn ang="0">
                    <a:pos x="1590" y="354"/>
                  </a:cxn>
                  <a:cxn ang="0">
                    <a:pos x="1503" y="381"/>
                  </a:cxn>
                  <a:cxn ang="0">
                    <a:pos x="1107" y="506"/>
                  </a:cxn>
                  <a:cxn ang="0">
                    <a:pos x="912" y="577"/>
                  </a:cxn>
                  <a:cxn ang="0">
                    <a:pos x="727" y="647"/>
                  </a:cxn>
                  <a:cxn ang="0">
                    <a:pos x="548" y="718"/>
                  </a:cxn>
                  <a:cxn ang="0">
                    <a:pos x="380" y="794"/>
                  </a:cxn>
                  <a:cxn ang="0">
                    <a:pos x="228" y="876"/>
                  </a:cxn>
                  <a:cxn ang="0">
                    <a:pos x="92" y="958"/>
                  </a:cxn>
                  <a:cxn ang="0">
                    <a:pos x="92" y="958"/>
                  </a:cxn>
                </a:cxnLst>
                <a:rect l="0" t="0" r="0" b="0"/>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close/>
                  </a:path>
                </a:pathLst>
              </a:custGeom>
              <a:gradFill rotWithShape="0">
                <a:gsLst>
                  <a:gs pos="0">
                    <a:srgbClr val="002A7D"/>
                  </a:gs>
                  <a:gs pos="100000">
                    <a:schemeClr val="bg1"/>
                  </a:gs>
                </a:gsLst>
                <a:lin ang="5400000" scaled="1"/>
                <a:tileRect/>
              </a:gradFill>
              <a:ln w="9525">
                <a:noFill/>
              </a:ln>
            </p:spPr>
            <p:txBody>
              <a:bodyPr/>
              <a:lstStyle/>
              <a:p>
                <a:endParaRPr lang="en-US"/>
              </a:p>
            </p:txBody>
          </p:sp>
          <p:sp>
            <p:nvSpPr>
              <p:cNvPr id="17415" name="任意多边形 15366"/>
              <p:cNvSpPr/>
              <p:nvPr/>
            </p:nvSpPr>
            <p:spPr>
              <a:xfrm>
                <a:off x="1020" y="0"/>
                <a:ext cx="3007" cy="2085"/>
              </a:xfrm>
              <a:custGeom>
                <a:avLst/>
                <a:gdLst/>
                <a:ahLst/>
                <a:cxnLst>
                  <a:cxn ang="0">
                    <a:pos x="1433" y="474"/>
                  </a:cxn>
                  <a:cxn ang="0">
                    <a:pos x="1460" y="528"/>
                  </a:cxn>
                  <a:cxn ang="0">
                    <a:pos x="1541" y="593"/>
                  </a:cxn>
                  <a:cxn ang="0">
                    <a:pos x="1715" y="670"/>
                  </a:cxn>
                  <a:cxn ang="0">
                    <a:pos x="1927" y="735"/>
                  </a:cxn>
                  <a:cxn ang="0">
                    <a:pos x="2155" y="789"/>
                  </a:cxn>
                  <a:cxn ang="0">
                    <a:pos x="2372" y="849"/>
                  </a:cxn>
                  <a:cxn ang="0">
                    <a:pos x="2551" y="920"/>
                  </a:cxn>
                  <a:cxn ang="0">
                    <a:pos x="2638" y="980"/>
                  </a:cxn>
                  <a:cxn ang="0">
                    <a:pos x="2676" y="1029"/>
                  </a:cxn>
                  <a:cxn ang="0">
                    <a:pos x="2681" y="1083"/>
                  </a:cxn>
                  <a:cxn ang="0">
                    <a:pos x="2665" y="1127"/>
                  </a:cxn>
                  <a:cxn ang="0">
                    <a:pos x="2616" y="1170"/>
                  </a:cxn>
                  <a:cxn ang="0">
                    <a:pos x="2545" y="1208"/>
                  </a:cxn>
                  <a:cxn ang="0">
                    <a:pos x="2448" y="1241"/>
                  </a:cxn>
                  <a:cxn ang="0">
                    <a:pos x="2328" y="1274"/>
                  </a:cxn>
                  <a:cxn ang="0">
                    <a:pos x="2106" y="1328"/>
                  </a:cxn>
                  <a:cxn ang="0">
                    <a:pos x="1742" y="1421"/>
                  </a:cxn>
                  <a:cxn ang="0">
                    <a:pos x="1308" y="1540"/>
                  </a:cxn>
                  <a:cxn ang="0">
                    <a:pos x="820" y="1709"/>
                  </a:cxn>
                  <a:cxn ang="0">
                    <a:pos x="282" y="1943"/>
                  </a:cxn>
                  <a:cxn ang="0">
                    <a:pos x="152" y="2085"/>
                  </a:cxn>
                  <a:cxn ang="0">
                    <a:pos x="386" y="1992"/>
                  </a:cxn>
                  <a:cxn ang="0">
                    <a:pos x="700" y="1834"/>
                  </a:cxn>
                  <a:cxn ang="0">
                    <a:pos x="1064" y="1693"/>
                  </a:cxn>
                  <a:cxn ang="0">
                    <a:pos x="1661" y="1497"/>
                  </a:cxn>
                  <a:cxn ang="0">
                    <a:pos x="1845" y="1442"/>
                  </a:cxn>
                  <a:cxn ang="0">
                    <a:pos x="2252" y="1339"/>
                  </a:cxn>
                  <a:cxn ang="0">
                    <a:pos x="2551" y="1263"/>
                  </a:cxn>
                  <a:cxn ang="0">
                    <a:pos x="2730" y="1214"/>
                  </a:cxn>
                  <a:cxn ang="0">
                    <a:pos x="2876" y="1170"/>
                  </a:cxn>
                  <a:cxn ang="0">
                    <a:pos x="2974" y="1132"/>
                  </a:cxn>
                  <a:cxn ang="0">
                    <a:pos x="3007" y="871"/>
                  </a:cxn>
                  <a:cxn ang="0">
                    <a:pos x="2860" y="844"/>
                  </a:cxn>
                  <a:cxn ang="0">
                    <a:pos x="2670" y="806"/>
                  </a:cxn>
                  <a:cxn ang="0">
                    <a:pos x="2458" y="757"/>
                  </a:cxn>
                  <a:cxn ang="0">
                    <a:pos x="2138" y="670"/>
                  </a:cxn>
                  <a:cxn ang="0">
                    <a:pos x="1959" y="604"/>
                  </a:cxn>
                  <a:cxn ang="0">
                    <a:pos x="1824" y="534"/>
                  </a:cxn>
                  <a:cxn ang="0">
                    <a:pos x="1769" y="474"/>
                  </a:cxn>
                  <a:cxn ang="0">
                    <a:pos x="1753" y="436"/>
                  </a:cxn>
                  <a:cxn ang="0">
                    <a:pos x="1780" y="381"/>
                  </a:cxn>
                  <a:cxn ang="0">
                    <a:pos x="1862" y="316"/>
                  </a:cxn>
                  <a:cxn ang="0">
                    <a:pos x="1986" y="267"/>
                  </a:cxn>
                  <a:cxn ang="0">
                    <a:pos x="2149" y="229"/>
                  </a:cxn>
                  <a:cxn ang="0">
                    <a:pos x="2431" y="180"/>
                  </a:cxn>
                  <a:cxn ang="0">
                    <a:pos x="2827" y="125"/>
                  </a:cxn>
                  <a:cxn ang="0">
                    <a:pos x="3007" y="87"/>
                  </a:cxn>
                  <a:cxn ang="0">
                    <a:pos x="2909" y="22"/>
                  </a:cxn>
                  <a:cxn ang="0">
                    <a:pos x="2676" y="66"/>
                  </a:cxn>
                  <a:cxn ang="0">
                    <a:pos x="2285" y="120"/>
                  </a:cxn>
                  <a:cxn ang="0">
                    <a:pos x="2030" y="158"/>
                  </a:cxn>
                  <a:cxn ang="0">
                    <a:pos x="1791" y="202"/>
                  </a:cxn>
                  <a:cxn ang="0">
                    <a:pos x="1601" y="261"/>
                  </a:cxn>
                  <a:cxn ang="0">
                    <a:pos x="1471" y="338"/>
                  </a:cxn>
                  <a:cxn ang="0">
                    <a:pos x="1438" y="387"/>
                  </a:cxn>
                  <a:cxn ang="0">
                    <a:pos x="1427" y="441"/>
                  </a:cxn>
                </a:cxnLst>
                <a:rect l="0" t="0" r="0" b="0"/>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bg1"/>
              </a:solidFill>
              <a:ln w="9525">
                <a:noFill/>
              </a:ln>
            </p:spPr>
            <p:txBody>
              <a:bodyPr/>
              <a:lstStyle/>
              <a:p>
                <a:endParaRPr lang="en-US"/>
              </a:p>
            </p:txBody>
          </p:sp>
          <p:sp>
            <p:nvSpPr>
              <p:cNvPr id="17416" name="任意多边形 15367"/>
              <p:cNvSpPr/>
              <p:nvPr/>
            </p:nvSpPr>
            <p:spPr>
              <a:xfrm>
                <a:off x="2773" y="87"/>
                <a:ext cx="1248" cy="539"/>
              </a:xfrm>
              <a:custGeom>
                <a:avLst/>
                <a:gdLst/>
                <a:ahLst/>
                <a:cxnLst>
                  <a:cxn ang="0">
                    <a:pos x="0" y="332"/>
                  </a:cxn>
                  <a:cxn ang="0">
                    <a:pos x="0" y="360"/>
                  </a:cxn>
                  <a:cxn ang="0">
                    <a:pos x="5" y="387"/>
                  </a:cxn>
                  <a:cxn ang="0">
                    <a:pos x="27" y="414"/>
                  </a:cxn>
                  <a:cxn ang="0">
                    <a:pos x="54" y="436"/>
                  </a:cxn>
                  <a:cxn ang="0">
                    <a:pos x="92" y="463"/>
                  </a:cxn>
                  <a:cxn ang="0">
                    <a:pos x="141" y="490"/>
                  </a:cxn>
                  <a:cxn ang="0">
                    <a:pos x="195" y="512"/>
                  </a:cxn>
                  <a:cxn ang="0">
                    <a:pos x="255" y="539"/>
                  </a:cxn>
                  <a:cxn ang="0">
                    <a:pos x="212" y="517"/>
                  </a:cxn>
                  <a:cxn ang="0">
                    <a:pos x="179" y="490"/>
                  </a:cxn>
                  <a:cxn ang="0">
                    <a:pos x="157" y="468"/>
                  </a:cxn>
                  <a:cxn ang="0">
                    <a:pos x="141" y="447"/>
                  </a:cxn>
                  <a:cxn ang="0">
                    <a:pos x="136" y="425"/>
                  </a:cxn>
                  <a:cxn ang="0">
                    <a:pos x="136" y="403"/>
                  </a:cxn>
                  <a:cxn ang="0">
                    <a:pos x="141" y="381"/>
                  </a:cxn>
                  <a:cxn ang="0">
                    <a:pos x="157" y="365"/>
                  </a:cxn>
                  <a:cxn ang="0">
                    <a:pos x="179" y="343"/>
                  </a:cxn>
                  <a:cxn ang="0">
                    <a:pos x="201" y="327"/>
                  </a:cxn>
                  <a:cxn ang="0">
                    <a:pos x="266" y="294"/>
                  </a:cxn>
                  <a:cxn ang="0">
                    <a:pos x="353" y="262"/>
                  </a:cxn>
                  <a:cxn ang="0">
                    <a:pos x="445" y="234"/>
                  </a:cxn>
                  <a:cxn ang="0">
                    <a:pos x="554" y="213"/>
                  </a:cxn>
                  <a:cxn ang="0">
                    <a:pos x="662" y="191"/>
                  </a:cxn>
                  <a:cxn ang="0">
                    <a:pos x="890" y="153"/>
                  </a:cxn>
                  <a:cxn ang="0">
                    <a:pos x="993" y="136"/>
                  </a:cxn>
                  <a:cxn ang="0">
                    <a:pos x="1091" y="120"/>
                  </a:cxn>
                  <a:cxn ang="0">
                    <a:pos x="1178" y="115"/>
                  </a:cxn>
                  <a:cxn ang="0">
                    <a:pos x="1248" y="104"/>
                  </a:cxn>
                  <a:cxn ang="0">
                    <a:pos x="1248" y="0"/>
                  </a:cxn>
                  <a:cxn ang="0">
                    <a:pos x="1161" y="22"/>
                  </a:cxn>
                  <a:cxn ang="0">
                    <a:pos x="1069" y="38"/>
                  </a:cxn>
                  <a:cxn ang="0">
                    <a:pos x="874" y="71"/>
                  </a:cxn>
                  <a:cxn ang="0">
                    <a:pos x="673" y="93"/>
                  </a:cxn>
                  <a:cxn ang="0">
                    <a:pos x="483" y="126"/>
                  </a:cxn>
                  <a:cxn ang="0">
                    <a:pos x="391" y="142"/>
                  </a:cxn>
                  <a:cxn ang="0">
                    <a:pos x="309" y="158"/>
                  </a:cxn>
                  <a:cxn ang="0">
                    <a:pos x="228" y="180"/>
                  </a:cxn>
                  <a:cxn ang="0">
                    <a:pos x="163" y="202"/>
                  </a:cxn>
                  <a:cxn ang="0">
                    <a:pos x="103" y="229"/>
                  </a:cxn>
                  <a:cxn ang="0">
                    <a:pos x="54" y="256"/>
                  </a:cxn>
                  <a:cxn ang="0">
                    <a:pos x="22" y="294"/>
                  </a:cxn>
                  <a:cxn ang="0">
                    <a:pos x="0" y="332"/>
                  </a:cxn>
                  <a:cxn ang="0">
                    <a:pos x="0" y="332"/>
                  </a:cxn>
                </a:cxnLst>
                <a:rect l="0" t="0" r="0" b="0"/>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close/>
                  </a:path>
                </a:pathLst>
              </a:custGeom>
              <a:gradFill rotWithShape="0">
                <a:gsLst>
                  <a:gs pos="0">
                    <a:srgbClr val="002D86"/>
                  </a:gs>
                  <a:gs pos="100000">
                    <a:schemeClr val="bg1"/>
                  </a:gs>
                </a:gsLst>
                <a:lin ang="2700000" scaled="1"/>
                <a:tileRect/>
              </a:gradFill>
              <a:ln w="9525">
                <a:noFill/>
              </a:ln>
            </p:spPr>
            <p:txBody>
              <a:bodyPr/>
              <a:lstStyle/>
              <a:p>
                <a:endParaRPr lang="en-US"/>
              </a:p>
            </p:txBody>
          </p:sp>
        </p:grpSp>
        <p:sp>
          <p:nvSpPr>
            <p:cNvPr id="17417" name="任意多边形 15368"/>
            <p:cNvSpPr/>
            <p:nvPr/>
          </p:nvSpPr>
          <p:spPr>
            <a:xfrm>
              <a:off x="3322" y="1341"/>
              <a:ext cx="1825" cy="1537"/>
            </a:xfrm>
            <a:custGeom>
              <a:avLst/>
              <a:gdLst/>
              <a:ahLst/>
              <a:cxnLst>
                <a:cxn ang="0">
                  <a:pos x="621" y="1161"/>
                </a:cxn>
                <a:cxn ang="0">
                  <a:pos x="858" y="1108"/>
                </a:cxn>
                <a:cxn ang="0">
                  <a:pos x="1052" y="1047"/>
                </a:cxn>
                <a:cxn ang="0">
                  <a:pos x="1211" y="982"/>
                </a:cxn>
                <a:cxn ang="0">
                  <a:pos x="1327" y="911"/>
                </a:cxn>
                <a:cxn ang="0">
                  <a:pos x="1403" y="828"/>
                </a:cxn>
                <a:cxn ang="0">
                  <a:pos x="1443" y="732"/>
                </a:cxn>
                <a:cxn ang="0">
                  <a:pos x="1447" y="613"/>
                </a:cxn>
                <a:cxn ang="0">
                  <a:pos x="1416" y="500"/>
                </a:cxn>
                <a:cxn ang="0">
                  <a:pos x="1354" y="399"/>
                </a:cxn>
                <a:cxn ang="0">
                  <a:pos x="1269" y="303"/>
                </a:cxn>
                <a:cxn ang="0">
                  <a:pos x="1118" y="172"/>
                </a:cxn>
                <a:cxn ang="0">
                  <a:pos x="1018" y="100"/>
                </a:cxn>
                <a:cxn ang="0">
                  <a:pos x="932" y="47"/>
                </a:cxn>
                <a:cxn ang="0">
                  <a:pos x="874" y="10"/>
                </a:cxn>
                <a:cxn ang="0">
                  <a:pos x="851" y="0"/>
                </a:cxn>
                <a:cxn ang="0">
                  <a:pos x="1045" y="131"/>
                </a:cxn>
                <a:cxn ang="0">
                  <a:pos x="1230" y="279"/>
                </a:cxn>
                <a:cxn ang="0">
                  <a:pos x="1307" y="357"/>
                </a:cxn>
                <a:cxn ang="0">
                  <a:pos x="1372" y="440"/>
                </a:cxn>
                <a:cxn ang="0">
                  <a:pos x="1412" y="523"/>
                </a:cxn>
                <a:cxn ang="0">
                  <a:pos x="1430" y="613"/>
                </a:cxn>
                <a:cxn ang="0">
                  <a:pos x="1416" y="696"/>
                </a:cxn>
                <a:cxn ang="0">
                  <a:pos x="1372" y="768"/>
                </a:cxn>
                <a:cxn ang="0">
                  <a:pos x="1303" y="828"/>
                </a:cxn>
                <a:cxn ang="0">
                  <a:pos x="1214" y="876"/>
                </a:cxn>
                <a:cxn ang="0">
                  <a:pos x="1104" y="923"/>
                </a:cxn>
                <a:cxn ang="0">
                  <a:pos x="854" y="994"/>
                </a:cxn>
                <a:cxn ang="0">
                  <a:pos x="583" y="1060"/>
                </a:cxn>
                <a:cxn ang="0">
                  <a:pos x="329" y="1126"/>
                </a:cxn>
                <a:cxn ang="0">
                  <a:pos x="223" y="1167"/>
                </a:cxn>
                <a:cxn ang="0">
                  <a:pos x="130" y="1208"/>
                </a:cxn>
                <a:cxn ang="0">
                  <a:pos x="58" y="1257"/>
                </a:cxn>
                <a:cxn ang="0">
                  <a:pos x="14" y="1316"/>
                </a:cxn>
                <a:cxn ang="0">
                  <a:pos x="0" y="1381"/>
                </a:cxn>
                <a:cxn ang="0">
                  <a:pos x="17" y="1452"/>
                </a:cxn>
                <a:cxn ang="0">
                  <a:pos x="62" y="1513"/>
                </a:cxn>
                <a:cxn ang="0">
                  <a:pos x="124" y="1560"/>
                </a:cxn>
                <a:cxn ang="0">
                  <a:pos x="206" y="1608"/>
                </a:cxn>
                <a:cxn ang="0">
                  <a:pos x="137" y="1547"/>
                </a:cxn>
                <a:cxn ang="0">
                  <a:pos x="93" y="1489"/>
                </a:cxn>
                <a:cxn ang="0">
                  <a:pos x="76" y="1429"/>
                </a:cxn>
                <a:cxn ang="0">
                  <a:pos x="89" y="1376"/>
                </a:cxn>
                <a:cxn ang="0">
                  <a:pos x="134" y="1323"/>
                </a:cxn>
                <a:cxn ang="0">
                  <a:pos x="216" y="1274"/>
                </a:cxn>
                <a:cxn ang="0">
                  <a:pos x="333" y="1227"/>
                </a:cxn>
                <a:cxn ang="0">
                  <a:pos x="487" y="1191"/>
                </a:cxn>
              </a:cxnLst>
              <a:rect l="0" t="0" r="0" b="0"/>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close/>
                </a:path>
              </a:pathLst>
            </a:custGeom>
            <a:gradFill rotWithShape="0">
              <a:gsLst>
                <a:gs pos="0">
                  <a:srgbClr val="002B82"/>
                </a:gs>
                <a:gs pos="100000">
                  <a:schemeClr val="bg1"/>
                </a:gs>
              </a:gsLst>
              <a:lin ang="2700000" scaled="1"/>
              <a:tileRect/>
            </a:gradFill>
            <a:ln w="9525">
              <a:noFill/>
            </a:ln>
          </p:spPr>
          <p:txBody>
            <a:bodyPr/>
            <a:lstStyle/>
            <a:p>
              <a:endParaRPr lang="en-US"/>
            </a:p>
          </p:txBody>
        </p:sp>
        <p:sp>
          <p:nvSpPr>
            <p:cNvPr id="17418" name="任意多边形 15369"/>
            <p:cNvSpPr/>
            <p:nvPr/>
          </p:nvSpPr>
          <p:spPr>
            <a:xfrm>
              <a:off x="0" y="0"/>
              <a:ext cx="5758" cy="1776"/>
            </a:xfrm>
            <a:custGeom>
              <a:avLst/>
              <a:gdLst/>
              <a:ahLst/>
              <a:cxnLst>
                <a:cxn ang="0">
                  <a:pos x="0" y="0"/>
                </a:cxn>
                <a:cxn ang="0">
                  <a:pos x="0" y="1655"/>
                </a:cxn>
                <a:cxn ang="0">
                  <a:pos x="5776" y="1655"/>
                </a:cxn>
                <a:cxn ang="0">
                  <a:pos x="5776" y="0"/>
                </a:cxn>
                <a:cxn ang="0">
                  <a:pos x="0" y="0"/>
                </a:cxn>
                <a:cxn ang="0">
                  <a:pos x="0" y="0"/>
                </a:cxn>
              </a:cxnLst>
              <a:rect l="0" t="0" r="0" b="0"/>
              <a:pathLst>
                <a:path w="5740" h="1906">
                  <a:moveTo>
                    <a:pt x="0" y="0"/>
                  </a:moveTo>
                  <a:lnTo>
                    <a:pt x="0" y="1906"/>
                  </a:lnTo>
                  <a:lnTo>
                    <a:pt x="5740" y="1906"/>
                  </a:lnTo>
                  <a:lnTo>
                    <a:pt x="5740" y="0"/>
                  </a:lnTo>
                  <a:lnTo>
                    <a:pt x="0" y="0"/>
                  </a:lnTo>
                  <a:close/>
                </a:path>
              </a:pathLst>
            </a:custGeom>
            <a:gradFill rotWithShape="0">
              <a:gsLst>
                <a:gs pos="0">
                  <a:schemeClr val="bg2"/>
                </a:gs>
                <a:gs pos="100000">
                  <a:schemeClr val="bg1"/>
                </a:gs>
              </a:gsLst>
              <a:lin ang="5400000" scaled="1"/>
              <a:tileRect/>
            </a:gradFill>
            <a:ln w="9525">
              <a:noFill/>
            </a:ln>
          </p:spPr>
          <p:txBody>
            <a:bodyPr/>
            <a:lstStyle/>
            <a:p>
              <a:endParaRPr lang="en-US"/>
            </a:p>
          </p:txBody>
        </p:sp>
      </p:grpSp>
      <p:sp>
        <p:nvSpPr>
          <p:cNvPr id="15371" name="标题 15370"/>
          <p:cNvSpPr>
            <a:spLocks noGrp="1"/>
          </p:cNvSpPr>
          <p:nvPr>
            <p:ph type="ctrTitle" sz="quarter"/>
          </p:nvPr>
        </p:nvSpPr>
        <p:spPr>
          <a:xfrm>
            <a:off x="685800" y="1302772"/>
            <a:ext cx="7772400" cy="1440908"/>
          </a:xfrm>
          <a:prstGeom prst="rect">
            <a:avLst/>
          </a:prstGeom>
          <a:noFill/>
          <a:ln w="9525">
            <a:noFill/>
            <a:miter/>
          </a:ln>
        </p:spPr>
        <p:txBody>
          <a:bodyPr/>
          <a:lstStyle>
            <a:lvl1pPr lvl="0">
              <a:defRPr sz="4500" kern="1200"/>
            </a:lvl1pPr>
          </a:lstStyle>
          <a:p>
            <a:pPr lvl="0" fontAlgn="base"/>
            <a:r>
              <a:rPr lang="zh-CN" altLang="en-US" strike="noStrike" noProof="1"/>
              <a:t>单击此处编辑母版标题样式</a:t>
            </a:r>
            <a:endParaRPr lang="zh-CN" altLang="en-US" strike="noStrike" noProof="1"/>
          </a:p>
        </p:txBody>
      </p:sp>
      <p:sp>
        <p:nvSpPr>
          <p:cNvPr id="15372" name="副标题 15371"/>
          <p:cNvSpPr>
            <a:spLocks noGrp="1"/>
          </p:cNvSpPr>
          <p:nvPr>
            <p:ph type="subTitle" sz="quarter" idx="1"/>
          </p:nvPr>
        </p:nvSpPr>
        <p:spPr>
          <a:xfrm>
            <a:off x="1371600" y="2915160"/>
            <a:ext cx="6400800" cy="1314680"/>
          </a:xfrm>
          <a:prstGeom prst="rect">
            <a:avLst/>
          </a:prstGeom>
          <a:noFill/>
          <a:ln w="9525">
            <a:noFill/>
            <a:miter/>
          </a:ln>
        </p:spPr>
        <p:txBody>
          <a:bodyPr anchor="t"/>
          <a:lstStyle>
            <a:lvl1pPr marL="0" lvl="0" indent="0" algn="ctr">
              <a:buNone/>
              <a:defRPr kern="1200"/>
            </a:lvl1pPr>
            <a:lvl2pPr marL="342900" lvl="1" indent="-342900" algn="ctr">
              <a:buNone/>
              <a:defRPr kern="1200"/>
            </a:lvl2pPr>
            <a:lvl3pPr marL="685800" lvl="2" indent="-685800" algn="ctr">
              <a:buNone/>
              <a:defRPr kern="1200"/>
            </a:lvl3pPr>
            <a:lvl4pPr marL="1028700" lvl="3" indent="-1028700" algn="ctr">
              <a:buNone/>
              <a:defRPr kern="1200"/>
            </a:lvl4pPr>
            <a:lvl5pPr marL="1371600" lvl="4" indent="-1371600" algn="ctr">
              <a:buNone/>
              <a:defRPr kern="1200"/>
            </a:lvl5pPr>
          </a:lstStyle>
          <a:p>
            <a:pPr lvl="0" fontAlgn="base"/>
            <a:r>
              <a:rPr lang="zh-CN" altLang="en-US" strike="noStrike" noProof="1"/>
              <a:t>单击此处编辑母版副标题样式</a:t>
            </a:r>
            <a:endParaRPr lang="zh-CN" altLang="en-US" strike="noStrike" noProof="1"/>
          </a:p>
        </p:txBody>
      </p:sp>
      <p:sp>
        <p:nvSpPr>
          <p:cNvPr id="25" name="日期占位符 15372"/>
          <p:cNvSpPr>
            <a:spLocks noGrp="1"/>
          </p:cNvSpPr>
          <p:nvPr>
            <p:ph type="dt" sz="quarter" idx="2"/>
          </p:nvPr>
        </p:nvSpPr>
        <p:spPr>
          <a:xfrm>
            <a:off x="457200" y="4687888"/>
            <a:ext cx="2133600" cy="357188"/>
          </a:xfrm>
          <a:prstGeom prst="rect">
            <a:avLst/>
          </a:prstGeom>
          <a:noFill/>
          <a:ln w="9525">
            <a:noFill/>
            <a:miter/>
          </a:ln>
        </p:spPr>
        <p:txBody>
          <a:bodyPr anchor="b"/>
          <a:lstStyle>
            <a:lvl1pPr>
              <a:defRPr dirty="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26" name="页脚占位符 15373"/>
          <p:cNvSpPr>
            <a:spLocks noGrp="1"/>
          </p:cNvSpPr>
          <p:nvPr>
            <p:ph type="ftr" sz="quarter" idx="3"/>
          </p:nvPr>
        </p:nvSpPr>
        <p:spPr>
          <a:xfrm>
            <a:off x="3124200" y="4689475"/>
            <a:ext cx="2895600" cy="357188"/>
          </a:xfrm>
          <a:prstGeom prst="rect">
            <a:avLst/>
          </a:prstGeom>
          <a:noFill/>
          <a:ln w="9525">
            <a:noFill/>
            <a:miter/>
          </a:ln>
        </p:spPr>
        <p:txBody>
          <a:bodyPr anchor="b"/>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 name="灯片编号占位符 15374"/>
          <p:cNvSpPr>
            <a:spLocks noGrp="1"/>
          </p:cNvSpPr>
          <p:nvPr>
            <p:ph type="sldNum" sz="quarter" idx="4"/>
          </p:nvPr>
        </p:nvSpPr>
        <p:spPr>
          <a:xfrm>
            <a:off x="6553200" y="4692650"/>
            <a:ext cx="2133600" cy="357188"/>
          </a:xfrm>
          <a:prstGeom prst="rect">
            <a:avLst/>
          </a:prstGeom>
          <a:noFill/>
          <a:ln w="9525">
            <a:noFill/>
            <a:miter/>
          </a:ln>
        </p:spPr>
        <p:txBody>
          <a:bodyPr vert="horz" wrap="square" lIns="91440" tIns="45720" rIns="91440" bIns="45720" numCol="1" anchor="b" anchorCtr="0" compatLnSpc="1"/>
          <a:lstStyle/>
          <a:p>
            <a:pPr algn="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Slide Number Placeholder 4"/>
          <p:cNvSpPr>
            <a:spLocks noGrp="1"/>
          </p:cNvSpPr>
          <p:nvPr>
            <p:ph type="sldNum" sz="quarter" idx="11"/>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
        <p:nvSpPr>
          <p:cNvPr id="6" name="Footer Placeholder 5"/>
          <p:cNvSpPr>
            <a:spLocks noGrp="1"/>
          </p:cNvSpPr>
          <p:nvPr>
            <p:ph type="ftr"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z="3375"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z="1350"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Slide Number Placeholder 4"/>
          <p:cNvSpPr>
            <a:spLocks noGrp="1"/>
          </p:cNvSpPr>
          <p:nvPr>
            <p:ph type="sldNum" sz="quarter" idx="11"/>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
        <p:nvSpPr>
          <p:cNvPr id="6" name="Footer Placeholder 5"/>
          <p:cNvSpPr>
            <a:spLocks noGrp="1"/>
          </p:cNvSpPr>
          <p:nvPr>
            <p:ph type="ftr"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Slide Number Placeholder 5"/>
          <p:cNvSpPr>
            <a:spLocks noGrp="1"/>
          </p:cNvSpPr>
          <p:nvPr>
            <p:ph type="sldNum" sz="quarter" idx="11"/>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
        <p:nvSpPr>
          <p:cNvPr id="7" name="Footer Placeholder 6"/>
          <p:cNvSpPr>
            <a:spLocks noGrp="1"/>
          </p:cNvSpPr>
          <p:nvPr>
            <p:ph type="ftr"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z="1575"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z="1575"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8" name="Slide Number Placeholder 7"/>
          <p:cNvSpPr>
            <a:spLocks noGrp="1"/>
          </p:cNvSpPr>
          <p:nvPr>
            <p:ph type="sldNum" sz="quarter" idx="11"/>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
        <p:nvSpPr>
          <p:cNvPr id="9" name="Footer Placeholder 8"/>
          <p:cNvSpPr>
            <a:spLocks noGrp="1"/>
          </p:cNvSpPr>
          <p:nvPr>
            <p:ph type="ftr"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4" name="Slide Number Placeholder 3"/>
          <p:cNvSpPr>
            <a:spLocks noGrp="1"/>
          </p:cNvSpPr>
          <p:nvPr>
            <p:ph type="sldNum" sz="quarter" idx="11"/>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
        <p:nvSpPr>
          <p:cNvPr id="5" name="Footer Placeholder 4"/>
          <p:cNvSpPr>
            <a:spLocks noGrp="1"/>
          </p:cNvSpPr>
          <p:nvPr>
            <p:ph type="ftr"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3" name="Slide Number Placeholder 2"/>
          <p:cNvSpPr>
            <a:spLocks noGrp="1"/>
          </p:cNvSpPr>
          <p:nvPr>
            <p:ph type="sldNum" sz="quarter" idx="11"/>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
        <p:nvSpPr>
          <p:cNvPr id="4" name="Footer Placeholder 3"/>
          <p:cNvSpPr>
            <a:spLocks noGrp="1"/>
          </p:cNvSpPr>
          <p:nvPr>
            <p:ph type="ftr"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z="1575" strike="noStrike" noProof="1" smtClean="0"/>
              <a:t>第二级</a:t>
            </a:r>
            <a:endParaRPr lang="zh-CN" altLang="en-US" strike="noStrike" noProof="1" smtClean="0"/>
          </a:p>
          <a:p>
            <a:pPr lvl="2" fontAlgn="base"/>
            <a:r>
              <a:rPr lang="zh-CN" altLang="en-US" sz="1350" strike="noStrike" noProof="1" smtClean="0"/>
              <a:t>第三级</a:t>
            </a:r>
            <a:endParaRPr lang="zh-CN" altLang="en-US" strike="noStrike" noProof="1" smtClean="0"/>
          </a:p>
          <a:p>
            <a:pPr lvl="3" fontAlgn="base"/>
            <a:r>
              <a:rPr lang="zh-CN" altLang="en-US" sz="1125" strike="noStrike" noProof="1" smtClean="0"/>
              <a:t>第四级</a:t>
            </a:r>
            <a:endParaRPr lang="zh-CN" altLang="en-US" strike="noStrike" noProof="1" smtClean="0"/>
          </a:p>
          <a:p>
            <a:pPr lvl="4" fontAlgn="base"/>
            <a:r>
              <a:rPr lang="zh-CN" altLang="en-US" sz="1125"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Slide Number Placeholder 5"/>
          <p:cNvSpPr>
            <a:spLocks noGrp="1"/>
          </p:cNvSpPr>
          <p:nvPr>
            <p:ph type="sldNum" sz="quarter" idx="11"/>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
        <p:nvSpPr>
          <p:cNvPr id="7" name="Footer Placeholder 6"/>
          <p:cNvSpPr>
            <a:spLocks noGrp="1"/>
          </p:cNvSpPr>
          <p:nvPr>
            <p:ph type="ftr"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endParaRPr kumimoji="0" lang="zh-CN" altLang="en-US" sz="2400" b="0" i="0" u="none" strike="noStrike" kern="1200" cap="none" spc="0" normalizeH="0" baseline="0" noProof="1">
              <a:ln>
                <a:noFill/>
              </a:ln>
              <a:solidFill>
                <a:schemeClr val="tx1"/>
              </a:solidFill>
              <a:effectLst>
                <a:outerShdw blurRad="38100" dist="38100" dir="2700000">
                  <a:srgbClr val="000000"/>
                </a:outerShdw>
              </a:effectLst>
              <a:uLnTx/>
              <a:uFillTx/>
              <a:latin typeface="+mn-lt"/>
              <a:ea typeface="+mn-ea"/>
              <a:cs typeface="+mn-cs"/>
            </a:endParaRPr>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z="1125"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6" name="Slide Number Placeholder 5"/>
          <p:cNvSpPr>
            <a:spLocks noGrp="1"/>
          </p:cNvSpPr>
          <p:nvPr>
            <p:ph type="sldNum" sz="quarter" idx="11"/>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
        <p:nvSpPr>
          <p:cNvPr id="7" name="Footer Placeholder 6"/>
          <p:cNvSpPr>
            <a:spLocks noGrp="1"/>
          </p:cNvSpPr>
          <p:nvPr>
            <p:ph type="ftr"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Slide Number Placeholder 4"/>
          <p:cNvSpPr>
            <a:spLocks noGrp="1"/>
          </p:cNvSpPr>
          <p:nvPr>
            <p:ph type="sldNum" sz="quarter" idx="11"/>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
        <p:nvSpPr>
          <p:cNvPr id="6" name="Footer Placeholder 5"/>
          <p:cNvSpPr>
            <a:spLocks noGrp="1"/>
          </p:cNvSpPr>
          <p:nvPr>
            <p:ph type="ftr"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5" name="Slide Number Placeholder 4"/>
          <p:cNvSpPr>
            <a:spLocks noGrp="1"/>
          </p:cNvSpPr>
          <p:nvPr>
            <p:ph type="sldNum" sz="quarter" idx="11"/>
          </p:nvPr>
        </p:nvSpPr>
        <p:spPr/>
        <p:txBody>
          <a:body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
        <p:nvSpPr>
          <p:cNvPr id="6" name="Footer Placeholder 5"/>
          <p:cNvSpPr>
            <a:spLocks noGrp="1"/>
          </p:cNvSpPr>
          <p:nvPr>
            <p:ph type="ftr"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2" Type="http://schemas.openxmlformats.org/officeDocument/2006/relationships/theme" Target="../theme/theme4.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5" Type="http://schemas.openxmlformats.org/officeDocument/2006/relationships/theme" Target="../theme/theme5.xml"/><Relationship Id="rId14" Type="http://schemas.openxmlformats.org/officeDocument/2006/relationships/image" Target="../media/image4.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2" Type="http://schemas.openxmlformats.org/officeDocument/2006/relationships/theme" Target="../theme/theme6.xml"/><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2" Type="http://schemas.openxmlformats.org/officeDocument/2006/relationships/theme" Target="../theme/theme7.xml"/><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5" Type="http://schemas.openxmlformats.org/officeDocument/2006/relationships/theme" Target="../theme/theme8.xml"/><Relationship Id="rId14" Type="http://schemas.openxmlformats.org/officeDocument/2006/relationships/image" Target="../media/image4.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2" Type="http://schemas.openxmlformats.org/officeDocument/2006/relationships/theme" Target="../theme/theme9.xml"/><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5" Type="http://schemas.openxmlformats.org/officeDocument/2006/relationships/theme" Target="../theme/theme10.xml"/><Relationship Id="rId14" Type="http://schemas.openxmlformats.org/officeDocument/2006/relationships/image" Target="../media/image4.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10.xml"/><Relationship Id="rId10" Type="http://schemas.openxmlformats.org/officeDocument/2006/relationships/slideLayout" Target="../slideLayouts/slideLayout109.xml"/><Relationship Id="rId1" Type="http://schemas.openxmlformats.org/officeDocument/2006/relationships/slideLayout" Target="../slideLayouts/slideLayout100.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2" Type="http://schemas.openxmlformats.org/officeDocument/2006/relationships/theme" Target="../theme/theme11.xml"/><Relationship Id="rId11" Type="http://schemas.openxmlformats.org/officeDocument/2006/relationships/slideLayout" Target="../slideLayouts/slideLayout121.xml"/><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457200" y="206375"/>
            <a:ext cx="8229600" cy="85725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1027" name="Rectangle 3"/>
          <p:cNvSpPr>
            <a:spLocks noGrp="1"/>
          </p:cNvSpPr>
          <p:nvPr>
            <p:ph type="body"/>
          </p:nvPr>
        </p:nvSpPr>
        <p:spPr>
          <a:xfrm>
            <a:off x="457200" y="1200150"/>
            <a:ext cx="8229600" cy="3395663"/>
          </a:xfrm>
          <a:prstGeom prst="rect">
            <a:avLst/>
          </a:prstGeom>
          <a:noFill/>
          <a:ln w="9525">
            <a:noFill/>
          </a:ln>
        </p:spPr>
        <p:txBody>
          <a:bodyPr anchor="t"/>
          <a:lstStyle/>
          <a:p>
            <a:pPr lvl="0" indent="-34290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p:cNvSpPr>
          <p:nvPr>
            <p:ph type="dt" sz="half" idx="2"/>
          </p:nvPr>
        </p:nvSpPr>
        <p:spPr>
          <a:xfrm>
            <a:off x="457200" y="4684713"/>
            <a:ext cx="2133600" cy="357188"/>
          </a:xfrm>
          <a:prstGeom prst="rect">
            <a:avLst/>
          </a:prstGeom>
          <a:noFill/>
          <a:ln w="9525">
            <a:noFill/>
            <a:miter/>
          </a:ln>
        </p:spPr>
        <p:txBody>
          <a:bodyPr/>
          <a:lstStyle>
            <a:lvl1pPr>
              <a:defRPr sz="1050" noProof="1" dirty="0">
                <a:cs typeface="+mn-ea"/>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1029" name="Rectangle 5"/>
          <p:cNvSpPr>
            <a:spLocks noGrp="1"/>
          </p:cNvSpPr>
          <p:nvPr>
            <p:ph type="ftr" sz="quarter" idx="3"/>
          </p:nvPr>
        </p:nvSpPr>
        <p:spPr>
          <a:xfrm>
            <a:off x="3124200" y="4684713"/>
            <a:ext cx="2895600" cy="357188"/>
          </a:xfrm>
          <a:prstGeom prst="rect">
            <a:avLst/>
          </a:prstGeom>
          <a:noFill/>
          <a:ln w="9525">
            <a:noFill/>
            <a:miter/>
          </a:ln>
        </p:spPr>
        <p:txBody>
          <a:bodyPr/>
          <a:lstStyle>
            <a:lvl1pPr algn="ctr">
              <a:defRPr sz="1050" noProof="1"/>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p:cNvSpPr>
          <p:nvPr>
            <p:ph type="sldNum" sz="quarter" idx="4"/>
          </p:nvPr>
        </p:nvSpPr>
        <p:spPr>
          <a:xfrm>
            <a:off x="6553200" y="4684713"/>
            <a:ext cx="2133600" cy="357188"/>
          </a:xfrm>
          <a:prstGeom prst="rect">
            <a:avLst/>
          </a:prstGeom>
          <a:noFill/>
          <a:ln w="9525">
            <a:noFill/>
            <a:miter/>
          </a:ln>
        </p:spPr>
        <p:txBody>
          <a:bodyPr vert="horz" wrap="square" lIns="91440" tIns="45720" rIns="91440" bIns="45720" numCol="1" anchor="t" anchorCtr="0" compatLnSpc="1"/>
          <a:lstStyle>
            <a:lvl1pPr algn="r">
              <a:defRPr sz="1050"/>
            </a:lvl1p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33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har char="•"/>
        <a:defRPr sz="2400" kern="1200">
          <a:solidFill>
            <a:schemeClr val="tx1"/>
          </a:solidFill>
          <a:latin typeface="+mn-lt"/>
          <a:ea typeface="+mn-ea"/>
          <a:cs typeface="+mn-cs"/>
        </a:defRPr>
      </a:lvl1pPr>
      <a:lvl2pPr marL="557530" lvl="1" indent="-214630" algn="l" rtl="0" eaLnBrk="0" fontAlgn="base" hangingPunct="0">
        <a:spcBef>
          <a:spcPct val="15000"/>
        </a:spcBef>
        <a:spcAft>
          <a:spcPct val="0"/>
        </a:spcAft>
        <a:buChar char="–"/>
        <a:defRPr sz="2100" kern="1200">
          <a:solidFill>
            <a:schemeClr val="tx1"/>
          </a:solidFill>
          <a:latin typeface="+mn-lt"/>
          <a:ea typeface="+mn-ea"/>
          <a:cs typeface="+mn-cs"/>
        </a:defRPr>
      </a:lvl2pPr>
      <a:lvl3pPr marL="857250" lvl="2" indent="-171450" algn="l" rtl="0" eaLnBrk="0" fontAlgn="base" hangingPunct="0">
        <a:spcBef>
          <a:spcPct val="15000"/>
        </a:spcBef>
        <a:spcAft>
          <a:spcPct val="0"/>
        </a:spcAft>
        <a:buChar char="•"/>
        <a:defRPr sz="1800" kern="1200">
          <a:solidFill>
            <a:schemeClr val="tx1"/>
          </a:solidFill>
          <a:latin typeface="+mn-lt"/>
          <a:ea typeface="+mn-ea"/>
          <a:cs typeface="+mn-cs"/>
        </a:defRPr>
      </a:lvl3pPr>
      <a:lvl4pPr marL="1200150" lvl="3" indent="-171450" algn="l" rtl="0" eaLnBrk="0" fontAlgn="base" hangingPunct="0">
        <a:spcBef>
          <a:spcPct val="15000"/>
        </a:spcBef>
        <a:spcAft>
          <a:spcPct val="0"/>
        </a:spcAft>
        <a:buChar char="–"/>
        <a:defRPr sz="1500" kern="1200">
          <a:solidFill>
            <a:schemeClr val="tx1"/>
          </a:solidFill>
          <a:latin typeface="+mn-lt"/>
          <a:ea typeface="+mn-ea"/>
          <a:cs typeface="+mn-cs"/>
        </a:defRPr>
      </a:lvl4pPr>
      <a:lvl5pPr marL="1543050" lvl="4" indent="-171450" algn="l" rtl="0" eaLnBrk="0" fontAlgn="base" hangingPunct="0">
        <a:spcBef>
          <a:spcPct val="15000"/>
        </a:spcBef>
        <a:spcAft>
          <a:spcPct val="0"/>
        </a:spcAft>
        <a:buChar char="»"/>
        <a:defRPr sz="1500" kern="120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p:cNvSpPr>
          <p:nvPr>
            <p:ph type="title"/>
          </p:nvPr>
        </p:nvSpPr>
        <p:spPr>
          <a:xfrm>
            <a:off x="457200" y="206375"/>
            <a:ext cx="8229600" cy="85725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2051" name="Rectangle 3"/>
          <p:cNvSpPr>
            <a:spLocks noGrp="1"/>
          </p:cNvSpPr>
          <p:nvPr>
            <p:ph type="body"/>
          </p:nvPr>
        </p:nvSpPr>
        <p:spPr>
          <a:xfrm>
            <a:off x="457200" y="1200150"/>
            <a:ext cx="8229600" cy="3395663"/>
          </a:xfrm>
          <a:prstGeom prst="rect">
            <a:avLst/>
          </a:prstGeom>
          <a:noFill/>
          <a:ln w="9525">
            <a:noFill/>
          </a:ln>
        </p:spPr>
        <p:txBody>
          <a:bodyPr anchor="t"/>
          <a:lstStyle/>
          <a:p>
            <a:pPr lvl="0" indent="-34290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2052" name="Rectangle 4"/>
          <p:cNvSpPr>
            <a:spLocks noGrp="1"/>
          </p:cNvSpPr>
          <p:nvPr>
            <p:ph type="dt" sz="half" idx="2"/>
          </p:nvPr>
        </p:nvSpPr>
        <p:spPr>
          <a:xfrm>
            <a:off x="457200" y="4684713"/>
            <a:ext cx="2133600" cy="357188"/>
          </a:xfrm>
          <a:prstGeom prst="rect">
            <a:avLst/>
          </a:prstGeom>
          <a:noFill/>
          <a:ln w="9525">
            <a:noFill/>
            <a:miter/>
          </a:ln>
        </p:spPr>
        <p:txBody>
          <a:bodyPr/>
          <a:lstStyle>
            <a:lvl1pPr>
              <a:defRPr sz="1050" noProof="1" dirty="0">
                <a:cs typeface="+mn-ea"/>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2053" name="Rectangle 5"/>
          <p:cNvSpPr>
            <a:spLocks noGrp="1"/>
          </p:cNvSpPr>
          <p:nvPr>
            <p:ph type="ftr" sz="quarter" idx="3"/>
          </p:nvPr>
        </p:nvSpPr>
        <p:spPr>
          <a:xfrm>
            <a:off x="3124200" y="4684713"/>
            <a:ext cx="2895600" cy="357188"/>
          </a:xfrm>
          <a:prstGeom prst="rect">
            <a:avLst/>
          </a:prstGeom>
          <a:noFill/>
          <a:ln w="9525">
            <a:noFill/>
            <a:miter/>
          </a:ln>
        </p:spPr>
        <p:txBody>
          <a:bodyPr/>
          <a:lstStyle>
            <a:lvl1pPr algn="ctr">
              <a:defRPr sz="1050" noProof="1"/>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4" name="Rectangle 6"/>
          <p:cNvSpPr>
            <a:spLocks noGrp="1"/>
          </p:cNvSpPr>
          <p:nvPr>
            <p:ph type="sldNum" sz="quarter" idx="4"/>
          </p:nvPr>
        </p:nvSpPr>
        <p:spPr>
          <a:xfrm>
            <a:off x="6553200" y="4684713"/>
            <a:ext cx="2133600" cy="357188"/>
          </a:xfrm>
          <a:prstGeom prst="rect">
            <a:avLst/>
          </a:prstGeom>
          <a:noFill/>
          <a:ln w="9525">
            <a:noFill/>
            <a:miter/>
          </a:ln>
        </p:spPr>
        <p:txBody>
          <a:bodyPr vert="horz" wrap="square" lIns="91440" tIns="45720" rIns="91440" bIns="45720" numCol="1" anchor="t" anchorCtr="0" compatLnSpc="1"/>
          <a:lstStyle>
            <a:lvl1pPr algn="r">
              <a:defRPr sz="1050"/>
            </a:lvl1p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33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har char="•"/>
        <a:defRPr sz="2400" kern="1200">
          <a:solidFill>
            <a:schemeClr val="tx1"/>
          </a:solidFill>
          <a:latin typeface="+mn-lt"/>
          <a:ea typeface="+mn-ea"/>
          <a:cs typeface="+mn-cs"/>
        </a:defRPr>
      </a:lvl1pPr>
      <a:lvl2pPr marL="557530" lvl="1" indent="-214630" algn="l" rtl="0" eaLnBrk="0" fontAlgn="base" hangingPunct="0">
        <a:spcBef>
          <a:spcPct val="15000"/>
        </a:spcBef>
        <a:spcAft>
          <a:spcPct val="0"/>
        </a:spcAft>
        <a:buChar char="–"/>
        <a:defRPr sz="2100" kern="1200">
          <a:solidFill>
            <a:schemeClr val="tx1"/>
          </a:solidFill>
          <a:latin typeface="+mn-lt"/>
          <a:ea typeface="+mn-ea"/>
          <a:cs typeface="+mn-cs"/>
        </a:defRPr>
      </a:lvl2pPr>
      <a:lvl3pPr marL="857250" lvl="2" indent="-171450" algn="l" rtl="0" eaLnBrk="0" fontAlgn="base" hangingPunct="0">
        <a:spcBef>
          <a:spcPct val="15000"/>
        </a:spcBef>
        <a:spcAft>
          <a:spcPct val="0"/>
        </a:spcAft>
        <a:buChar char="•"/>
        <a:defRPr sz="1800" kern="1200">
          <a:solidFill>
            <a:schemeClr val="tx1"/>
          </a:solidFill>
          <a:latin typeface="+mn-lt"/>
          <a:ea typeface="+mn-ea"/>
          <a:cs typeface="+mn-cs"/>
        </a:defRPr>
      </a:lvl3pPr>
      <a:lvl4pPr marL="1200150" lvl="3" indent="-171450" algn="l" rtl="0" eaLnBrk="0" fontAlgn="base" hangingPunct="0">
        <a:spcBef>
          <a:spcPct val="15000"/>
        </a:spcBef>
        <a:spcAft>
          <a:spcPct val="0"/>
        </a:spcAft>
        <a:buChar char="–"/>
        <a:defRPr sz="1500" kern="1200">
          <a:solidFill>
            <a:schemeClr val="tx1"/>
          </a:solidFill>
          <a:latin typeface="+mn-lt"/>
          <a:ea typeface="+mn-ea"/>
          <a:cs typeface="+mn-cs"/>
        </a:defRPr>
      </a:lvl4pPr>
      <a:lvl5pPr marL="1543050" lvl="4" indent="-171450" algn="l" rtl="0" eaLnBrk="0" fontAlgn="base" hangingPunct="0">
        <a:spcBef>
          <a:spcPct val="15000"/>
        </a:spcBef>
        <a:spcAft>
          <a:spcPct val="0"/>
        </a:spcAft>
        <a:buChar char="»"/>
        <a:defRPr sz="1500" kern="120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p:cNvSpPr>
          <p:nvPr>
            <p:ph type="title"/>
          </p:nvPr>
        </p:nvSpPr>
        <p:spPr>
          <a:xfrm>
            <a:off x="457200" y="206375"/>
            <a:ext cx="8229600" cy="85725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3075" name="Rectangle 3"/>
          <p:cNvSpPr>
            <a:spLocks noGrp="1"/>
          </p:cNvSpPr>
          <p:nvPr>
            <p:ph type="body"/>
          </p:nvPr>
        </p:nvSpPr>
        <p:spPr>
          <a:xfrm>
            <a:off x="457200" y="1200150"/>
            <a:ext cx="8229600" cy="3395663"/>
          </a:xfrm>
          <a:prstGeom prst="rect">
            <a:avLst/>
          </a:prstGeom>
          <a:noFill/>
          <a:ln w="9525">
            <a:noFill/>
          </a:ln>
        </p:spPr>
        <p:txBody>
          <a:bodyPr anchor="t"/>
          <a:lstStyle/>
          <a:p>
            <a:pPr lvl="0" indent="-34290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3076" name="Rectangle 4"/>
          <p:cNvSpPr>
            <a:spLocks noGrp="1"/>
          </p:cNvSpPr>
          <p:nvPr>
            <p:ph type="dt" sz="half" idx="2"/>
          </p:nvPr>
        </p:nvSpPr>
        <p:spPr>
          <a:xfrm>
            <a:off x="457200" y="4684713"/>
            <a:ext cx="2133600" cy="357188"/>
          </a:xfrm>
          <a:prstGeom prst="rect">
            <a:avLst/>
          </a:prstGeom>
          <a:noFill/>
          <a:ln w="9525">
            <a:noFill/>
            <a:miter/>
          </a:ln>
        </p:spPr>
        <p:txBody>
          <a:bodyPr/>
          <a:lstStyle>
            <a:lvl1pPr>
              <a:defRPr sz="1050" noProof="1" dirty="0">
                <a:cs typeface="+mn-ea"/>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3077" name="Rectangle 5"/>
          <p:cNvSpPr>
            <a:spLocks noGrp="1"/>
          </p:cNvSpPr>
          <p:nvPr>
            <p:ph type="ftr" sz="quarter" idx="3"/>
          </p:nvPr>
        </p:nvSpPr>
        <p:spPr>
          <a:xfrm>
            <a:off x="3124200" y="4684713"/>
            <a:ext cx="2895600" cy="357188"/>
          </a:xfrm>
          <a:prstGeom prst="rect">
            <a:avLst/>
          </a:prstGeom>
          <a:noFill/>
          <a:ln w="9525">
            <a:noFill/>
            <a:miter/>
          </a:ln>
        </p:spPr>
        <p:txBody>
          <a:bodyPr/>
          <a:lstStyle>
            <a:lvl1pPr algn="ctr">
              <a:defRPr sz="1050" noProof="1"/>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p:cNvSpPr>
          <p:nvPr>
            <p:ph type="sldNum" sz="quarter" idx="4"/>
          </p:nvPr>
        </p:nvSpPr>
        <p:spPr>
          <a:xfrm>
            <a:off x="6553200" y="4684713"/>
            <a:ext cx="2133600" cy="357188"/>
          </a:xfrm>
          <a:prstGeom prst="rect">
            <a:avLst/>
          </a:prstGeom>
          <a:noFill/>
          <a:ln w="9525">
            <a:noFill/>
            <a:miter/>
          </a:ln>
        </p:spPr>
        <p:txBody>
          <a:bodyPr vert="horz" wrap="square" lIns="91440" tIns="45720" rIns="91440" bIns="45720" numCol="1" anchor="t" anchorCtr="0" compatLnSpc="1"/>
          <a:lstStyle>
            <a:lvl1pPr algn="r">
              <a:defRPr sz="1050"/>
            </a:lvl1p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ctr" rtl="0" eaLnBrk="0" fontAlgn="base" hangingPunct="0">
        <a:spcBef>
          <a:spcPct val="0"/>
        </a:spcBef>
        <a:spcAft>
          <a:spcPct val="0"/>
        </a:spcAft>
        <a:defRPr sz="33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har char="•"/>
        <a:defRPr sz="2400" kern="1200">
          <a:solidFill>
            <a:schemeClr val="tx1"/>
          </a:solidFill>
          <a:latin typeface="+mn-lt"/>
          <a:ea typeface="+mn-ea"/>
          <a:cs typeface="+mn-cs"/>
        </a:defRPr>
      </a:lvl1pPr>
      <a:lvl2pPr marL="557530" lvl="1" indent="-214630" algn="l" rtl="0" eaLnBrk="0" fontAlgn="base" hangingPunct="0">
        <a:spcBef>
          <a:spcPct val="15000"/>
        </a:spcBef>
        <a:spcAft>
          <a:spcPct val="0"/>
        </a:spcAft>
        <a:buChar char="–"/>
        <a:defRPr sz="2100" kern="1200">
          <a:solidFill>
            <a:schemeClr val="tx1"/>
          </a:solidFill>
          <a:latin typeface="+mn-lt"/>
          <a:ea typeface="+mn-ea"/>
          <a:cs typeface="+mn-cs"/>
        </a:defRPr>
      </a:lvl2pPr>
      <a:lvl3pPr marL="857250" lvl="2" indent="-171450" algn="l" rtl="0" eaLnBrk="0" fontAlgn="base" hangingPunct="0">
        <a:spcBef>
          <a:spcPct val="15000"/>
        </a:spcBef>
        <a:spcAft>
          <a:spcPct val="0"/>
        </a:spcAft>
        <a:buChar char="•"/>
        <a:defRPr sz="1800" kern="1200">
          <a:solidFill>
            <a:schemeClr val="tx1"/>
          </a:solidFill>
          <a:latin typeface="+mn-lt"/>
          <a:ea typeface="+mn-ea"/>
          <a:cs typeface="+mn-cs"/>
        </a:defRPr>
      </a:lvl3pPr>
      <a:lvl4pPr marL="1200150" lvl="3" indent="-171450" algn="l" rtl="0" eaLnBrk="0" fontAlgn="base" hangingPunct="0">
        <a:spcBef>
          <a:spcPct val="15000"/>
        </a:spcBef>
        <a:spcAft>
          <a:spcPct val="0"/>
        </a:spcAft>
        <a:buChar char="–"/>
        <a:defRPr sz="1500" kern="1200">
          <a:solidFill>
            <a:schemeClr val="tx1"/>
          </a:solidFill>
          <a:latin typeface="+mn-lt"/>
          <a:ea typeface="+mn-ea"/>
          <a:cs typeface="+mn-cs"/>
        </a:defRPr>
      </a:lvl4pPr>
      <a:lvl5pPr marL="1543050" lvl="4" indent="-171450" algn="l" rtl="0" eaLnBrk="0" fontAlgn="base" hangingPunct="0">
        <a:spcBef>
          <a:spcPct val="15000"/>
        </a:spcBef>
        <a:spcAft>
          <a:spcPct val="0"/>
        </a:spcAft>
        <a:buChar char="»"/>
        <a:defRPr sz="1500" kern="120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p:cNvSpPr>
          <p:nvPr>
            <p:ph type="title"/>
          </p:nvPr>
        </p:nvSpPr>
        <p:spPr>
          <a:xfrm>
            <a:off x="457200" y="206375"/>
            <a:ext cx="8229600" cy="85725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4099" name="Rectangle 3"/>
          <p:cNvSpPr>
            <a:spLocks noGrp="1"/>
          </p:cNvSpPr>
          <p:nvPr>
            <p:ph type="body"/>
          </p:nvPr>
        </p:nvSpPr>
        <p:spPr>
          <a:xfrm>
            <a:off x="457200" y="1200150"/>
            <a:ext cx="8229600" cy="3395663"/>
          </a:xfrm>
          <a:prstGeom prst="rect">
            <a:avLst/>
          </a:prstGeom>
          <a:noFill/>
          <a:ln w="9525">
            <a:noFill/>
          </a:ln>
        </p:spPr>
        <p:txBody>
          <a:bodyPr anchor="t"/>
          <a:lstStyle/>
          <a:p>
            <a:pPr lvl="0" indent="-34290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4100" name="Rectangle 4"/>
          <p:cNvSpPr>
            <a:spLocks noGrp="1"/>
          </p:cNvSpPr>
          <p:nvPr>
            <p:ph type="dt" sz="half" idx="2"/>
          </p:nvPr>
        </p:nvSpPr>
        <p:spPr>
          <a:xfrm>
            <a:off x="457200" y="4684713"/>
            <a:ext cx="2133600" cy="357188"/>
          </a:xfrm>
          <a:prstGeom prst="rect">
            <a:avLst/>
          </a:prstGeom>
          <a:noFill/>
          <a:ln w="9525">
            <a:noFill/>
            <a:miter/>
          </a:ln>
        </p:spPr>
        <p:txBody>
          <a:bodyPr/>
          <a:lstStyle>
            <a:lvl1pPr>
              <a:defRPr sz="1050" noProof="1" dirty="0">
                <a:cs typeface="+mn-ea"/>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4101" name="Rectangle 5"/>
          <p:cNvSpPr>
            <a:spLocks noGrp="1"/>
          </p:cNvSpPr>
          <p:nvPr>
            <p:ph type="ftr" sz="quarter" idx="3"/>
          </p:nvPr>
        </p:nvSpPr>
        <p:spPr>
          <a:xfrm>
            <a:off x="3124200" y="4684713"/>
            <a:ext cx="2895600" cy="357188"/>
          </a:xfrm>
          <a:prstGeom prst="rect">
            <a:avLst/>
          </a:prstGeom>
          <a:noFill/>
          <a:ln w="9525">
            <a:noFill/>
            <a:miter/>
          </a:ln>
        </p:spPr>
        <p:txBody>
          <a:bodyPr/>
          <a:lstStyle>
            <a:lvl1pPr algn="ctr">
              <a:defRPr sz="1050" noProof="1"/>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2" name="Rectangle 6"/>
          <p:cNvSpPr>
            <a:spLocks noGrp="1"/>
          </p:cNvSpPr>
          <p:nvPr>
            <p:ph type="sldNum" sz="quarter" idx="4"/>
          </p:nvPr>
        </p:nvSpPr>
        <p:spPr>
          <a:xfrm>
            <a:off x="6553200" y="4684713"/>
            <a:ext cx="2133600" cy="357188"/>
          </a:xfrm>
          <a:prstGeom prst="rect">
            <a:avLst/>
          </a:prstGeom>
          <a:noFill/>
          <a:ln w="9525">
            <a:noFill/>
            <a:miter/>
          </a:ln>
        </p:spPr>
        <p:txBody>
          <a:bodyPr vert="horz" wrap="square" lIns="91440" tIns="45720" rIns="91440" bIns="45720" numCol="1" anchor="t" anchorCtr="0" compatLnSpc="1"/>
          <a:lstStyle>
            <a:lvl1pPr algn="r">
              <a:defRPr sz="1050"/>
            </a:lvl1p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ctr" rtl="0" eaLnBrk="0" fontAlgn="base" hangingPunct="0">
        <a:spcBef>
          <a:spcPct val="0"/>
        </a:spcBef>
        <a:spcAft>
          <a:spcPct val="0"/>
        </a:spcAft>
        <a:defRPr sz="33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har char="•"/>
        <a:defRPr sz="2400" kern="1200">
          <a:solidFill>
            <a:schemeClr val="tx1"/>
          </a:solidFill>
          <a:latin typeface="+mn-lt"/>
          <a:ea typeface="+mn-ea"/>
          <a:cs typeface="+mn-cs"/>
        </a:defRPr>
      </a:lvl1pPr>
      <a:lvl2pPr marL="557530" lvl="1" indent="-214630" algn="l" rtl="0" eaLnBrk="0" fontAlgn="base" hangingPunct="0">
        <a:spcBef>
          <a:spcPct val="15000"/>
        </a:spcBef>
        <a:spcAft>
          <a:spcPct val="0"/>
        </a:spcAft>
        <a:buChar char="–"/>
        <a:defRPr sz="2100" kern="1200">
          <a:solidFill>
            <a:schemeClr val="tx1"/>
          </a:solidFill>
          <a:latin typeface="+mn-lt"/>
          <a:ea typeface="+mn-ea"/>
          <a:cs typeface="+mn-cs"/>
        </a:defRPr>
      </a:lvl2pPr>
      <a:lvl3pPr marL="857250" lvl="2" indent="-171450" algn="l" rtl="0" eaLnBrk="0" fontAlgn="base" hangingPunct="0">
        <a:spcBef>
          <a:spcPct val="15000"/>
        </a:spcBef>
        <a:spcAft>
          <a:spcPct val="0"/>
        </a:spcAft>
        <a:buChar char="•"/>
        <a:defRPr sz="1800" kern="1200">
          <a:solidFill>
            <a:schemeClr val="tx1"/>
          </a:solidFill>
          <a:latin typeface="+mn-lt"/>
          <a:ea typeface="+mn-ea"/>
          <a:cs typeface="+mn-cs"/>
        </a:defRPr>
      </a:lvl3pPr>
      <a:lvl4pPr marL="1200150" lvl="3" indent="-171450" algn="l" rtl="0" eaLnBrk="0" fontAlgn="base" hangingPunct="0">
        <a:spcBef>
          <a:spcPct val="15000"/>
        </a:spcBef>
        <a:spcAft>
          <a:spcPct val="0"/>
        </a:spcAft>
        <a:buChar char="–"/>
        <a:defRPr sz="1500" kern="1200">
          <a:solidFill>
            <a:schemeClr val="tx1"/>
          </a:solidFill>
          <a:latin typeface="+mn-lt"/>
          <a:ea typeface="+mn-ea"/>
          <a:cs typeface="+mn-cs"/>
        </a:defRPr>
      </a:lvl4pPr>
      <a:lvl5pPr marL="1543050" lvl="4" indent="-171450" algn="l" rtl="0" eaLnBrk="0" fontAlgn="base" hangingPunct="0">
        <a:spcBef>
          <a:spcPct val="15000"/>
        </a:spcBef>
        <a:spcAft>
          <a:spcPct val="0"/>
        </a:spcAft>
        <a:buChar char="»"/>
        <a:defRPr sz="1500" kern="120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grpSp>
        <p:nvGrpSpPr>
          <p:cNvPr id="5122" name="组合 5121"/>
          <p:cNvGrpSpPr/>
          <p:nvPr/>
        </p:nvGrpSpPr>
        <p:grpSpPr>
          <a:xfrm>
            <a:off x="0" y="0"/>
            <a:ext cx="9144000" cy="5143500"/>
            <a:chOff x="0" y="0"/>
            <a:chExt cx="5760" cy="4319"/>
          </a:xfrm>
        </p:grpSpPr>
        <p:sp>
          <p:nvSpPr>
            <p:cNvPr id="5123" name="任意多边形 5122"/>
            <p:cNvSpPr/>
            <p:nvPr/>
          </p:nvSpPr>
          <p:spPr>
            <a:xfrm>
              <a:off x="0" y="12"/>
              <a:ext cx="5758" cy="3273"/>
            </a:xfrm>
            <a:custGeom>
              <a:avLst/>
              <a:gdLst/>
              <a:ahLst/>
              <a:cxnLst>
                <a:cxn ang="0">
                  <a:pos x="3213" y="1816"/>
                </a:cxn>
                <a:cxn ang="0">
                  <a:pos x="0" y="0"/>
                </a:cxn>
                <a:cxn ang="0">
                  <a:pos x="0" y="522"/>
                </a:cxn>
                <a:cxn ang="0">
                  <a:pos x="3057" y="1978"/>
                </a:cxn>
                <a:cxn ang="0">
                  <a:pos x="5776" y="3273"/>
                </a:cxn>
                <a:cxn ang="0">
                  <a:pos x="5776" y="3267"/>
                </a:cxn>
                <a:cxn ang="0">
                  <a:pos x="3213" y="1816"/>
                </a:cxn>
                <a:cxn ang="0">
                  <a:pos x="3213" y="1816"/>
                </a:cxn>
              </a:cxnLst>
              <a:rect l="0" t="0" r="0" b="0"/>
              <a:pathLst>
                <a:path w="5740" h="3273">
                  <a:moveTo>
                    <a:pt x="3193" y="1816"/>
                  </a:moveTo>
                  <a:lnTo>
                    <a:pt x="0" y="0"/>
                  </a:lnTo>
                  <a:lnTo>
                    <a:pt x="0" y="522"/>
                  </a:lnTo>
                  <a:lnTo>
                    <a:pt x="3037" y="1978"/>
                  </a:lnTo>
                  <a:lnTo>
                    <a:pt x="5740" y="3273"/>
                  </a:lnTo>
                  <a:lnTo>
                    <a:pt x="5740" y="3267"/>
                  </a:lnTo>
                  <a:lnTo>
                    <a:pt x="3193" y="1816"/>
                  </a:lnTo>
                  <a:close/>
                </a:path>
              </a:pathLst>
            </a:custGeom>
            <a:gradFill rotWithShape="0">
              <a:gsLst>
                <a:gs pos="0">
                  <a:srgbClr val="000051"/>
                </a:gs>
                <a:gs pos="100000">
                  <a:schemeClr val="bg2"/>
                </a:gs>
              </a:gsLst>
              <a:lin ang="0" scaled="1"/>
              <a:tileRect/>
            </a:gradFill>
            <a:ln w="9525">
              <a:noFill/>
            </a:ln>
          </p:spPr>
          <p:txBody>
            <a:bodyPr/>
            <a:lstStyle/>
            <a:p>
              <a:endParaRPr lang="en-US"/>
            </a:p>
          </p:txBody>
        </p:sp>
        <p:sp>
          <p:nvSpPr>
            <p:cNvPr id="5124" name="任意多边形 5123"/>
            <p:cNvSpPr/>
            <p:nvPr/>
          </p:nvSpPr>
          <p:spPr>
            <a:xfrm>
              <a:off x="149" y="0"/>
              <a:ext cx="5609" cy="3243"/>
            </a:xfrm>
            <a:custGeom>
              <a:avLst/>
              <a:gdLst/>
              <a:ahLst/>
              <a:cxnLst>
                <a:cxn ang="0">
                  <a:pos x="3183" y="1714"/>
                </a:cxn>
                <a:cxn ang="0">
                  <a:pos x="433" y="0"/>
                </a:cxn>
                <a:cxn ang="0">
                  <a:pos x="0" y="0"/>
                </a:cxn>
                <a:cxn ang="0">
                  <a:pos x="3106" y="1786"/>
                </a:cxn>
                <a:cxn ang="0">
                  <a:pos x="5627" y="3243"/>
                </a:cxn>
                <a:cxn ang="0">
                  <a:pos x="5627" y="3237"/>
                </a:cxn>
                <a:cxn ang="0">
                  <a:pos x="3183" y="1714"/>
                </a:cxn>
                <a:cxn ang="0">
                  <a:pos x="3183" y="1714"/>
                </a:cxn>
              </a:cxnLst>
              <a:rect l="0" t="0" r="0" b="0"/>
              <a:pathLst>
                <a:path w="5591" h="3243">
                  <a:moveTo>
                    <a:pt x="3163" y="1714"/>
                  </a:moveTo>
                  <a:lnTo>
                    <a:pt x="431" y="0"/>
                  </a:lnTo>
                  <a:lnTo>
                    <a:pt x="0" y="0"/>
                  </a:lnTo>
                  <a:lnTo>
                    <a:pt x="3086" y="1786"/>
                  </a:lnTo>
                  <a:lnTo>
                    <a:pt x="5591" y="3243"/>
                  </a:lnTo>
                  <a:lnTo>
                    <a:pt x="5591" y="3237"/>
                  </a:lnTo>
                  <a:lnTo>
                    <a:pt x="3163" y="1714"/>
                  </a:lnTo>
                  <a:close/>
                </a:path>
              </a:pathLst>
            </a:custGeom>
            <a:gradFill rotWithShape="0">
              <a:gsLst>
                <a:gs pos="0">
                  <a:srgbClr val="00005D"/>
                </a:gs>
                <a:gs pos="100000">
                  <a:schemeClr val="bg1"/>
                </a:gs>
              </a:gsLst>
              <a:lin ang="2700000" scaled="1"/>
              <a:tileRect/>
            </a:gradFill>
            <a:ln w="9525">
              <a:noFill/>
            </a:ln>
          </p:spPr>
          <p:txBody>
            <a:bodyPr/>
            <a:lstStyle/>
            <a:p>
              <a:endParaRPr lang="en-US"/>
            </a:p>
          </p:txBody>
        </p:sp>
        <p:sp>
          <p:nvSpPr>
            <p:cNvPr id="5125" name="任意多边形 5124"/>
            <p:cNvSpPr/>
            <p:nvPr/>
          </p:nvSpPr>
          <p:spPr>
            <a:xfrm>
              <a:off x="0" y="3433"/>
              <a:ext cx="4038" cy="191"/>
            </a:xfrm>
            <a:custGeom>
              <a:avLst/>
              <a:gdLst/>
              <a:ahLst/>
              <a:cxnLst>
                <a:cxn ang="0">
                  <a:pos x="0" y="154"/>
                </a:cxn>
                <a:cxn ang="0">
                  <a:pos x="4034" y="190"/>
                </a:cxn>
                <a:cxn ang="0">
                  <a:pos x="4034" y="142"/>
                </a:cxn>
                <a:cxn ang="0">
                  <a:pos x="0" y="0"/>
                </a:cxn>
                <a:cxn ang="0">
                  <a:pos x="0" y="154"/>
                </a:cxn>
                <a:cxn ang="0">
                  <a:pos x="0" y="154"/>
                </a:cxn>
              </a:cxnLst>
              <a:rect l="0" t="0" r="0" b="0"/>
              <a:pathLst>
                <a:path w="4042" h="192">
                  <a:moveTo>
                    <a:pt x="0" y="156"/>
                  </a:moveTo>
                  <a:lnTo>
                    <a:pt x="4042" y="192"/>
                  </a:lnTo>
                  <a:lnTo>
                    <a:pt x="4042" y="144"/>
                  </a:lnTo>
                  <a:lnTo>
                    <a:pt x="0" y="0"/>
                  </a:lnTo>
                  <a:lnTo>
                    <a:pt x="0" y="156"/>
                  </a:lnTo>
                  <a:close/>
                </a:path>
              </a:pathLst>
            </a:custGeom>
            <a:gradFill rotWithShape="0">
              <a:gsLst>
                <a:gs pos="0">
                  <a:srgbClr val="000061"/>
                </a:gs>
                <a:gs pos="100000">
                  <a:schemeClr val="bg2"/>
                </a:gs>
              </a:gsLst>
              <a:lin ang="0" scaled="1"/>
              <a:tileRect/>
            </a:gradFill>
            <a:ln w="9525">
              <a:noFill/>
            </a:ln>
          </p:spPr>
          <p:txBody>
            <a:bodyPr/>
            <a:lstStyle/>
            <a:p>
              <a:endParaRPr lang="en-US"/>
            </a:p>
          </p:txBody>
        </p:sp>
        <p:sp>
          <p:nvSpPr>
            <p:cNvPr id="5126" name="任意多边形 5125"/>
            <p:cNvSpPr/>
            <p:nvPr/>
          </p:nvSpPr>
          <p:spPr>
            <a:xfrm>
              <a:off x="4038" y="3577"/>
              <a:ext cx="1720" cy="65"/>
            </a:xfrm>
            <a:custGeom>
              <a:avLst/>
              <a:gdLst/>
              <a:ahLst/>
              <a:cxnLst>
                <a:cxn ang="0">
                  <a:pos x="1718" y="64"/>
                </a:cxn>
                <a:cxn ang="0">
                  <a:pos x="1718" y="58"/>
                </a:cxn>
                <a:cxn ang="0">
                  <a:pos x="0" y="0"/>
                </a:cxn>
                <a:cxn ang="0">
                  <a:pos x="0" y="46"/>
                </a:cxn>
                <a:cxn ang="0">
                  <a:pos x="1718" y="64"/>
                </a:cxn>
                <a:cxn ang="0">
                  <a:pos x="1718" y="64"/>
                </a:cxn>
              </a:cxnLst>
              <a:rect l="0" t="0" r="0" b="0"/>
              <a:pathLst>
                <a:path w="1722" h="66">
                  <a:moveTo>
                    <a:pt x="1722" y="66"/>
                  </a:moveTo>
                  <a:lnTo>
                    <a:pt x="1722" y="60"/>
                  </a:lnTo>
                  <a:lnTo>
                    <a:pt x="0" y="0"/>
                  </a:lnTo>
                  <a:lnTo>
                    <a:pt x="0" y="48"/>
                  </a:lnTo>
                  <a:lnTo>
                    <a:pt x="1722" y="66"/>
                  </a:lnTo>
                  <a:close/>
                </a:path>
              </a:pathLst>
            </a:custGeom>
            <a:gradFill rotWithShape="0">
              <a:gsLst>
                <a:gs pos="0">
                  <a:schemeClr val="bg2"/>
                </a:gs>
                <a:gs pos="100000">
                  <a:schemeClr val="bg1"/>
                </a:gs>
              </a:gsLst>
              <a:lin ang="0" scaled="1"/>
              <a:tileRect/>
            </a:gradFill>
            <a:ln w="9525">
              <a:noFill/>
            </a:ln>
          </p:spPr>
          <p:txBody>
            <a:bodyPr/>
            <a:lstStyle/>
            <a:p>
              <a:endParaRPr lang="en-US"/>
            </a:p>
          </p:txBody>
        </p:sp>
        <p:sp>
          <p:nvSpPr>
            <p:cNvPr id="5127" name="任意多边形 5126"/>
            <p:cNvSpPr/>
            <p:nvPr/>
          </p:nvSpPr>
          <p:spPr>
            <a:xfrm>
              <a:off x="0" y="3726"/>
              <a:ext cx="4784" cy="329"/>
            </a:xfrm>
            <a:custGeom>
              <a:avLst/>
              <a:gdLst/>
              <a:ahLst/>
              <a:cxnLst>
                <a:cxn ang="0">
                  <a:pos x="0" y="329"/>
                </a:cxn>
                <a:cxn ang="0">
                  <a:pos x="4779" y="77"/>
                </a:cxn>
                <a:cxn ang="0">
                  <a:pos x="4779" y="0"/>
                </a:cxn>
                <a:cxn ang="0">
                  <a:pos x="0" y="107"/>
                </a:cxn>
                <a:cxn ang="0">
                  <a:pos x="0" y="329"/>
                </a:cxn>
                <a:cxn ang="0">
                  <a:pos x="0" y="329"/>
                </a:cxn>
              </a:cxnLst>
              <a:rect l="0" t="0" r="0" b="0"/>
              <a:pathLst>
                <a:path w="4789" h="329">
                  <a:moveTo>
                    <a:pt x="0" y="329"/>
                  </a:moveTo>
                  <a:lnTo>
                    <a:pt x="4789" y="77"/>
                  </a:lnTo>
                  <a:lnTo>
                    <a:pt x="4789" y="0"/>
                  </a:lnTo>
                  <a:lnTo>
                    <a:pt x="0" y="107"/>
                  </a:lnTo>
                  <a:lnTo>
                    <a:pt x="0" y="329"/>
                  </a:lnTo>
                  <a:close/>
                </a:path>
              </a:pathLst>
            </a:custGeom>
            <a:gradFill rotWithShape="0">
              <a:gsLst>
                <a:gs pos="0">
                  <a:srgbClr val="00007D"/>
                </a:gs>
                <a:gs pos="100000">
                  <a:schemeClr val="bg1"/>
                </a:gs>
              </a:gsLst>
              <a:lin ang="0" scaled="1"/>
              <a:tileRect/>
            </a:gradFill>
            <a:ln w="9525">
              <a:noFill/>
            </a:ln>
          </p:spPr>
          <p:txBody>
            <a:bodyPr/>
            <a:lstStyle/>
            <a:p>
              <a:endParaRPr lang="en-US"/>
            </a:p>
          </p:txBody>
        </p:sp>
        <p:sp>
          <p:nvSpPr>
            <p:cNvPr id="5128" name="任意多边形 5127"/>
            <p:cNvSpPr/>
            <p:nvPr/>
          </p:nvSpPr>
          <p:spPr>
            <a:xfrm>
              <a:off x="4784" y="3702"/>
              <a:ext cx="974" cy="101"/>
            </a:xfrm>
            <a:custGeom>
              <a:avLst/>
              <a:gdLst/>
              <a:ahLst/>
              <a:cxnLst>
                <a:cxn ang="0">
                  <a:pos x="973" y="48"/>
                </a:cxn>
                <a:cxn ang="0">
                  <a:pos x="973" y="0"/>
                </a:cxn>
                <a:cxn ang="0">
                  <a:pos x="0" y="24"/>
                </a:cxn>
                <a:cxn ang="0">
                  <a:pos x="0" y="101"/>
                </a:cxn>
                <a:cxn ang="0">
                  <a:pos x="973" y="48"/>
                </a:cxn>
                <a:cxn ang="0">
                  <a:pos x="973" y="48"/>
                </a:cxn>
              </a:cxnLst>
              <a:rect l="0" t="0" r="0" b="0"/>
              <a:pathLst>
                <a:path w="975" h="101">
                  <a:moveTo>
                    <a:pt x="975" y="48"/>
                  </a:moveTo>
                  <a:lnTo>
                    <a:pt x="975" y="0"/>
                  </a:lnTo>
                  <a:lnTo>
                    <a:pt x="0" y="24"/>
                  </a:lnTo>
                  <a:lnTo>
                    <a:pt x="0" y="101"/>
                  </a:lnTo>
                  <a:lnTo>
                    <a:pt x="975" y="48"/>
                  </a:lnTo>
                  <a:close/>
                </a:path>
              </a:pathLst>
            </a:custGeom>
            <a:solidFill>
              <a:schemeClr val="bg1"/>
            </a:solidFill>
            <a:ln w="9525">
              <a:noFill/>
            </a:ln>
          </p:spPr>
          <p:txBody>
            <a:bodyPr/>
            <a:lstStyle/>
            <a:p>
              <a:endParaRPr lang="en-US"/>
            </a:p>
          </p:txBody>
        </p:sp>
        <p:sp>
          <p:nvSpPr>
            <p:cNvPr id="5129" name="任意多边形 5128"/>
            <p:cNvSpPr/>
            <p:nvPr/>
          </p:nvSpPr>
          <p:spPr>
            <a:xfrm>
              <a:off x="3619" y="3815"/>
              <a:ext cx="2139" cy="198"/>
            </a:xfrm>
            <a:custGeom>
              <a:avLst/>
              <a:gdLst/>
              <a:ahLst/>
              <a:cxnLst>
                <a:cxn ang="0">
                  <a:pos x="2137" y="0"/>
                </a:cxn>
                <a:cxn ang="0">
                  <a:pos x="0" y="156"/>
                </a:cxn>
                <a:cxn ang="0">
                  <a:pos x="0" y="198"/>
                </a:cxn>
                <a:cxn ang="0">
                  <a:pos x="2137" y="0"/>
                </a:cxn>
                <a:cxn ang="0">
                  <a:pos x="2137" y="0"/>
                </a:cxn>
              </a:cxnLst>
              <a:rect l="0" t="0" r="0" b="0"/>
              <a:pathLst>
                <a:path w="2141" h="198">
                  <a:moveTo>
                    <a:pt x="2141" y="0"/>
                  </a:moveTo>
                  <a:lnTo>
                    <a:pt x="0" y="156"/>
                  </a:lnTo>
                  <a:lnTo>
                    <a:pt x="0" y="198"/>
                  </a:lnTo>
                  <a:lnTo>
                    <a:pt x="2141" y="0"/>
                  </a:lnTo>
                  <a:close/>
                </a:path>
              </a:pathLst>
            </a:custGeom>
            <a:solidFill>
              <a:schemeClr val="bg1"/>
            </a:solidFill>
            <a:ln w="9525">
              <a:noFill/>
            </a:ln>
          </p:spPr>
          <p:txBody>
            <a:bodyPr/>
            <a:lstStyle/>
            <a:p>
              <a:endParaRPr lang="en-US"/>
            </a:p>
          </p:txBody>
        </p:sp>
        <p:sp>
          <p:nvSpPr>
            <p:cNvPr id="5130" name="任意多边形 5129"/>
            <p:cNvSpPr/>
            <p:nvPr/>
          </p:nvSpPr>
          <p:spPr>
            <a:xfrm>
              <a:off x="0" y="3971"/>
              <a:ext cx="3619" cy="348"/>
            </a:xfrm>
            <a:custGeom>
              <a:avLst/>
              <a:gdLst/>
              <a:ahLst/>
              <a:cxnLst>
                <a:cxn ang="0">
                  <a:pos x="0" y="348"/>
                </a:cxn>
                <a:cxn ang="0">
                  <a:pos x="311" y="348"/>
                </a:cxn>
                <a:cxn ang="0">
                  <a:pos x="3615" y="42"/>
                </a:cxn>
                <a:cxn ang="0">
                  <a:pos x="3615" y="0"/>
                </a:cxn>
                <a:cxn ang="0">
                  <a:pos x="0" y="264"/>
                </a:cxn>
                <a:cxn ang="0">
                  <a:pos x="0" y="348"/>
                </a:cxn>
                <a:cxn ang="0">
                  <a:pos x="0" y="348"/>
                </a:cxn>
              </a:cxnLst>
              <a:rect l="0" t="0" r="0" b="0"/>
              <a:pathLst>
                <a:path w="3623" h="348">
                  <a:moveTo>
                    <a:pt x="0" y="348"/>
                  </a:moveTo>
                  <a:lnTo>
                    <a:pt x="311" y="348"/>
                  </a:lnTo>
                  <a:lnTo>
                    <a:pt x="3623" y="42"/>
                  </a:lnTo>
                  <a:lnTo>
                    <a:pt x="3623" y="0"/>
                  </a:lnTo>
                  <a:lnTo>
                    <a:pt x="0" y="264"/>
                  </a:lnTo>
                  <a:lnTo>
                    <a:pt x="0" y="348"/>
                  </a:lnTo>
                  <a:close/>
                </a:path>
              </a:pathLst>
            </a:custGeom>
            <a:gradFill rotWithShape="0">
              <a:gsLst>
                <a:gs pos="0">
                  <a:srgbClr val="00006F"/>
                </a:gs>
                <a:gs pos="100000">
                  <a:schemeClr val="bg1"/>
                </a:gs>
              </a:gsLst>
              <a:lin ang="0" scaled="1"/>
              <a:tileRect/>
            </a:gradFill>
            <a:ln w="9525">
              <a:noFill/>
            </a:ln>
          </p:spPr>
          <p:txBody>
            <a:bodyPr/>
            <a:lstStyle/>
            <a:p>
              <a:endParaRPr lang="en-US"/>
            </a:p>
          </p:txBody>
        </p:sp>
        <p:sp>
          <p:nvSpPr>
            <p:cNvPr id="5131" name="任意多边形 5130"/>
            <p:cNvSpPr/>
            <p:nvPr/>
          </p:nvSpPr>
          <p:spPr>
            <a:xfrm>
              <a:off x="2097" y="4043"/>
              <a:ext cx="2514" cy="276"/>
            </a:xfrm>
            <a:custGeom>
              <a:avLst/>
              <a:gdLst/>
              <a:ahLst/>
              <a:cxnLst>
                <a:cxn ang="0">
                  <a:pos x="2176" y="276"/>
                </a:cxn>
                <a:cxn ang="0">
                  <a:pos x="2511" y="204"/>
                </a:cxn>
                <a:cxn ang="0">
                  <a:pos x="2254" y="0"/>
                </a:cxn>
                <a:cxn ang="0">
                  <a:pos x="0" y="276"/>
                </a:cxn>
                <a:cxn ang="0">
                  <a:pos x="2176" y="276"/>
                </a:cxn>
                <a:cxn ang="0">
                  <a:pos x="2176" y="276"/>
                </a:cxn>
              </a:cxnLst>
              <a:rect l="0" t="0" r="0" b="0"/>
              <a:pathLst>
                <a:path w="2517" h="276">
                  <a:moveTo>
                    <a:pt x="2182" y="276"/>
                  </a:moveTo>
                  <a:lnTo>
                    <a:pt x="2517" y="204"/>
                  </a:lnTo>
                  <a:lnTo>
                    <a:pt x="2260" y="0"/>
                  </a:lnTo>
                  <a:lnTo>
                    <a:pt x="0" y="276"/>
                  </a:lnTo>
                  <a:lnTo>
                    <a:pt x="2182" y="276"/>
                  </a:lnTo>
                  <a:close/>
                </a:path>
              </a:pathLst>
            </a:custGeom>
            <a:solidFill>
              <a:schemeClr val="bg1"/>
            </a:solidFill>
            <a:ln w="9525">
              <a:noFill/>
            </a:ln>
          </p:spPr>
          <p:txBody>
            <a:bodyPr/>
            <a:lstStyle/>
            <a:p>
              <a:endParaRPr lang="en-US"/>
            </a:p>
          </p:txBody>
        </p:sp>
        <p:sp>
          <p:nvSpPr>
            <p:cNvPr id="5132" name="任意多边形 5131"/>
            <p:cNvSpPr/>
            <p:nvPr/>
          </p:nvSpPr>
          <p:spPr>
            <a:xfrm>
              <a:off x="4354" y="3869"/>
              <a:ext cx="1404" cy="378"/>
            </a:xfrm>
            <a:custGeom>
              <a:avLst/>
              <a:gdLst/>
              <a:ahLst/>
              <a:cxnLst>
                <a:cxn ang="0">
                  <a:pos x="1403" y="126"/>
                </a:cxn>
                <a:cxn ang="0">
                  <a:pos x="1403" y="0"/>
                </a:cxn>
                <a:cxn ang="0">
                  <a:pos x="0" y="174"/>
                </a:cxn>
                <a:cxn ang="0">
                  <a:pos x="257" y="378"/>
                </a:cxn>
                <a:cxn ang="0">
                  <a:pos x="1403" y="126"/>
                </a:cxn>
                <a:cxn ang="0">
                  <a:pos x="1403" y="126"/>
                </a:cxn>
              </a:cxnLst>
              <a:rect l="0" t="0" r="0" b="0"/>
              <a:pathLst>
                <a:path w="1405" h="378">
                  <a:moveTo>
                    <a:pt x="1405" y="126"/>
                  </a:moveTo>
                  <a:lnTo>
                    <a:pt x="1405" y="0"/>
                  </a:lnTo>
                  <a:lnTo>
                    <a:pt x="0" y="174"/>
                  </a:lnTo>
                  <a:lnTo>
                    <a:pt x="257" y="378"/>
                  </a:lnTo>
                  <a:lnTo>
                    <a:pt x="1405" y="126"/>
                  </a:lnTo>
                  <a:close/>
                </a:path>
              </a:pathLst>
            </a:custGeom>
            <a:gradFill rotWithShape="0">
              <a:gsLst>
                <a:gs pos="0">
                  <a:schemeClr val="bg1"/>
                </a:gs>
                <a:gs pos="100000">
                  <a:srgbClr val="08089C"/>
                </a:gs>
              </a:gsLst>
              <a:lin ang="0" scaled="1"/>
              <a:tileRect/>
            </a:gradFill>
            <a:ln w="9525">
              <a:noFill/>
            </a:ln>
          </p:spPr>
          <p:txBody>
            <a:bodyPr/>
            <a:lstStyle/>
            <a:p>
              <a:endParaRPr lang="en-US"/>
            </a:p>
          </p:txBody>
        </p:sp>
        <p:sp>
          <p:nvSpPr>
            <p:cNvPr id="5133" name="任意多边形 5132"/>
            <p:cNvSpPr/>
            <p:nvPr/>
          </p:nvSpPr>
          <p:spPr>
            <a:xfrm>
              <a:off x="5030" y="3151"/>
              <a:ext cx="728" cy="240"/>
            </a:xfrm>
            <a:custGeom>
              <a:avLst/>
              <a:gdLst/>
              <a:ahLst/>
              <a:cxnLst>
                <a:cxn ang="0">
                  <a:pos x="727" y="240"/>
                </a:cxn>
                <a:cxn ang="0">
                  <a:pos x="0" y="0"/>
                </a:cxn>
                <a:cxn ang="0">
                  <a:pos x="0" y="6"/>
                </a:cxn>
                <a:cxn ang="0">
                  <a:pos x="727" y="240"/>
                </a:cxn>
                <a:cxn ang="0">
                  <a:pos x="727" y="240"/>
                </a:cxn>
              </a:cxnLst>
              <a:rect l="0" t="0" r="0" b="0"/>
              <a:pathLst>
                <a:path w="729" h="240">
                  <a:moveTo>
                    <a:pt x="729" y="240"/>
                  </a:moveTo>
                  <a:lnTo>
                    <a:pt x="0" y="0"/>
                  </a:lnTo>
                  <a:lnTo>
                    <a:pt x="0" y="6"/>
                  </a:lnTo>
                  <a:lnTo>
                    <a:pt x="729" y="240"/>
                  </a:lnTo>
                  <a:close/>
                </a:path>
              </a:pathLst>
            </a:custGeom>
            <a:solidFill>
              <a:schemeClr val="bg1"/>
            </a:solidFill>
            <a:ln w="9525">
              <a:noFill/>
            </a:ln>
          </p:spPr>
          <p:txBody>
            <a:bodyPr/>
            <a:lstStyle/>
            <a:p>
              <a:endParaRPr lang="en-US"/>
            </a:p>
          </p:txBody>
        </p:sp>
        <p:sp>
          <p:nvSpPr>
            <p:cNvPr id="5134" name="任意多边形 5133"/>
            <p:cNvSpPr/>
            <p:nvPr/>
          </p:nvSpPr>
          <p:spPr>
            <a:xfrm>
              <a:off x="0" y="1486"/>
              <a:ext cx="5030" cy="1671"/>
            </a:xfrm>
            <a:custGeom>
              <a:avLst/>
              <a:gdLst/>
              <a:ahLst/>
              <a:cxnLst>
                <a:cxn ang="0">
                  <a:pos x="0" y="72"/>
                </a:cxn>
                <a:cxn ang="0">
                  <a:pos x="5025" y="1670"/>
                </a:cxn>
                <a:cxn ang="0">
                  <a:pos x="5025" y="1664"/>
                </a:cxn>
                <a:cxn ang="0">
                  <a:pos x="0" y="0"/>
                </a:cxn>
                <a:cxn ang="0">
                  <a:pos x="0" y="72"/>
                </a:cxn>
                <a:cxn ang="0">
                  <a:pos x="0" y="72"/>
                </a:cxn>
              </a:cxnLst>
              <a:rect l="0" t="0" r="0" b="0"/>
              <a:pathLst>
                <a:path w="5035" h="1672">
                  <a:moveTo>
                    <a:pt x="0" y="72"/>
                  </a:moveTo>
                  <a:lnTo>
                    <a:pt x="5035" y="1672"/>
                  </a:lnTo>
                  <a:lnTo>
                    <a:pt x="5035" y="1666"/>
                  </a:lnTo>
                  <a:lnTo>
                    <a:pt x="0" y="0"/>
                  </a:lnTo>
                  <a:lnTo>
                    <a:pt x="0" y="72"/>
                  </a:lnTo>
                  <a:close/>
                </a:path>
              </a:pathLst>
            </a:custGeom>
            <a:gradFill rotWithShape="0">
              <a:gsLst>
                <a:gs pos="0">
                  <a:srgbClr val="000053"/>
                </a:gs>
                <a:gs pos="100000">
                  <a:schemeClr val="bg1"/>
                </a:gs>
              </a:gsLst>
              <a:lin ang="2700000" scaled="1"/>
              <a:tileRect/>
            </a:gradFill>
            <a:ln w="9525">
              <a:noFill/>
            </a:ln>
          </p:spPr>
          <p:txBody>
            <a:bodyPr/>
            <a:lstStyle/>
            <a:p>
              <a:endParaRPr lang="en-US"/>
            </a:p>
          </p:txBody>
        </p:sp>
        <p:sp>
          <p:nvSpPr>
            <p:cNvPr id="5135" name="任意多边形 5134"/>
            <p:cNvSpPr/>
            <p:nvPr/>
          </p:nvSpPr>
          <p:spPr>
            <a:xfrm>
              <a:off x="5030" y="3049"/>
              <a:ext cx="728" cy="318"/>
            </a:xfrm>
            <a:custGeom>
              <a:avLst/>
              <a:gdLst/>
              <a:ahLst/>
              <a:cxnLst>
                <a:cxn ang="0">
                  <a:pos x="727" y="318"/>
                </a:cxn>
                <a:cxn ang="0">
                  <a:pos x="727" y="312"/>
                </a:cxn>
                <a:cxn ang="0">
                  <a:pos x="0" y="0"/>
                </a:cxn>
                <a:cxn ang="0">
                  <a:pos x="0" y="54"/>
                </a:cxn>
                <a:cxn ang="0">
                  <a:pos x="727" y="318"/>
                </a:cxn>
                <a:cxn ang="0">
                  <a:pos x="727" y="318"/>
                </a:cxn>
              </a:cxnLst>
              <a:rect l="0" t="0" r="0" b="0"/>
              <a:pathLst>
                <a:path w="729" h="318">
                  <a:moveTo>
                    <a:pt x="729" y="318"/>
                  </a:moveTo>
                  <a:lnTo>
                    <a:pt x="729" y="312"/>
                  </a:lnTo>
                  <a:lnTo>
                    <a:pt x="0" y="0"/>
                  </a:lnTo>
                  <a:lnTo>
                    <a:pt x="0" y="54"/>
                  </a:lnTo>
                  <a:lnTo>
                    <a:pt x="729" y="318"/>
                  </a:lnTo>
                  <a:close/>
                </a:path>
              </a:pathLst>
            </a:custGeom>
            <a:gradFill rotWithShape="0">
              <a:gsLst>
                <a:gs pos="0">
                  <a:schemeClr val="bg2"/>
                </a:gs>
                <a:gs pos="100000">
                  <a:schemeClr val="bg1"/>
                </a:gs>
              </a:gsLst>
              <a:lin ang="0" scaled="1"/>
              <a:tileRect/>
            </a:gradFill>
            <a:ln w="9525">
              <a:noFill/>
            </a:ln>
          </p:spPr>
          <p:txBody>
            <a:bodyPr/>
            <a:lstStyle/>
            <a:p>
              <a:endParaRPr lang="en-US"/>
            </a:p>
          </p:txBody>
        </p:sp>
        <p:sp>
          <p:nvSpPr>
            <p:cNvPr id="5136" name="任意多边形 5135"/>
            <p:cNvSpPr/>
            <p:nvPr/>
          </p:nvSpPr>
          <p:spPr>
            <a:xfrm>
              <a:off x="0" y="916"/>
              <a:ext cx="5030" cy="2187"/>
            </a:xfrm>
            <a:custGeom>
              <a:avLst/>
              <a:gdLst/>
              <a:ahLst/>
              <a:cxnLst>
                <a:cxn ang="0">
                  <a:pos x="0" y="396"/>
                </a:cxn>
                <a:cxn ang="0">
                  <a:pos x="5025" y="2186"/>
                </a:cxn>
                <a:cxn ang="0">
                  <a:pos x="5025" y="2132"/>
                </a:cxn>
                <a:cxn ang="0">
                  <a:pos x="0" y="0"/>
                </a:cxn>
                <a:cxn ang="0">
                  <a:pos x="0" y="396"/>
                </a:cxn>
                <a:cxn ang="0">
                  <a:pos x="0" y="396"/>
                </a:cxn>
              </a:cxnLst>
              <a:rect l="0" t="0" r="0" b="0"/>
              <a:pathLst>
                <a:path w="5035" h="2188">
                  <a:moveTo>
                    <a:pt x="0" y="396"/>
                  </a:moveTo>
                  <a:lnTo>
                    <a:pt x="5035" y="2188"/>
                  </a:lnTo>
                  <a:lnTo>
                    <a:pt x="5035" y="2134"/>
                  </a:lnTo>
                  <a:lnTo>
                    <a:pt x="0" y="0"/>
                  </a:lnTo>
                  <a:lnTo>
                    <a:pt x="0" y="396"/>
                  </a:lnTo>
                  <a:close/>
                </a:path>
              </a:pathLst>
            </a:custGeom>
            <a:gradFill rotWithShape="0">
              <a:gsLst>
                <a:gs pos="0">
                  <a:srgbClr val="000055"/>
                </a:gs>
                <a:gs pos="100000">
                  <a:schemeClr val="bg2"/>
                </a:gs>
              </a:gsLst>
              <a:lin ang="0" scaled="1"/>
              <a:tileRect/>
            </a:gradFill>
            <a:ln w="9525">
              <a:noFill/>
            </a:ln>
          </p:spPr>
          <p:txBody>
            <a:bodyPr/>
            <a:lstStyle/>
            <a:p>
              <a:endParaRPr lang="en-US"/>
            </a:p>
          </p:txBody>
        </p:sp>
        <p:sp>
          <p:nvSpPr>
            <p:cNvPr id="5137" name="任意多边形 5136"/>
            <p:cNvSpPr/>
            <p:nvPr/>
          </p:nvSpPr>
          <p:spPr>
            <a:xfrm>
              <a:off x="2294" y="0"/>
              <a:ext cx="3159" cy="2725"/>
            </a:xfrm>
            <a:custGeom>
              <a:avLst/>
              <a:gdLst/>
              <a:ahLst/>
              <a:cxnLst>
                <a:cxn ang="0">
                  <a:pos x="0" y="0"/>
                </a:cxn>
                <a:cxn ang="0">
                  <a:pos x="3137" y="2723"/>
                </a:cxn>
                <a:cxn ang="0">
                  <a:pos x="3155" y="2700"/>
                </a:cxn>
                <a:cxn ang="0">
                  <a:pos x="102" y="0"/>
                </a:cxn>
                <a:cxn ang="0">
                  <a:pos x="0" y="0"/>
                </a:cxn>
                <a:cxn ang="0">
                  <a:pos x="0" y="0"/>
                </a:cxn>
              </a:cxnLst>
              <a:rect l="0" t="0" r="0" b="0"/>
              <a:pathLst>
                <a:path w="3163" h="2727">
                  <a:moveTo>
                    <a:pt x="0" y="0"/>
                  </a:moveTo>
                  <a:lnTo>
                    <a:pt x="3145" y="2727"/>
                  </a:lnTo>
                  <a:lnTo>
                    <a:pt x="3163" y="2704"/>
                  </a:lnTo>
                  <a:lnTo>
                    <a:pt x="102" y="0"/>
                  </a:lnTo>
                  <a:lnTo>
                    <a:pt x="0" y="0"/>
                  </a:lnTo>
                  <a:close/>
                </a:path>
              </a:pathLst>
            </a:custGeom>
            <a:gradFill rotWithShape="0">
              <a:gsLst>
                <a:gs pos="0">
                  <a:srgbClr val="00006B"/>
                </a:gs>
                <a:gs pos="100000">
                  <a:schemeClr val="bg1"/>
                </a:gs>
              </a:gsLst>
              <a:lin ang="2700000" scaled="1"/>
              <a:tileRect/>
            </a:gradFill>
            <a:ln w="9525">
              <a:noFill/>
            </a:ln>
          </p:spPr>
          <p:txBody>
            <a:bodyPr/>
            <a:lstStyle/>
            <a:p>
              <a:endParaRPr lang="en-US"/>
            </a:p>
          </p:txBody>
        </p:sp>
        <p:sp>
          <p:nvSpPr>
            <p:cNvPr id="5138" name="任意多边形 5137"/>
            <p:cNvSpPr/>
            <p:nvPr/>
          </p:nvSpPr>
          <p:spPr>
            <a:xfrm>
              <a:off x="5435" y="2702"/>
              <a:ext cx="323" cy="299"/>
            </a:xfrm>
            <a:custGeom>
              <a:avLst/>
              <a:gdLst/>
              <a:ahLst/>
              <a:cxnLst>
                <a:cxn ang="0">
                  <a:pos x="323" y="299"/>
                </a:cxn>
                <a:cxn ang="0">
                  <a:pos x="323" y="263"/>
                </a:cxn>
                <a:cxn ang="0">
                  <a:pos x="18" y="0"/>
                </a:cxn>
                <a:cxn ang="0">
                  <a:pos x="0" y="23"/>
                </a:cxn>
                <a:cxn ang="0">
                  <a:pos x="323" y="299"/>
                </a:cxn>
                <a:cxn ang="0">
                  <a:pos x="323" y="299"/>
                </a:cxn>
              </a:cxnLst>
              <a:rect l="0" t="0" r="0" b="0"/>
              <a:pathLst>
                <a:path w="323" h="299">
                  <a:moveTo>
                    <a:pt x="323" y="299"/>
                  </a:moveTo>
                  <a:lnTo>
                    <a:pt x="323" y="263"/>
                  </a:lnTo>
                  <a:lnTo>
                    <a:pt x="18" y="0"/>
                  </a:lnTo>
                  <a:lnTo>
                    <a:pt x="0" y="23"/>
                  </a:lnTo>
                  <a:lnTo>
                    <a:pt x="323" y="299"/>
                  </a:lnTo>
                  <a:close/>
                </a:path>
              </a:pathLst>
            </a:custGeom>
            <a:gradFill rotWithShape="0">
              <a:gsLst>
                <a:gs pos="0">
                  <a:schemeClr val="bg1"/>
                </a:gs>
                <a:gs pos="100000">
                  <a:srgbClr val="0F0F9F"/>
                </a:gs>
              </a:gsLst>
              <a:lin ang="2700000" scaled="1"/>
              <a:tileRect/>
            </a:gradFill>
            <a:ln w="9525">
              <a:noFill/>
            </a:ln>
          </p:spPr>
          <p:txBody>
            <a:bodyPr/>
            <a:lstStyle/>
            <a:p>
              <a:endParaRPr lang="en-US"/>
            </a:p>
          </p:txBody>
        </p:sp>
        <p:sp>
          <p:nvSpPr>
            <p:cNvPr id="5139" name="任意多边形 5138"/>
            <p:cNvSpPr/>
            <p:nvPr/>
          </p:nvSpPr>
          <p:spPr>
            <a:xfrm>
              <a:off x="5477" y="2588"/>
              <a:ext cx="281" cy="335"/>
            </a:xfrm>
            <a:custGeom>
              <a:avLst/>
              <a:gdLst/>
              <a:ahLst/>
              <a:cxnLst>
                <a:cxn ang="0">
                  <a:pos x="281" y="335"/>
                </a:cxn>
                <a:cxn ang="0">
                  <a:pos x="281" y="173"/>
                </a:cxn>
                <a:cxn ang="0">
                  <a:pos x="96" y="0"/>
                </a:cxn>
                <a:cxn ang="0">
                  <a:pos x="0" y="90"/>
                </a:cxn>
                <a:cxn ang="0">
                  <a:pos x="281" y="335"/>
                </a:cxn>
                <a:cxn ang="0">
                  <a:pos x="281" y="335"/>
                </a:cxn>
              </a:cxnLst>
              <a:rect l="0" t="0" r="0" b="0"/>
              <a:pathLst>
                <a:path w="281" h="335">
                  <a:moveTo>
                    <a:pt x="281" y="335"/>
                  </a:moveTo>
                  <a:lnTo>
                    <a:pt x="281" y="173"/>
                  </a:lnTo>
                  <a:lnTo>
                    <a:pt x="96" y="0"/>
                  </a:lnTo>
                  <a:lnTo>
                    <a:pt x="0" y="90"/>
                  </a:lnTo>
                  <a:lnTo>
                    <a:pt x="281" y="335"/>
                  </a:lnTo>
                  <a:close/>
                </a:path>
              </a:pathLst>
            </a:custGeom>
            <a:solidFill>
              <a:schemeClr val="bg1"/>
            </a:solidFill>
            <a:ln w="9525">
              <a:noFill/>
            </a:ln>
          </p:spPr>
          <p:txBody>
            <a:bodyPr/>
            <a:lstStyle/>
            <a:p>
              <a:endParaRPr lang="en-US"/>
            </a:p>
          </p:txBody>
        </p:sp>
        <p:sp>
          <p:nvSpPr>
            <p:cNvPr id="5140" name="任意多边形 5139"/>
            <p:cNvSpPr/>
            <p:nvPr/>
          </p:nvSpPr>
          <p:spPr>
            <a:xfrm>
              <a:off x="2454" y="0"/>
              <a:ext cx="3119" cy="2678"/>
            </a:xfrm>
            <a:custGeom>
              <a:avLst/>
              <a:gdLst/>
              <a:ahLst/>
              <a:cxnLst>
                <a:cxn ang="0">
                  <a:pos x="0" y="0"/>
                </a:cxn>
                <a:cxn ang="0">
                  <a:pos x="3020" y="2676"/>
                </a:cxn>
                <a:cxn ang="0">
                  <a:pos x="3116" y="2586"/>
                </a:cxn>
                <a:cxn ang="0">
                  <a:pos x="383" y="0"/>
                </a:cxn>
                <a:cxn ang="0">
                  <a:pos x="0" y="0"/>
                </a:cxn>
                <a:cxn ang="0">
                  <a:pos x="0" y="0"/>
                </a:cxn>
              </a:cxnLst>
              <a:rect l="0" t="0" r="0" b="0"/>
              <a:pathLst>
                <a:path w="3122" h="2680">
                  <a:moveTo>
                    <a:pt x="0" y="0"/>
                  </a:moveTo>
                  <a:lnTo>
                    <a:pt x="3026" y="2680"/>
                  </a:lnTo>
                  <a:lnTo>
                    <a:pt x="3122" y="2590"/>
                  </a:lnTo>
                  <a:lnTo>
                    <a:pt x="383" y="0"/>
                  </a:lnTo>
                  <a:lnTo>
                    <a:pt x="0" y="0"/>
                  </a:lnTo>
                  <a:close/>
                </a:path>
              </a:pathLst>
            </a:custGeom>
            <a:gradFill rotWithShape="0">
              <a:gsLst>
                <a:gs pos="0">
                  <a:srgbClr val="000047"/>
                </a:gs>
                <a:gs pos="100000">
                  <a:schemeClr val="bg1"/>
                </a:gs>
              </a:gsLst>
              <a:lin ang="2700000" scaled="1"/>
              <a:tileRect/>
            </a:gradFill>
            <a:ln w="9525">
              <a:noFill/>
            </a:ln>
          </p:spPr>
          <p:txBody>
            <a:bodyPr/>
            <a:lstStyle/>
            <a:p>
              <a:endParaRPr lang="en-US"/>
            </a:p>
          </p:txBody>
        </p:sp>
        <p:sp>
          <p:nvSpPr>
            <p:cNvPr id="5141" name="任意多边形 5140"/>
            <p:cNvSpPr/>
            <p:nvPr/>
          </p:nvSpPr>
          <p:spPr>
            <a:xfrm>
              <a:off x="5626" y="2534"/>
              <a:ext cx="132" cy="132"/>
            </a:xfrm>
            <a:custGeom>
              <a:avLst/>
              <a:gdLst/>
              <a:ahLst/>
              <a:cxnLst>
                <a:cxn ang="0">
                  <a:pos x="132" y="132"/>
                </a:cxn>
                <a:cxn ang="0">
                  <a:pos x="0" y="0"/>
                </a:cxn>
                <a:cxn ang="0">
                  <a:pos x="0" y="0"/>
                </a:cxn>
                <a:cxn ang="0">
                  <a:pos x="132" y="132"/>
                </a:cxn>
                <a:cxn ang="0">
                  <a:pos x="132" y="132"/>
                </a:cxn>
              </a:cxnLst>
              <a:rect l="0" t="0" r="0" b="0"/>
              <a:pathLst>
                <a:path w="132" h="132">
                  <a:moveTo>
                    <a:pt x="132" y="132"/>
                  </a:moveTo>
                  <a:lnTo>
                    <a:pt x="0" y="0"/>
                  </a:lnTo>
                  <a:lnTo>
                    <a:pt x="132" y="132"/>
                  </a:lnTo>
                  <a:close/>
                </a:path>
              </a:pathLst>
            </a:custGeom>
            <a:solidFill>
              <a:srgbClr val="FF9999"/>
            </a:solidFill>
            <a:ln w="9525">
              <a:noFill/>
            </a:ln>
          </p:spPr>
          <p:txBody>
            <a:bodyPr/>
            <a:lstStyle/>
            <a:p>
              <a:endParaRPr lang="en-US"/>
            </a:p>
          </p:txBody>
        </p:sp>
        <p:sp>
          <p:nvSpPr>
            <p:cNvPr id="5142" name="任意多边形 5141"/>
            <p:cNvSpPr/>
            <p:nvPr/>
          </p:nvSpPr>
          <p:spPr>
            <a:xfrm>
              <a:off x="3112" y="0"/>
              <a:ext cx="2514" cy="2534"/>
            </a:xfrm>
            <a:custGeom>
              <a:avLst/>
              <a:gdLst/>
              <a:ahLst/>
              <a:cxnLst>
                <a:cxn ang="0">
                  <a:pos x="0" y="0"/>
                </a:cxn>
                <a:cxn ang="0">
                  <a:pos x="2511" y="2532"/>
                </a:cxn>
                <a:cxn ang="0">
                  <a:pos x="2511" y="2532"/>
                </a:cxn>
                <a:cxn ang="0">
                  <a:pos x="66" y="0"/>
                </a:cxn>
                <a:cxn ang="0">
                  <a:pos x="0" y="0"/>
                </a:cxn>
                <a:cxn ang="0">
                  <a:pos x="0" y="0"/>
                </a:cxn>
              </a:cxnLst>
              <a:rect l="0" t="0" r="0" b="0"/>
              <a:pathLst>
                <a:path w="2517" h="2536">
                  <a:moveTo>
                    <a:pt x="0" y="0"/>
                  </a:moveTo>
                  <a:lnTo>
                    <a:pt x="2517" y="2536"/>
                  </a:lnTo>
                  <a:lnTo>
                    <a:pt x="66" y="0"/>
                  </a:lnTo>
                  <a:lnTo>
                    <a:pt x="0" y="0"/>
                  </a:lnTo>
                  <a:close/>
                </a:path>
              </a:pathLst>
            </a:custGeom>
            <a:gradFill rotWithShape="0">
              <a:gsLst>
                <a:gs pos="0">
                  <a:srgbClr val="00004F"/>
                </a:gs>
                <a:gs pos="100000">
                  <a:schemeClr val="bg1"/>
                </a:gs>
              </a:gsLst>
              <a:lin ang="2700000" scaled="1"/>
              <a:tileRect/>
            </a:gradFill>
            <a:ln w="9525">
              <a:noFill/>
            </a:ln>
          </p:spPr>
          <p:txBody>
            <a:bodyPr/>
            <a:lstStyle/>
            <a:p>
              <a:endParaRPr lang="en-US"/>
            </a:p>
          </p:txBody>
        </p:sp>
        <p:sp>
          <p:nvSpPr>
            <p:cNvPr id="5143" name="任意多边形 5142"/>
            <p:cNvSpPr/>
            <p:nvPr/>
          </p:nvSpPr>
          <p:spPr>
            <a:xfrm>
              <a:off x="3488" y="0"/>
              <a:ext cx="2198" cy="2480"/>
            </a:xfrm>
            <a:custGeom>
              <a:avLst/>
              <a:gdLst/>
              <a:ahLst/>
              <a:cxnLst>
                <a:cxn ang="0">
                  <a:pos x="0" y="0"/>
                </a:cxn>
                <a:cxn ang="0">
                  <a:pos x="2184" y="2478"/>
                </a:cxn>
                <a:cxn ang="0">
                  <a:pos x="2196" y="2472"/>
                </a:cxn>
                <a:cxn ang="0">
                  <a:pos x="317" y="0"/>
                </a:cxn>
                <a:cxn ang="0">
                  <a:pos x="0" y="0"/>
                </a:cxn>
                <a:cxn ang="0">
                  <a:pos x="0" y="0"/>
                </a:cxn>
              </a:cxnLst>
              <a:rect l="0" t="0" r="0" b="0"/>
              <a:pathLst>
                <a:path w="2200" h="2482">
                  <a:moveTo>
                    <a:pt x="0" y="0"/>
                  </a:moveTo>
                  <a:lnTo>
                    <a:pt x="2188" y="2482"/>
                  </a:lnTo>
                  <a:lnTo>
                    <a:pt x="2200" y="2476"/>
                  </a:lnTo>
                  <a:lnTo>
                    <a:pt x="317" y="0"/>
                  </a:lnTo>
                  <a:lnTo>
                    <a:pt x="0" y="0"/>
                  </a:lnTo>
                  <a:close/>
                </a:path>
              </a:pathLst>
            </a:custGeom>
            <a:gradFill rotWithShape="0">
              <a:gsLst>
                <a:gs pos="0">
                  <a:srgbClr val="000065"/>
                </a:gs>
                <a:gs pos="100000">
                  <a:schemeClr val="bg2"/>
                </a:gs>
              </a:gsLst>
              <a:lin ang="5400000" scaled="1"/>
              <a:tileRect/>
            </a:gradFill>
            <a:ln w="9525">
              <a:noFill/>
            </a:ln>
          </p:spPr>
          <p:txBody>
            <a:bodyPr/>
            <a:lstStyle/>
            <a:p>
              <a:endParaRPr lang="en-US"/>
            </a:p>
          </p:txBody>
        </p:sp>
        <p:sp>
          <p:nvSpPr>
            <p:cNvPr id="5144" name="任意多边形 5143"/>
            <p:cNvSpPr/>
            <p:nvPr/>
          </p:nvSpPr>
          <p:spPr>
            <a:xfrm>
              <a:off x="5674" y="2474"/>
              <a:ext cx="84" cy="96"/>
            </a:xfrm>
            <a:custGeom>
              <a:avLst/>
              <a:gdLst/>
              <a:ahLst/>
              <a:cxnLst>
                <a:cxn ang="0">
                  <a:pos x="84" y="96"/>
                </a:cxn>
                <a:cxn ang="0">
                  <a:pos x="84" y="90"/>
                </a:cxn>
                <a:cxn ang="0">
                  <a:pos x="12" y="0"/>
                </a:cxn>
                <a:cxn ang="0">
                  <a:pos x="0" y="6"/>
                </a:cxn>
                <a:cxn ang="0">
                  <a:pos x="84" y="96"/>
                </a:cxn>
                <a:cxn ang="0">
                  <a:pos x="84" y="96"/>
                </a:cxn>
              </a:cxnLst>
              <a:rect l="0" t="0" r="0" b="0"/>
              <a:pathLst>
                <a:path w="84" h="96">
                  <a:moveTo>
                    <a:pt x="84" y="96"/>
                  </a:moveTo>
                  <a:lnTo>
                    <a:pt x="84" y="90"/>
                  </a:lnTo>
                  <a:lnTo>
                    <a:pt x="12" y="0"/>
                  </a:lnTo>
                  <a:lnTo>
                    <a:pt x="0" y="6"/>
                  </a:lnTo>
                  <a:lnTo>
                    <a:pt x="84" y="96"/>
                  </a:lnTo>
                  <a:close/>
                </a:path>
              </a:pathLst>
            </a:custGeom>
            <a:gradFill rotWithShape="0">
              <a:gsLst>
                <a:gs pos="0">
                  <a:schemeClr val="bg1"/>
                </a:gs>
                <a:gs pos="100000">
                  <a:srgbClr val="1717A2"/>
                </a:gs>
              </a:gsLst>
              <a:lin ang="2700000" scaled="1"/>
              <a:tileRect/>
            </a:gradFill>
            <a:ln w="9525">
              <a:noFill/>
            </a:ln>
          </p:spPr>
          <p:txBody>
            <a:bodyPr/>
            <a:lstStyle/>
            <a:p>
              <a:endParaRPr lang="en-US"/>
            </a:p>
          </p:txBody>
        </p:sp>
        <p:sp>
          <p:nvSpPr>
            <p:cNvPr id="5145" name="任意多边形 5144"/>
            <p:cNvSpPr/>
            <p:nvPr/>
          </p:nvSpPr>
          <p:spPr>
            <a:xfrm>
              <a:off x="5603" y="850"/>
              <a:ext cx="155" cy="516"/>
            </a:xfrm>
            <a:custGeom>
              <a:avLst/>
              <a:gdLst/>
              <a:ahLst/>
              <a:cxnLst>
                <a:cxn ang="0">
                  <a:pos x="155" y="516"/>
                </a:cxn>
                <a:cxn ang="0">
                  <a:pos x="155" y="204"/>
                </a:cxn>
                <a:cxn ang="0">
                  <a:pos x="77" y="0"/>
                </a:cxn>
                <a:cxn ang="0">
                  <a:pos x="0" y="192"/>
                </a:cxn>
                <a:cxn ang="0">
                  <a:pos x="155" y="516"/>
                </a:cxn>
                <a:cxn ang="0">
                  <a:pos x="155" y="516"/>
                </a:cxn>
              </a:cxnLst>
              <a:rect l="0" t="0" r="0" b="0"/>
              <a:pathLst>
                <a:path w="155" h="516">
                  <a:moveTo>
                    <a:pt x="155" y="516"/>
                  </a:moveTo>
                  <a:lnTo>
                    <a:pt x="155" y="204"/>
                  </a:lnTo>
                  <a:lnTo>
                    <a:pt x="77" y="0"/>
                  </a:lnTo>
                  <a:lnTo>
                    <a:pt x="0" y="192"/>
                  </a:lnTo>
                  <a:lnTo>
                    <a:pt x="155" y="516"/>
                  </a:lnTo>
                  <a:close/>
                </a:path>
              </a:pathLst>
            </a:custGeom>
            <a:solidFill>
              <a:schemeClr val="bg2"/>
            </a:solidFill>
            <a:ln w="9525">
              <a:noFill/>
            </a:ln>
          </p:spPr>
          <p:txBody>
            <a:bodyPr/>
            <a:lstStyle/>
            <a:p>
              <a:endParaRPr lang="en-US"/>
            </a:p>
          </p:txBody>
        </p:sp>
        <p:sp>
          <p:nvSpPr>
            <p:cNvPr id="5146" name="任意多边形 5145"/>
            <p:cNvSpPr/>
            <p:nvPr/>
          </p:nvSpPr>
          <p:spPr>
            <a:xfrm>
              <a:off x="5107" y="0"/>
              <a:ext cx="573" cy="1042"/>
            </a:xfrm>
            <a:custGeom>
              <a:avLst/>
              <a:gdLst/>
              <a:ahLst/>
              <a:cxnLst>
                <a:cxn ang="0">
                  <a:pos x="0" y="0"/>
                </a:cxn>
                <a:cxn ang="0">
                  <a:pos x="495" y="1041"/>
                </a:cxn>
                <a:cxn ang="0">
                  <a:pos x="572" y="849"/>
                </a:cxn>
                <a:cxn ang="0">
                  <a:pos x="251" y="0"/>
                </a:cxn>
                <a:cxn ang="0">
                  <a:pos x="0" y="0"/>
                </a:cxn>
                <a:cxn ang="0">
                  <a:pos x="0" y="0"/>
                </a:cxn>
              </a:cxnLst>
              <a:rect l="0" t="0" r="0" b="0"/>
              <a:pathLst>
                <a:path w="574" h="1043">
                  <a:moveTo>
                    <a:pt x="0" y="0"/>
                  </a:moveTo>
                  <a:lnTo>
                    <a:pt x="497" y="1043"/>
                  </a:lnTo>
                  <a:lnTo>
                    <a:pt x="574" y="851"/>
                  </a:lnTo>
                  <a:lnTo>
                    <a:pt x="251" y="0"/>
                  </a:lnTo>
                  <a:lnTo>
                    <a:pt x="0" y="0"/>
                  </a:lnTo>
                  <a:close/>
                </a:path>
              </a:pathLst>
            </a:custGeom>
            <a:gradFill rotWithShape="0">
              <a:gsLst>
                <a:gs pos="0">
                  <a:srgbClr val="000055"/>
                </a:gs>
                <a:gs pos="100000">
                  <a:schemeClr val="bg2"/>
                </a:gs>
              </a:gsLst>
              <a:lin ang="5400000" scaled="1"/>
              <a:tileRect/>
            </a:gradFill>
            <a:ln w="9525">
              <a:noFill/>
            </a:ln>
          </p:spPr>
          <p:txBody>
            <a:bodyPr/>
            <a:lstStyle/>
            <a:p>
              <a:endParaRPr lang="en-US"/>
            </a:p>
          </p:txBody>
        </p:sp>
        <p:sp>
          <p:nvSpPr>
            <p:cNvPr id="5147" name="任意多边形 5146"/>
            <p:cNvSpPr/>
            <p:nvPr/>
          </p:nvSpPr>
          <p:spPr>
            <a:xfrm>
              <a:off x="5411" y="0"/>
              <a:ext cx="341" cy="796"/>
            </a:xfrm>
            <a:custGeom>
              <a:avLst/>
              <a:gdLst/>
              <a:ahLst/>
              <a:cxnLst>
                <a:cxn ang="0">
                  <a:pos x="144" y="0"/>
                </a:cxn>
                <a:cxn ang="0">
                  <a:pos x="0" y="0"/>
                </a:cxn>
                <a:cxn ang="0">
                  <a:pos x="287" y="795"/>
                </a:cxn>
                <a:cxn ang="0">
                  <a:pos x="341" y="651"/>
                </a:cxn>
                <a:cxn ang="0">
                  <a:pos x="144" y="0"/>
                </a:cxn>
                <a:cxn ang="0">
                  <a:pos x="144" y="0"/>
                </a:cxn>
              </a:cxnLst>
              <a:rect l="0" t="0" r="0" b="0"/>
              <a:pathLst>
                <a:path w="341" h="797">
                  <a:moveTo>
                    <a:pt x="144" y="0"/>
                  </a:moveTo>
                  <a:lnTo>
                    <a:pt x="0" y="0"/>
                  </a:lnTo>
                  <a:lnTo>
                    <a:pt x="287" y="797"/>
                  </a:lnTo>
                  <a:lnTo>
                    <a:pt x="341" y="653"/>
                  </a:lnTo>
                  <a:lnTo>
                    <a:pt x="144" y="0"/>
                  </a:lnTo>
                  <a:close/>
                </a:path>
              </a:pathLst>
            </a:custGeom>
            <a:gradFill rotWithShape="0">
              <a:gsLst>
                <a:gs pos="0">
                  <a:srgbClr val="000059"/>
                </a:gs>
                <a:gs pos="100000">
                  <a:schemeClr val="bg2"/>
                </a:gs>
              </a:gsLst>
              <a:lin ang="5400000" scaled="1"/>
              <a:tileRect/>
            </a:gradFill>
            <a:ln w="9525">
              <a:noFill/>
            </a:ln>
          </p:spPr>
          <p:txBody>
            <a:bodyPr/>
            <a:lstStyle/>
            <a:p>
              <a:endParaRPr lang="en-US"/>
            </a:p>
          </p:txBody>
        </p:sp>
        <p:sp>
          <p:nvSpPr>
            <p:cNvPr id="5148" name="任意多边形 5147"/>
            <p:cNvSpPr/>
            <p:nvPr/>
          </p:nvSpPr>
          <p:spPr>
            <a:xfrm>
              <a:off x="5698" y="653"/>
              <a:ext cx="60" cy="311"/>
            </a:xfrm>
            <a:custGeom>
              <a:avLst/>
              <a:gdLst/>
              <a:ahLst/>
              <a:cxnLst>
                <a:cxn ang="0">
                  <a:pos x="0" y="144"/>
                </a:cxn>
                <a:cxn ang="0">
                  <a:pos x="60" y="310"/>
                </a:cxn>
                <a:cxn ang="0">
                  <a:pos x="60" y="6"/>
                </a:cxn>
                <a:cxn ang="0">
                  <a:pos x="54" y="0"/>
                </a:cxn>
                <a:cxn ang="0">
                  <a:pos x="0" y="144"/>
                </a:cxn>
                <a:cxn ang="0">
                  <a:pos x="0" y="144"/>
                </a:cxn>
              </a:cxnLst>
              <a:rect l="0" t="0" r="0" b="0"/>
              <a:pathLst>
                <a:path w="60" h="312">
                  <a:moveTo>
                    <a:pt x="0" y="144"/>
                  </a:moveTo>
                  <a:lnTo>
                    <a:pt x="60" y="312"/>
                  </a:lnTo>
                  <a:lnTo>
                    <a:pt x="60" y="6"/>
                  </a:lnTo>
                  <a:lnTo>
                    <a:pt x="54" y="0"/>
                  </a:lnTo>
                  <a:lnTo>
                    <a:pt x="0" y="144"/>
                  </a:lnTo>
                  <a:close/>
                </a:path>
              </a:pathLst>
            </a:custGeom>
            <a:solidFill>
              <a:schemeClr val="bg2"/>
            </a:solidFill>
            <a:ln w="9525">
              <a:noFill/>
            </a:ln>
          </p:spPr>
          <p:txBody>
            <a:bodyPr/>
            <a:lstStyle/>
            <a:p>
              <a:endParaRPr lang="en-US"/>
            </a:p>
          </p:txBody>
        </p:sp>
        <p:sp>
          <p:nvSpPr>
            <p:cNvPr id="5149" name="任意多边形 5148"/>
            <p:cNvSpPr/>
            <p:nvPr/>
          </p:nvSpPr>
          <p:spPr>
            <a:xfrm>
              <a:off x="2" y="1601"/>
              <a:ext cx="5752" cy="1864"/>
            </a:xfrm>
            <a:custGeom>
              <a:avLst/>
              <a:gdLst/>
              <a:ahLst/>
              <a:cxnLst>
                <a:cxn ang="0">
                  <a:pos x="0" y="371"/>
                </a:cxn>
                <a:cxn ang="0">
                  <a:pos x="5764" y="1864"/>
                </a:cxn>
                <a:cxn ang="0">
                  <a:pos x="5764" y="1834"/>
                </a:cxn>
                <a:cxn ang="0">
                  <a:pos x="0" y="0"/>
                </a:cxn>
                <a:cxn ang="0">
                  <a:pos x="0" y="371"/>
                </a:cxn>
                <a:cxn ang="0">
                  <a:pos x="0" y="371"/>
                </a:cxn>
              </a:cxnLst>
              <a:rect l="0" t="0" r="0" b="0"/>
              <a:pathLst>
                <a:path w="5740" h="1864">
                  <a:moveTo>
                    <a:pt x="0" y="371"/>
                  </a:moveTo>
                  <a:lnTo>
                    <a:pt x="5740" y="1864"/>
                  </a:lnTo>
                  <a:lnTo>
                    <a:pt x="5740" y="1834"/>
                  </a:lnTo>
                  <a:lnTo>
                    <a:pt x="0" y="0"/>
                  </a:lnTo>
                  <a:lnTo>
                    <a:pt x="0" y="371"/>
                  </a:lnTo>
                  <a:close/>
                </a:path>
              </a:pathLst>
            </a:custGeom>
            <a:gradFill rotWithShape="0">
              <a:gsLst>
                <a:gs pos="0">
                  <a:srgbClr val="000061"/>
                </a:gs>
                <a:gs pos="100000">
                  <a:schemeClr val="bg1"/>
                </a:gs>
              </a:gsLst>
              <a:lin ang="2700000" scaled="1"/>
              <a:tileRect/>
            </a:gradFill>
            <a:ln w="9525">
              <a:noFill/>
            </a:ln>
          </p:spPr>
          <p:txBody>
            <a:bodyPr/>
            <a:lstStyle/>
            <a:p>
              <a:endParaRPr lang="en-US"/>
            </a:p>
          </p:txBody>
        </p:sp>
        <p:sp>
          <p:nvSpPr>
            <p:cNvPr id="5150" name="任意多边形 5149"/>
            <p:cNvSpPr/>
            <p:nvPr/>
          </p:nvSpPr>
          <p:spPr>
            <a:xfrm>
              <a:off x="5754" y="3483"/>
              <a:ext cx="6" cy="6"/>
            </a:xfrm>
            <a:custGeom>
              <a:avLst/>
              <a:gdLst/>
              <a:ahLst/>
              <a:cxnLst>
                <a:cxn ang="0">
                  <a:pos x="6" y="6"/>
                </a:cxn>
                <a:cxn ang="0">
                  <a:pos x="0" y="0"/>
                </a:cxn>
                <a:cxn ang="0">
                  <a:pos x="0" y="6"/>
                </a:cxn>
                <a:cxn ang="0">
                  <a:pos x="6" y="6"/>
                </a:cxn>
                <a:cxn ang="0">
                  <a:pos x="6" y="6"/>
                </a:cxn>
              </a:cxnLst>
              <a:rect l="0" t="0" r="0" b="0"/>
              <a:pathLst>
                <a:path w="6" h="6">
                  <a:moveTo>
                    <a:pt x="6" y="6"/>
                  </a:moveTo>
                  <a:lnTo>
                    <a:pt x="0" y="0"/>
                  </a:lnTo>
                  <a:lnTo>
                    <a:pt x="0" y="6"/>
                  </a:lnTo>
                  <a:lnTo>
                    <a:pt x="6" y="6"/>
                  </a:lnTo>
                  <a:close/>
                </a:path>
              </a:pathLst>
            </a:custGeom>
            <a:solidFill>
              <a:srgbClr val="18FF00"/>
            </a:solidFill>
            <a:ln w="9525">
              <a:noFill/>
            </a:ln>
          </p:spPr>
          <p:txBody>
            <a:bodyPr/>
            <a:lstStyle/>
            <a:p>
              <a:endParaRPr lang="en-US"/>
            </a:p>
          </p:txBody>
        </p:sp>
        <p:sp>
          <p:nvSpPr>
            <p:cNvPr id="5151" name="任意多边形 5150"/>
            <p:cNvSpPr/>
            <p:nvPr/>
          </p:nvSpPr>
          <p:spPr>
            <a:xfrm>
              <a:off x="2" y="2152"/>
              <a:ext cx="5752" cy="1337"/>
            </a:xfrm>
            <a:custGeom>
              <a:avLst/>
              <a:gdLst/>
              <a:ahLst/>
              <a:cxnLst>
                <a:cxn ang="0">
                  <a:pos x="0" y="366"/>
                </a:cxn>
                <a:cxn ang="0">
                  <a:pos x="5764" y="1337"/>
                </a:cxn>
                <a:cxn ang="0">
                  <a:pos x="5764" y="1331"/>
                </a:cxn>
                <a:cxn ang="0">
                  <a:pos x="0" y="0"/>
                </a:cxn>
                <a:cxn ang="0">
                  <a:pos x="0" y="366"/>
                </a:cxn>
                <a:cxn ang="0">
                  <a:pos x="0" y="366"/>
                </a:cxn>
              </a:cxnLst>
              <a:rect l="0" t="0" r="0" b="0"/>
              <a:pathLst>
                <a:path w="5740" h="1337">
                  <a:moveTo>
                    <a:pt x="0" y="366"/>
                  </a:moveTo>
                  <a:lnTo>
                    <a:pt x="5740" y="1337"/>
                  </a:lnTo>
                  <a:lnTo>
                    <a:pt x="5740" y="1331"/>
                  </a:lnTo>
                  <a:lnTo>
                    <a:pt x="0" y="0"/>
                  </a:lnTo>
                  <a:lnTo>
                    <a:pt x="0" y="366"/>
                  </a:lnTo>
                  <a:close/>
                </a:path>
              </a:pathLst>
            </a:custGeom>
            <a:gradFill rotWithShape="0">
              <a:gsLst>
                <a:gs pos="0">
                  <a:srgbClr val="00005D"/>
                </a:gs>
                <a:gs pos="100000">
                  <a:schemeClr val="bg1"/>
                </a:gs>
              </a:gsLst>
              <a:lin ang="2700000" scaled="1"/>
              <a:tileRect/>
            </a:gradFill>
            <a:ln w="9525">
              <a:noFill/>
            </a:ln>
          </p:spPr>
          <p:txBody>
            <a:bodyPr/>
            <a:lstStyle/>
            <a:p>
              <a:endParaRPr lang="en-US"/>
            </a:p>
          </p:txBody>
        </p:sp>
        <p:sp>
          <p:nvSpPr>
            <p:cNvPr id="5152" name="任意多边形 5151"/>
            <p:cNvSpPr/>
            <p:nvPr/>
          </p:nvSpPr>
          <p:spPr>
            <a:xfrm>
              <a:off x="2" y="3177"/>
              <a:ext cx="5752" cy="414"/>
            </a:xfrm>
            <a:custGeom>
              <a:avLst/>
              <a:gdLst/>
              <a:ahLst/>
              <a:cxnLst>
                <a:cxn ang="0">
                  <a:pos x="0" y="48"/>
                </a:cxn>
                <a:cxn ang="0">
                  <a:pos x="5764" y="414"/>
                </a:cxn>
                <a:cxn ang="0">
                  <a:pos x="5764" y="402"/>
                </a:cxn>
                <a:cxn ang="0">
                  <a:pos x="0" y="0"/>
                </a:cxn>
                <a:cxn ang="0">
                  <a:pos x="0" y="48"/>
                </a:cxn>
                <a:cxn ang="0">
                  <a:pos x="0" y="48"/>
                </a:cxn>
              </a:cxnLst>
              <a:rect l="0" t="0" r="0" b="0"/>
              <a:pathLst>
                <a:path w="5740" h="414">
                  <a:moveTo>
                    <a:pt x="0" y="48"/>
                  </a:moveTo>
                  <a:lnTo>
                    <a:pt x="5740" y="414"/>
                  </a:lnTo>
                  <a:lnTo>
                    <a:pt x="5740" y="402"/>
                  </a:lnTo>
                  <a:lnTo>
                    <a:pt x="0" y="0"/>
                  </a:lnTo>
                  <a:lnTo>
                    <a:pt x="0" y="48"/>
                  </a:lnTo>
                  <a:close/>
                </a:path>
              </a:pathLst>
            </a:custGeom>
            <a:gradFill rotWithShape="0">
              <a:gsLst>
                <a:gs pos="0">
                  <a:srgbClr val="000082"/>
                </a:gs>
                <a:gs pos="100000">
                  <a:schemeClr val="bg1"/>
                </a:gs>
              </a:gsLst>
              <a:lin ang="0" scaled="1"/>
              <a:tileRect/>
            </a:gradFill>
            <a:ln w="9525">
              <a:noFill/>
            </a:ln>
          </p:spPr>
          <p:txBody>
            <a:bodyPr/>
            <a:lstStyle/>
            <a:p>
              <a:endParaRPr lang="en-US"/>
            </a:p>
          </p:txBody>
        </p:sp>
        <p:sp>
          <p:nvSpPr>
            <p:cNvPr id="5153" name="任意多边形 5152"/>
            <p:cNvSpPr/>
            <p:nvPr/>
          </p:nvSpPr>
          <p:spPr>
            <a:xfrm>
              <a:off x="1297" y="0"/>
              <a:ext cx="4457" cy="3177"/>
            </a:xfrm>
            <a:custGeom>
              <a:avLst/>
              <a:gdLst/>
              <a:ahLst/>
              <a:cxnLst>
                <a:cxn ang="0">
                  <a:pos x="0" y="0"/>
                </a:cxn>
                <a:cxn ang="0">
                  <a:pos x="4466" y="3177"/>
                </a:cxn>
                <a:cxn ang="0">
                  <a:pos x="4466" y="3153"/>
                </a:cxn>
                <a:cxn ang="0">
                  <a:pos x="125" y="0"/>
                </a:cxn>
                <a:cxn ang="0">
                  <a:pos x="0" y="0"/>
                </a:cxn>
                <a:cxn ang="0">
                  <a:pos x="0" y="0"/>
                </a:cxn>
              </a:cxnLst>
              <a:rect l="0" t="0" r="0" b="0"/>
              <a:pathLst>
                <a:path w="4448" h="3177">
                  <a:moveTo>
                    <a:pt x="0" y="0"/>
                  </a:moveTo>
                  <a:lnTo>
                    <a:pt x="4448" y="3177"/>
                  </a:lnTo>
                  <a:lnTo>
                    <a:pt x="4448" y="3153"/>
                  </a:lnTo>
                  <a:lnTo>
                    <a:pt x="125" y="0"/>
                  </a:lnTo>
                  <a:lnTo>
                    <a:pt x="0" y="0"/>
                  </a:lnTo>
                  <a:close/>
                </a:path>
              </a:pathLst>
            </a:custGeom>
            <a:gradFill rotWithShape="0">
              <a:gsLst>
                <a:gs pos="0">
                  <a:srgbClr val="00004A"/>
                </a:gs>
                <a:gs pos="100000">
                  <a:schemeClr val="bg1"/>
                </a:gs>
              </a:gsLst>
              <a:lin ang="2700000" scaled="1"/>
              <a:tileRect/>
            </a:gradFill>
            <a:ln w="9525">
              <a:noFill/>
            </a:ln>
          </p:spPr>
          <p:txBody>
            <a:bodyPr/>
            <a:lstStyle/>
            <a:p>
              <a:endParaRPr lang="en-US"/>
            </a:p>
          </p:txBody>
        </p:sp>
        <p:sp>
          <p:nvSpPr>
            <p:cNvPr id="5154" name="任意多边形 5153"/>
            <p:cNvSpPr/>
            <p:nvPr/>
          </p:nvSpPr>
          <p:spPr>
            <a:xfrm>
              <a:off x="3321" y="0"/>
              <a:ext cx="2433" cy="2614"/>
            </a:xfrm>
            <a:custGeom>
              <a:avLst/>
              <a:gdLst/>
              <a:ahLst/>
              <a:cxnLst>
                <a:cxn ang="0">
                  <a:pos x="0" y="0"/>
                </a:cxn>
                <a:cxn ang="0">
                  <a:pos x="2438" y="2614"/>
                </a:cxn>
                <a:cxn ang="0">
                  <a:pos x="2438" y="2608"/>
                </a:cxn>
                <a:cxn ang="0">
                  <a:pos x="66" y="0"/>
                </a:cxn>
                <a:cxn ang="0">
                  <a:pos x="0" y="0"/>
                </a:cxn>
                <a:cxn ang="0">
                  <a:pos x="0" y="0"/>
                </a:cxn>
              </a:cxnLst>
              <a:rect l="0" t="0" r="0" b="0"/>
              <a:pathLst>
                <a:path w="2428" h="2614">
                  <a:moveTo>
                    <a:pt x="0" y="0"/>
                  </a:moveTo>
                  <a:lnTo>
                    <a:pt x="2428" y="2614"/>
                  </a:lnTo>
                  <a:lnTo>
                    <a:pt x="2428" y="2608"/>
                  </a:lnTo>
                  <a:lnTo>
                    <a:pt x="66" y="0"/>
                  </a:lnTo>
                  <a:lnTo>
                    <a:pt x="0" y="0"/>
                  </a:lnTo>
                  <a:close/>
                </a:path>
              </a:pathLst>
            </a:custGeom>
            <a:gradFill rotWithShape="0">
              <a:gsLst>
                <a:gs pos="0">
                  <a:srgbClr val="000082"/>
                </a:gs>
                <a:gs pos="100000">
                  <a:schemeClr val="bg1"/>
                </a:gs>
              </a:gsLst>
              <a:lin ang="2700000" scaled="1"/>
              <a:tileRect/>
            </a:gradFill>
            <a:ln w="9525">
              <a:noFill/>
            </a:ln>
          </p:spPr>
          <p:txBody>
            <a:bodyPr/>
            <a:lstStyle/>
            <a:p>
              <a:endParaRPr lang="en-US"/>
            </a:p>
          </p:txBody>
        </p:sp>
        <p:sp>
          <p:nvSpPr>
            <p:cNvPr id="5155" name="任意多边形 5154"/>
            <p:cNvSpPr/>
            <p:nvPr/>
          </p:nvSpPr>
          <p:spPr>
            <a:xfrm>
              <a:off x="3950" y="0"/>
              <a:ext cx="1804" cy="2464"/>
            </a:xfrm>
            <a:custGeom>
              <a:avLst/>
              <a:gdLst/>
              <a:ahLst/>
              <a:cxnLst>
                <a:cxn ang="0">
                  <a:pos x="487" y="0"/>
                </a:cxn>
                <a:cxn ang="0">
                  <a:pos x="0" y="0"/>
                </a:cxn>
                <a:cxn ang="0">
                  <a:pos x="1808" y="2464"/>
                </a:cxn>
                <a:cxn ang="0">
                  <a:pos x="1808" y="2248"/>
                </a:cxn>
                <a:cxn ang="0">
                  <a:pos x="1802" y="2248"/>
                </a:cxn>
                <a:cxn ang="0">
                  <a:pos x="487" y="0"/>
                </a:cxn>
                <a:cxn ang="0">
                  <a:pos x="487" y="0"/>
                </a:cxn>
              </a:cxnLst>
              <a:rect l="0" t="0" r="0" b="0"/>
              <a:pathLst>
                <a:path w="1800" h="2464">
                  <a:moveTo>
                    <a:pt x="485" y="0"/>
                  </a:moveTo>
                  <a:lnTo>
                    <a:pt x="0" y="0"/>
                  </a:lnTo>
                  <a:lnTo>
                    <a:pt x="1800" y="2464"/>
                  </a:lnTo>
                  <a:lnTo>
                    <a:pt x="1800" y="2248"/>
                  </a:lnTo>
                  <a:lnTo>
                    <a:pt x="1794" y="2248"/>
                  </a:lnTo>
                  <a:lnTo>
                    <a:pt x="485" y="0"/>
                  </a:lnTo>
                  <a:close/>
                </a:path>
              </a:pathLst>
            </a:custGeom>
            <a:gradFill rotWithShape="0">
              <a:gsLst>
                <a:gs pos="0">
                  <a:srgbClr val="000065"/>
                </a:gs>
                <a:gs pos="100000">
                  <a:schemeClr val="bg2"/>
                </a:gs>
              </a:gsLst>
              <a:lin ang="5400000" scaled="1"/>
              <a:tileRect/>
            </a:gradFill>
            <a:ln w="9525">
              <a:noFill/>
            </a:ln>
          </p:spPr>
          <p:txBody>
            <a:bodyPr/>
            <a:lstStyle/>
            <a:p>
              <a:endParaRPr lang="en-US"/>
            </a:p>
          </p:txBody>
        </p:sp>
        <p:sp>
          <p:nvSpPr>
            <p:cNvPr id="5156" name="任意多边形 5155"/>
            <p:cNvSpPr/>
            <p:nvPr/>
          </p:nvSpPr>
          <p:spPr>
            <a:xfrm>
              <a:off x="4519" y="0"/>
              <a:ext cx="1235" cy="2074"/>
            </a:xfrm>
            <a:custGeom>
              <a:avLst/>
              <a:gdLst/>
              <a:ahLst/>
              <a:cxnLst>
                <a:cxn ang="0">
                  <a:pos x="0" y="0"/>
                </a:cxn>
                <a:cxn ang="0">
                  <a:pos x="1238" y="2074"/>
                </a:cxn>
                <a:cxn ang="0">
                  <a:pos x="1238" y="2038"/>
                </a:cxn>
                <a:cxn ang="0">
                  <a:pos x="42" y="0"/>
                </a:cxn>
                <a:cxn ang="0">
                  <a:pos x="0" y="0"/>
                </a:cxn>
                <a:cxn ang="0">
                  <a:pos x="0" y="0"/>
                </a:cxn>
              </a:cxnLst>
              <a:rect l="0" t="0" r="0" b="0"/>
              <a:pathLst>
                <a:path w="1232" h="2074">
                  <a:moveTo>
                    <a:pt x="0" y="0"/>
                  </a:moveTo>
                  <a:lnTo>
                    <a:pt x="1232" y="2074"/>
                  </a:lnTo>
                  <a:lnTo>
                    <a:pt x="1232" y="2038"/>
                  </a:lnTo>
                  <a:lnTo>
                    <a:pt x="42" y="0"/>
                  </a:lnTo>
                  <a:lnTo>
                    <a:pt x="0" y="0"/>
                  </a:lnTo>
                  <a:close/>
                </a:path>
              </a:pathLst>
            </a:custGeom>
            <a:gradFill rotWithShape="0">
              <a:gsLst>
                <a:gs pos="0">
                  <a:srgbClr val="000058"/>
                </a:gs>
                <a:gs pos="100000">
                  <a:schemeClr val="bg1"/>
                </a:gs>
              </a:gsLst>
              <a:lin ang="2700000" scaled="1"/>
              <a:tileRect/>
            </a:gradFill>
            <a:ln w="9525">
              <a:noFill/>
            </a:ln>
          </p:spPr>
          <p:txBody>
            <a:bodyPr/>
            <a:lstStyle/>
            <a:p>
              <a:endParaRPr lang="en-US"/>
            </a:p>
          </p:txBody>
        </p:sp>
        <p:sp>
          <p:nvSpPr>
            <p:cNvPr id="5157" name="任意多边形 5156"/>
            <p:cNvSpPr/>
            <p:nvPr/>
          </p:nvSpPr>
          <p:spPr>
            <a:xfrm>
              <a:off x="4694" y="0"/>
              <a:ext cx="1060" cy="1936"/>
            </a:xfrm>
            <a:custGeom>
              <a:avLst/>
              <a:gdLst/>
              <a:ahLst/>
              <a:cxnLst>
                <a:cxn ang="0">
                  <a:pos x="0" y="0"/>
                </a:cxn>
                <a:cxn ang="0">
                  <a:pos x="1062" y="1936"/>
                </a:cxn>
                <a:cxn ang="0">
                  <a:pos x="1062" y="1930"/>
                </a:cxn>
                <a:cxn ang="0">
                  <a:pos x="54" y="0"/>
                </a:cxn>
                <a:cxn ang="0">
                  <a:pos x="0" y="0"/>
                </a:cxn>
                <a:cxn ang="0">
                  <a:pos x="0" y="0"/>
                </a:cxn>
              </a:cxnLst>
              <a:rect l="0" t="0" r="0" b="0"/>
              <a:pathLst>
                <a:path w="1058" h="1936">
                  <a:moveTo>
                    <a:pt x="0" y="0"/>
                  </a:moveTo>
                  <a:lnTo>
                    <a:pt x="1058" y="1936"/>
                  </a:lnTo>
                  <a:lnTo>
                    <a:pt x="1058" y="1930"/>
                  </a:lnTo>
                  <a:lnTo>
                    <a:pt x="54" y="0"/>
                  </a:lnTo>
                  <a:lnTo>
                    <a:pt x="0" y="0"/>
                  </a:lnTo>
                  <a:close/>
                </a:path>
              </a:pathLst>
            </a:custGeom>
            <a:gradFill rotWithShape="0">
              <a:gsLst>
                <a:gs pos="0">
                  <a:srgbClr val="00006F"/>
                </a:gs>
                <a:gs pos="100000">
                  <a:schemeClr val="bg1"/>
                </a:gs>
              </a:gsLst>
              <a:lin ang="2700000" scaled="1"/>
              <a:tileRect/>
            </a:gradFill>
            <a:ln w="9525">
              <a:noFill/>
            </a:ln>
          </p:spPr>
          <p:txBody>
            <a:bodyPr/>
            <a:lstStyle/>
            <a:p>
              <a:endParaRPr lang="en-US"/>
            </a:p>
          </p:txBody>
        </p:sp>
        <p:sp>
          <p:nvSpPr>
            <p:cNvPr id="5158" name="任意多边形 5157"/>
            <p:cNvSpPr/>
            <p:nvPr/>
          </p:nvSpPr>
          <p:spPr>
            <a:xfrm>
              <a:off x="4981" y="0"/>
              <a:ext cx="773" cy="1487"/>
            </a:xfrm>
            <a:custGeom>
              <a:avLst/>
              <a:gdLst/>
              <a:ahLst/>
              <a:cxnLst>
                <a:cxn ang="0">
                  <a:pos x="775" y="1433"/>
                </a:cxn>
                <a:cxn ang="0">
                  <a:pos x="42" y="0"/>
                </a:cxn>
                <a:cxn ang="0">
                  <a:pos x="0" y="0"/>
                </a:cxn>
                <a:cxn ang="0">
                  <a:pos x="775" y="1487"/>
                </a:cxn>
                <a:cxn ang="0">
                  <a:pos x="775" y="1433"/>
                </a:cxn>
                <a:cxn ang="0">
                  <a:pos x="775" y="1433"/>
                </a:cxn>
              </a:cxnLst>
              <a:rect l="0" t="0" r="0" b="0"/>
              <a:pathLst>
                <a:path w="771" h="1487">
                  <a:moveTo>
                    <a:pt x="771" y="1433"/>
                  </a:moveTo>
                  <a:lnTo>
                    <a:pt x="42" y="0"/>
                  </a:lnTo>
                  <a:lnTo>
                    <a:pt x="0" y="0"/>
                  </a:lnTo>
                  <a:lnTo>
                    <a:pt x="771" y="1487"/>
                  </a:lnTo>
                  <a:lnTo>
                    <a:pt x="771" y="1433"/>
                  </a:lnTo>
                  <a:close/>
                </a:path>
              </a:pathLst>
            </a:custGeom>
            <a:gradFill rotWithShape="0">
              <a:gsLst>
                <a:gs pos="0">
                  <a:srgbClr val="000079"/>
                </a:gs>
                <a:gs pos="100000">
                  <a:schemeClr val="bg1"/>
                </a:gs>
              </a:gsLst>
              <a:lin ang="2700000" scaled="1"/>
              <a:tileRect/>
            </a:gradFill>
            <a:ln w="9525">
              <a:noFill/>
            </a:ln>
          </p:spPr>
          <p:txBody>
            <a:bodyPr/>
            <a:lstStyle/>
            <a:p>
              <a:endParaRPr lang="en-US"/>
            </a:p>
          </p:txBody>
        </p:sp>
        <p:grpSp>
          <p:nvGrpSpPr>
            <p:cNvPr id="5159" name="组合 5158"/>
            <p:cNvGrpSpPr/>
            <p:nvPr userDrawn="1"/>
          </p:nvGrpSpPr>
          <p:grpSpPr>
            <a:xfrm>
              <a:off x="0" y="1632"/>
              <a:ext cx="5758" cy="1858"/>
              <a:chOff x="0" y="0"/>
              <a:chExt cx="5758" cy="1858"/>
            </a:xfrm>
          </p:grpSpPr>
          <p:sp>
            <p:nvSpPr>
              <p:cNvPr id="5160" name="任意多边形 5159"/>
              <p:cNvSpPr/>
              <p:nvPr/>
            </p:nvSpPr>
            <p:spPr>
              <a:xfrm>
                <a:off x="0" y="0"/>
                <a:ext cx="3670" cy="1313"/>
              </a:xfrm>
              <a:custGeom>
                <a:avLst/>
                <a:gdLst/>
                <a:ahLst/>
                <a:cxnLst>
                  <a:cxn ang="0">
                    <a:pos x="0" y="0"/>
                  </a:cxn>
                  <a:cxn ang="0">
                    <a:pos x="0" y="366"/>
                  </a:cxn>
                  <a:cxn ang="0">
                    <a:pos x="3657" y="1313"/>
                  </a:cxn>
                  <a:cxn ang="0">
                    <a:pos x="3669" y="1235"/>
                  </a:cxn>
                  <a:cxn ang="0">
                    <a:pos x="3681" y="1163"/>
                  </a:cxn>
                  <a:cxn ang="0">
                    <a:pos x="0" y="0"/>
                  </a:cxn>
                  <a:cxn ang="0">
                    <a:pos x="0" y="0"/>
                  </a:cxn>
                </a:cxnLst>
                <a:rect l="0" t="0" r="0" b="0"/>
                <a:pathLst>
                  <a:path w="3659" h="1313">
                    <a:moveTo>
                      <a:pt x="0" y="0"/>
                    </a:moveTo>
                    <a:lnTo>
                      <a:pt x="0" y="366"/>
                    </a:lnTo>
                    <a:lnTo>
                      <a:pt x="3635" y="1313"/>
                    </a:lnTo>
                    <a:lnTo>
                      <a:pt x="3647" y="1235"/>
                    </a:lnTo>
                    <a:lnTo>
                      <a:pt x="3659" y="1163"/>
                    </a:lnTo>
                    <a:lnTo>
                      <a:pt x="0" y="0"/>
                    </a:lnTo>
                    <a:close/>
                  </a:path>
                </a:pathLst>
              </a:custGeom>
              <a:gradFill rotWithShape="0">
                <a:gsLst>
                  <a:gs pos="0">
                    <a:srgbClr val="00006F"/>
                  </a:gs>
                  <a:gs pos="100000">
                    <a:schemeClr val="bg1"/>
                  </a:gs>
                </a:gsLst>
                <a:lin ang="0" scaled="1"/>
                <a:tileRect/>
              </a:gradFill>
              <a:ln w="9525">
                <a:noFill/>
              </a:ln>
            </p:spPr>
            <p:txBody>
              <a:bodyPr/>
              <a:lstStyle/>
              <a:p>
                <a:endParaRPr lang="en-US"/>
              </a:p>
            </p:txBody>
          </p:sp>
          <p:sp>
            <p:nvSpPr>
              <p:cNvPr id="5161" name="任意多边形 5160"/>
              <p:cNvSpPr/>
              <p:nvPr/>
            </p:nvSpPr>
            <p:spPr>
              <a:xfrm>
                <a:off x="3646" y="1163"/>
                <a:ext cx="2112" cy="695"/>
              </a:xfrm>
              <a:custGeom>
                <a:avLst/>
                <a:gdLst/>
                <a:ahLst/>
                <a:cxnLst>
                  <a:cxn ang="0">
                    <a:pos x="2119" y="665"/>
                  </a:cxn>
                  <a:cxn ang="0">
                    <a:pos x="24" y="0"/>
                  </a:cxn>
                  <a:cxn ang="0">
                    <a:pos x="12" y="72"/>
                  </a:cxn>
                  <a:cxn ang="0">
                    <a:pos x="0" y="150"/>
                  </a:cxn>
                  <a:cxn ang="0">
                    <a:pos x="2119" y="695"/>
                  </a:cxn>
                  <a:cxn ang="0">
                    <a:pos x="2119" y="665"/>
                  </a:cxn>
                  <a:cxn ang="0">
                    <a:pos x="2119" y="665"/>
                  </a:cxn>
                </a:cxnLst>
                <a:rect l="0" t="0" r="0" b="0"/>
                <a:pathLst>
                  <a:path w="2105" h="695">
                    <a:moveTo>
                      <a:pt x="2105" y="665"/>
                    </a:moveTo>
                    <a:lnTo>
                      <a:pt x="24" y="0"/>
                    </a:lnTo>
                    <a:lnTo>
                      <a:pt x="12" y="72"/>
                    </a:lnTo>
                    <a:lnTo>
                      <a:pt x="0" y="150"/>
                    </a:lnTo>
                    <a:lnTo>
                      <a:pt x="2105" y="695"/>
                    </a:lnTo>
                    <a:lnTo>
                      <a:pt x="2105" y="665"/>
                    </a:lnTo>
                    <a:close/>
                  </a:path>
                </a:pathLst>
              </a:custGeom>
              <a:gradFill rotWithShape="0">
                <a:gsLst>
                  <a:gs pos="0">
                    <a:schemeClr val="bg1"/>
                  </a:gs>
                  <a:gs pos="100000">
                    <a:srgbClr val="1717A2"/>
                  </a:gs>
                </a:gsLst>
                <a:lin ang="0" scaled="1"/>
                <a:tileRect/>
              </a:gradFill>
              <a:ln w="9525">
                <a:noFill/>
              </a:ln>
            </p:spPr>
            <p:txBody>
              <a:bodyPr/>
              <a:lstStyle/>
              <a:p>
                <a:endParaRPr lang="en-US"/>
              </a:p>
            </p:txBody>
          </p:sp>
        </p:grpSp>
      </p:grpSp>
      <p:sp>
        <p:nvSpPr>
          <p:cNvPr id="5162" name="标题 5161"/>
          <p:cNvSpPr>
            <a:spLocks noGrp="1"/>
          </p:cNvSpPr>
          <p:nvPr>
            <p:ph type="title"/>
          </p:nvPr>
        </p:nvSpPr>
        <p:spPr>
          <a:xfrm>
            <a:off x="457200" y="207963"/>
            <a:ext cx="8229600" cy="85725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5163" name="文本占位符 5162"/>
          <p:cNvSpPr>
            <a:spLocks noGrp="1"/>
          </p:cNvSpPr>
          <p:nvPr>
            <p:ph type="body"/>
          </p:nvPr>
        </p:nvSpPr>
        <p:spPr>
          <a:xfrm>
            <a:off x="457200" y="1200150"/>
            <a:ext cx="8229600" cy="3398838"/>
          </a:xfrm>
          <a:prstGeom prst="rect">
            <a:avLst/>
          </a:prstGeom>
          <a:noFill/>
          <a:ln w="9525">
            <a:noFill/>
          </a:ln>
        </p:spPr>
        <p:txBody>
          <a:bodyPr anchor="t"/>
          <a:lstStyle/>
          <a:p>
            <a:pPr lvl="0" indent="-34290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2" name="日期占位符 5163"/>
          <p:cNvSpPr>
            <a:spLocks noGrp="1"/>
          </p:cNvSpPr>
          <p:nvPr>
            <p:ph type="dt" sz="half" idx="2"/>
          </p:nvPr>
        </p:nvSpPr>
        <p:spPr>
          <a:xfrm>
            <a:off x="457200" y="4683125"/>
            <a:ext cx="2133600" cy="342900"/>
          </a:xfrm>
          <a:prstGeom prst="rect">
            <a:avLst/>
          </a:prstGeom>
          <a:noFill/>
          <a:ln w="9525">
            <a:noFill/>
            <a:miter/>
          </a:ln>
        </p:spPr>
        <p:txBody>
          <a:bodyPr anchor="b"/>
          <a:lstStyle>
            <a:lvl1pPr>
              <a:defRPr sz="900" noProof="1" dirty="0">
                <a:effectLst/>
                <a:cs typeface="+mn-ea"/>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3" name="页脚占位符 5164"/>
          <p:cNvSpPr>
            <a:spLocks noGrp="1"/>
          </p:cNvSpPr>
          <p:nvPr>
            <p:ph type="ftr" sz="quarter" idx="3"/>
          </p:nvPr>
        </p:nvSpPr>
        <p:spPr>
          <a:xfrm>
            <a:off x="3124200" y="4687888"/>
            <a:ext cx="2895600" cy="342900"/>
          </a:xfrm>
          <a:prstGeom prst="rect">
            <a:avLst/>
          </a:prstGeom>
          <a:noFill/>
          <a:ln w="9525">
            <a:noFill/>
            <a:miter/>
          </a:ln>
        </p:spPr>
        <p:txBody>
          <a:bodyPr anchor="b"/>
          <a:lstStyle>
            <a:lvl1pPr algn="ctr">
              <a:defRPr sz="900" noProof="1">
                <a:effectLst/>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5165"/>
          <p:cNvSpPr>
            <a:spLocks noGrp="1"/>
          </p:cNvSpPr>
          <p:nvPr>
            <p:ph type="sldNum" sz="quarter" idx="4"/>
          </p:nvPr>
        </p:nvSpPr>
        <p:spPr>
          <a:xfrm>
            <a:off x="6553200" y="4683125"/>
            <a:ext cx="2133600" cy="342900"/>
          </a:xfrm>
          <a:prstGeom prst="rect">
            <a:avLst/>
          </a:prstGeom>
          <a:noFill/>
          <a:ln w="9525">
            <a:noFill/>
            <a:miter/>
          </a:ln>
        </p:spPr>
        <p:txBody>
          <a:bodyPr vert="horz" wrap="square" lIns="91440" tIns="45720" rIns="91440" bIns="45720" numCol="1" anchor="b" anchorCtr="0" compatLnSpc="1"/>
          <a:lstStyle>
            <a:lvl1pPr algn="r">
              <a:defRPr sz="900"/>
            </a:lvl1p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rtl="0" eaLnBrk="0" fontAlgn="base" hangingPunct="0">
        <a:spcBef>
          <a:spcPct val="0"/>
        </a:spcBef>
        <a:spcAft>
          <a:spcPct val="0"/>
        </a:spcAft>
        <a:defRPr sz="33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chemeClr val="hlink"/>
        </a:buClr>
        <a:buSzPct val="90000"/>
        <a:buFont typeface="Wingdings" panose="05000000000000000000" pitchFamily="2" charset="2"/>
        <a:buBlip>
          <a:blip r:embed="rId12"/>
        </a:buBlip>
        <a:defRPr sz="2400" kern="1200">
          <a:solidFill>
            <a:schemeClr val="tx1"/>
          </a:solidFill>
          <a:latin typeface="+mn-lt"/>
          <a:ea typeface="+mn-ea"/>
          <a:cs typeface="+mn-cs"/>
        </a:defRPr>
      </a:lvl1pPr>
      <a:lvl2pPr marL="557530" lvl="1" indent="-214630" algn="l" rtl="0" eaLnBrk="0" fontAlgn="base" hangingPunct="0">
        <a:spcBef>
          <a:spcPct val="15000"/>
        </a:spcBef>
        <a:spcAft>
          <a:spcPct val="0"/>
        </a:spcAft>
        <a:buFont typeface="Wingdings" panose="05000000000000000000" pitchFamily="2" charset="2"/>
        <a:buChar char="–"/>
        <a:defRPr sz="2100" kern="1200">
          <a:solidFill>
            <a:schemeClr val="tx1"/>
          </a:solidFill>
          <a:latin typeface="+mn-lt"/>
          <a:ea typeface="+mn-ea"/>
          <a:cs typeface="+mn-cs"/>
        </a:defRPr>
      </a:lvl2pPr>
      <a:lvl3pPr marL="857250" lvl="2" indent="-171450" algn="l" rtl="0" eaLnBrk="0" fontAlgn="base" hangingPunct="0">
        <a:spcBef>
          <a:spcPct val="15000"/>
        </a:spcBef>
        <a:spcAft>
          <a:spcPct val="0"/>
        </a:spcAft>
        <a:buClr>
          <a:schemeClr val="accent2"/>
        </a:buClr>
        <a:buSzPct val="90000"/>
        <a:buFont typeface="Wingdings" panose="05000000000000000000" pitchFamily="2" charset="2"/>
        <a:buBlip>
          <a:blip r:embed="rId13"/>
        </a:buBlip>
        <a:defRPr sz="1800" kern="1200">
          <a:solidFill>
            <a:schemeClr val="tx1"/>
          </a:solidFill>
          <a:latin typeface="+mn-lt"/>
          <a:ea typeface="+mn-ea"/>
          <a:cs typeface="+mn-cs"/>
        </a:defRPr>
      </a:lvl3pPr>
      <a:lvl4pPr marL="1200150" lvl="3" indent="-171450" algn="l" rtl="0" eaLnBrk="0" fontAlgn="base" hangingPunct="0">
        <a:spcBef>
          <a:spcPct val="15000"/>
        </a:spcBef>
        <a:spcAft>
          <a:spcPct val="0"/>
        </a:spcAft>
        <a:buFont typeface="Wingdings" panose="05000000000000000000" pitchFamily="2" charset="2"/>
        <a:buChar char="–"/>
        <a:defRPr sz="1500" kern="1200">
          <a:solidFill>
            <a:schemeClr val="tx1"/>
          </a:solidFill>
          <a:latin typeface="+mn-lt"/>
          <a:ea typeface="+mn-ea"/>
          <a:cs typeface="+mn-cs"/>
        </a:defRPr>
      </a:lvl4pPr>
      <a:lvl5pPr marL="1543050" lvl="4" indent="-171450" algn="l" rtl="0" eaLnBrk="0" fontAlgn="base" hangingPunct="0">
        <a:spcBef>
          <a:spcPct val="15000"/>
        </a:spcBef>
        <a:spcAft>
          <a:spcPct val="0"/>
        </a:spcAft>
        <a:buClr>
          <a:schemeClr val="folHlink"/>
        </a:buClr>
        <a:buSzPct val="90000"/>
        <a:buFont typeface="Wingdings" panose="05000000000000000000" pitchFamily="2" charset="2"/>
        <a:buBlip>
          <a:blip r:embed="rId14"/>
        </a:buBlip>
        <a:defRPr sz="1500" kern="1200">
          <a:solidFill>
            <a:schemeClr val="tx1"/>
          </a:solidFill>
          <a:latin typeface="+mn-lt"/>
          <a:ea typeface="+mn-ea"/>
          <a:cs typeface="+mn-cs"/>
        </a:defRPr>
      </a:lvl5pPr>
      <a:lvl6pPr marL="1886585" lvl="5"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6pPr>
      <a:lvl7pPr marL="2229485" lvl="6"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7pPr>
      <a:lvl8pPr marL="2572385" lvl="7"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8pPr>
      <a:lvl9pPr marL="2915285" lvl="8"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p:cNvSpPr>
          <p:nvPr>
            <p:ph type="title"/>
          </p:nvPr>
        </p:nvSpPr>
        <p:spPr>
          <a:xfrm>
            <a:off x="457200" y="206375"/>
            <a:ext cx="8229600" cy="85725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6147" name="Rectangle 3"/>
          <p:cNvSpPr>
            <a:spLocks noGrp="1"/>
          </p:cNvSpPr>
          <p:nvPr>
            <p:ph type="body"/>
          </p:nvPr>
        </p:nvSpPr>
        <p:spPr>
          <a:xfrm>
            <a:off x="457200" y="1200150"/>
            <a:ext cx="8229600" cy="3395663"/>
          </a:xfrm>
          <a:prstGeom prst="rect">
            <a:avLst/>
          </a:prstGeom>
          <a:noFill/>
          <a:ln w="9525">
            <a:noFill/>
          </a:ln>
        </p:spPr>
        <p:txBody>
          <a:bodyPr anchor="t"/>
          <a:lstStyle/>
          <a:p>
            <a:pPr lvl="0" indent="-34290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7172" name="Rectangle 4"/>
          <p:cNvSpPr>
            <a:spLocks noGrp="1"/>
          </p:cNvSpPr>
          <p:nvPr>
            <p:ph type="dt" sz="half" idx="2"/>
          </p:nvPr>
        </p:nvSpPr>
        <p:spPr>
          <a:xfrm>
            <a:off x="457200" y="4684713"/>
            <a:ext cx="2133600" cy="357188"/>
          </a:xfrm>
          <a:prstGeom prst="rect">
            <a:avLst/>
          </a:prstGeom>
          <a:noFill/>
          <a:ln w="9525">
            <a:noFill/>
            <a:miter/>
          </a:ln>
        </p:spPr>
        <p:txBody>
          <a:bodyPr/>
          <a:lstStyle>
            <a:lvl1pPr>
              <a:defRPr sz="1050" noProof="1" dirty="0">
                <a:cs typeface="+mn-ea"/>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7173" name="Rectangle 5"/>
          <p:cNvSpPr>
            <a:spLocks noGrp="1"/>
          </p:cNvSpPr>
          <p:nvPr>
            <p:ph type="ftr" sz="quarter" idx="3"/>
          </p:nvPr>
        </p:nvSpPr>
        <p:spPr>
          <a:xfrm>
            <a:off x="3124200" y="4684713"/>
            <a:ext cx="2895600" cy="357188"/>
          </a:xfrm>
          <a:prstGeom prst="rect">
            <a:avLst/>
          </a:prstGeom>
          <a:noFill/>
          <a:ln w="9525">
            <a:noFill/>
            <a:miter/>
          </a:ln>
        </p:spPr>
        <p:txBody>
          <a:bodyPr/>
          <a:lstStyle>
            <a:lvl1pPr algn="ctr">
              <a:defRPr sz="1050" noProof="1"/>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74" name="Rectangle 6"/>
          <p:cNvSpPr>
            <a:spLocks noGrp="1"/>
          </p:cNvSpPr>
          <p:nvPr>
            <p:ph type="sldNum" sz="quarter" idx="4"/>
          </p:nvPr>
        </p:nvSpPr>
        <p:spPr>
          <a:xfrm>
            <a:off x="6553200" y="4684713"/>
            <a:ext cx="2133600" cy="357188"/>
          </a:xfrm>
          <a:prstGeom prst="rect">
            <a:avLst/>
          </a:prstGeom>
          <a:noFill/>
          <a:ln w="9525">
            <a:noFill/>
            <a:miter/>
          </a:ln>
        </p:spPr>
        <p:txBody>
          <a:bodyPr vert="horz" wrap="square" lIns="91440" tIns="45720" rIns="91440" bIns="45720" numCol="1" anchor="t" anchorCtr="0" compatLnSpc="1"/>
          <a:lstStyle>
            <a:lvl1pPr algn="r">
              <a:defRPr sz="1050"/>
            </a:lvl1p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ctr" rtl="0" eaLnBrk="0" fontAlgn="base" hangingPunct="0">
        <a:spcBef>
          <a:spcPct val="0"/>
        </a:spcBef>
        <a:spcAft>
          <a:spcPct val="0"/>
        </a:spcAft>
        <a:defRPr sz="33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har char="•"/>
        <a:defRPr sz="2400" kern="1200">
          <a:solidFill>
            <a:schemeClr val="tx1"/>
          </a:solidFill>
          <a:latin typeface="+mn-lt"/>
          <a:ea typeface="+mn-ea"/>
          <a:cs typeface="+mn-cs"/>
        </a:defRPr>
      </a:lvl1pPr>
      <a:lvl2pPr marL="557530" lvl="1" indent="-214630" algn="l" rtl="0" eaLnBrk="0" fontAlgn="base" hangingPunct="0">
        <a:spcBef>
          <a:spcPct val="15000"/>
        </a:spcBef>
        <a:spcAft>
          <a:spcPct val="0"/>
        </a:spcAft>
        <a:buChar char="–"/>
        <a:defRPr sz="2100" kern="1200">
          <a:solidFill>
            <a:schemeClr val="tx1"/>
          </a:solidFill>
          <a:latin typeface="+mn-lt"/>
          <a:ea typeface="+mn-ea"/>
          <a:cs typeface="+mn-cs"/>
        </a:defRPr>
      </a:lvl2pPr>
      <a:lvl3pPr marL="857250" lvl="2" indent="-171450" algn="l" rtl="0" eaLnBrk="0" fontAlgn="base" hangingPunct="0">
        <a:spcBef>
          <a:spcPct val="15000"/>
        </a:spcBef>
        <a:spcAft>
          <a:spcPct val="0"/>
        </a:spcAft>
        <a:buChar char="•"/>
        <a:defRPr sz="1800" kern="1200">
          <a:solidFill>
            <a:schemeClr val="tx1"/>
          </a:solidFill>
          <a:latin typeface="+mn-lt"/>
          <a:ea typeface="+mn-ea"/>
          <a:cs typeface="+mn-cs"/>
        </a:defRPr>
      </a:lvl3pPr>
      <a:lvl4pPr marL="1200150" lvl="3" indent="-171450" algn="l" rtl="0" eaLnBrk="0" fontAlgn="base" hangingPunct="0">
        <a:spcBef>
          <a:spcPct val="15000"/>
        </a:spcBef>
        <a:spcAft>
          <a:spcPct val="0"/>
        </a:spcAft>
        <a:buChar char="–"/>
        <a:defRPr sz="1500" kern="1200">
          <a:solidFill>
            <a:schemeClr val="tx1"/>
          </a:solidFill>
          <a:latin typeface="+mn-lt"/>
          <a:ea typeface="+mn-ea"/>
          <a:cs typeface="+mn-cs"/>
        </a:defRPr>
      </a:lvl4pPr>
      <a:lvl5pPr marL="1543050" lvl="4" indent="-171450" algn="l" rtl="0" eaLnBrk="0" fontAlgn="base" hangingPunct="0">
        <a:spcBef>
          <a:spcPct val="15000"/>
        </a:spcBef>
        <a:spcAft>
          <a:spcPct val="0"/>
        </a:spcAft>
        <a:buChar char="»"/>
        <a:defRPr sz="1500" kern="120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p:cNvSpPr>
          <p:nvPr>
            <p:ph type="title"/>
          </p:nvPr>
        </p:nvSpPr>
        <p:spPr>
          <a:xfrm>
            <a:off x="457200" y="206375"/>
            <a:ext cx="8229600" cy="85725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7171" name="Rectangle 3"/>
          <p:cNvSpPr>
            <a:spLocks noGrp="1"/>
          </p:cNvSpPr>
          <p:nvPr>
            <p:ph type="body"/>
          </p:nvPr>
        </p:nvSpPr>
        <p:spPr>
          <a:xfrm>
            <a:off x="457200" y="1200150"/>
            <a:ext cx="8229600" cy="3395663"/>
          </a:xfrm>
          <a:prstGeom prst="rect">
            <a:avLst/>
          </a:prstGeom>
          <a:noFill/>
          <a:ln w="9525">
            <a:noFill/>
          </a:ln>
        </p:spPr>
        <p:txBody>
          <a:bodyPr anchor="t"/>
          <a:lstStyle/>
          <a:p>
            <a:pPr lvl="0" indent="-34290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8196" name="Rectangle 4"/>
          <p:cNvSpPr>
            <a:spLocks noGrp="1"/>
          </p:cNvSpPr>
          <p:nvPr>
            <p:ph type="dt" sz="half" idx="2"/>
          </p:nvPr>
        </p:nvSpPr>
        <p:spPr>
          <a:xfrm>
            <a:off x="457200" y="4684713"/>
            <a:ext cx="2133600" cy="357188"/>
          </a:xfrm>
          <a:prstGeom prst="rect">
            <a:avLst/>
          </a:prstGeom>
          <a:noFill/>
          <a:ln w="9525">
            <a:noFill/>
            <a:miter/>
          </a:ln>
        </p:spPr>
        <p:txBody>
          <a:bodyPr/>
          <a:lstStyle>
            <a:lvl1pPr>
              <a:defRPr sz="1050" noProof="1" dirty="0">
                <a:cs typeface="+mn-ea"/>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8197" name="Rectangle 5"/>
          <p:cNvSpPr>
            <a:spLocks noGrp="1"/>
          </p:cNvSpPr>
          <p:nvPr>
            <p:ph type="ftr" sz="quarter" idx="3"/>
          </p:nvPr>
        </p:nvSpPr>
        <p:spPr>
          <a:xfrm>
            <a:off x="3124200" y="4684713"/>
            <a:ext cx="2895600" cy="357188"/>
          </a:xfrm>
          <a:prstGeom prst="rect">
            <a:avLst/>
          </a:prstGeom>
          <a:noFill/>
          <a:ln w="9525">
            <a:noFill/>
            <a:miter/>
          </a:ln>
        </p:spPr>
        <p:txBody>
          <a:bodyPr/>
          <a:lstStyle>
            <a:lvl1pPr algn="ctr">
              <a:defRPr sz="1050" noProof="1"/>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8" name="Rectangle 6"/>
          <p:cNvSpPr>
            <a:spLocks noGrp="1"/>
          </p:cNvSpPr>
          <p:nvPr>
            <p:ph type="sldNum" sz="quarter" idx="4"/>
          </p:nvPr>
        </p:nvSpPr>
        <p:spPr>
          <a:xfrm>
            <a:off x="6553200" y="4684713"/>
            <a:ext cx="2133600" cy="357188"/>
          </a:xfrm>
          <a:prstGeom prst="rect">
            <a:avLst/>
          </a:prstGeom>
          <a:noFill/>
          <a:ln w="9525">
            <a:noFill/>
            <a:miter/>
          </a:ln>
        </p:spPr>
        <p:txBody>
          <a:bodyPr vert="horz" wrap="square" lIns="91440" tIns="45720" rIns="91440" bIns="45720" numCol="1" anchor="t" anchorCtr="0" compatLnSpc="1"/>
          <a:lstStyle>
            <a:lvl1pPr algn="r">
              <a:defRPr sz="1050"/>
            </a:lvl1p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sldNum="0" hdr="0" ftr="0" dt="0"/>
  <p:txStyles>
    <p:titleStyle>
      <a:lvl1pPr algn="ctr" rtl="0" eaLnBrk="0" fontAlgn="base" hangingPunct="0">
        <a:spcBef>
          <a:spcPct val="0"/>
        </a:spcBef>
        <a:spcAft>
          <a:spcPct val="0"/>
        </a:spcAft>
        <a:defRPr sz="33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har char="•"/>
        <a:defRPr sz="2400" kern="1200">
          <a:solidFill>
            <a:schemeClr val="tx1"/>
          </a:solidFill>
          <a:latin typeface="+mn-lt"/>
          <a:ea typeface="+mn-ea"/>
          <a:cs typeface="+mn-cs"/>
        </a:defRPr>
      </a:lvl1pPr>
      <a:lvl2pPr marL="557530" lvl="1" indent="-214630" algn="l" rtl="0" eaLnBrk="0" fontAlgn="base" hangingPunct="0">
        <a:spcBef>
          <a:spcPct val="15000"/>
        </a:spcBef>
        <a:spcAft>
          <a:spcPct val="0"/>
        </a:spcAft>
        <a:buChar char="–"/>
        <a:defRPr sz="2100" kern="1200">
          <a:solidFill>
            <a:schemeClr val="tx1"/>
          </a:solidFill>
          <a:latin typeface="+mn-lt"/>
          <a:ea typeface="+mn-ea"/>
          <a:cs typeface="+mn-cs"/>
        </a:defRPr>
      </a:lvl2pPr>
      <a:lvl3pPr marL="857250" lvl="2" indent="-171450" algn="l" rtl="0" eaLnBrk="0" fontAlgn="base" hangingPunct="0">
        <a:spcBef>
          <a:spcPct val="15000"/>
        </a:spcBef>
        <a:spcAft>
          <a:spcPct val="0"/>
        </a:spcAft>
        <a:buChar char="•"/>
        <a:defRPr sz="1800" kern="1200">
          <a:solidFill>
            <a:schemeClr val="tx1"/>
          </a:solidFill>
          <a:latin typeface="+mn-lt"/>
          <a:ea typeface="+mn-ea"/>
          <a:cs typeface="+mn-cs"/>
        </a:defRPr>
      </a:lvl3pPr>
      <a:lvl4pPr marL="1200150" lvl="3" indent="-171450" algn="l" rtl="0" eaLnBrk="0" fontAlgn="base" hangingPunct="0">
        <a:spcBef>
          <a:spcPct val="15000"/>
        </a:spcBef>
        <a:spcAft>
          <a:spcPct val="0"/>
        </a:spcAft>
        <a:buChar char="–"/>
        <a:defRPr sz="1500" kern="1200">
          <a:solidFill>
            <a:schemeClr val="tx1"/>
          </a:solidFill>
          <a:latin typeface="+mn-lt"/>
          <a:ea typeface="+mn-ea"/>
          <a:cs typeface="+mn-cs"/>
        </a:defRPr>
      </a:lvl4pPr>
      <a:lvl5pPr marL="1543050" lvl="4" indent="-171450" algn="l" rtl="0" eaLnBrk="0" fontAlgn="base" hangingPunct="0">
        <a:spcBef>
          <a:spcPct val="15000"/>
        </a:spcBef>
        <a:spcAft>
          <a:spcPct val="0"/>
        </a:spcAft>
        <a:buChar char="»"/>
        <a:defRPr sz="1500" kern="120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grpSp>
        <p:nvGrpSpPr>
          <p:cNvPr id="8194" name="组合 9217"/>
          <p:cNvGrpSpPr/>
          <p:nvPr/>
        </p:nvGrpSpPr>
        <p:grpSpPr>
          <a:xfrm>
            <a:off x="0" y="0"/>
            <a:ext cx="9144000" cy="5143500"/>
            <a:chOff x="0" y="0"/>
            <a:chExt cx="5760" cy="4319"/>
          </a:xfrm>
        </p:grpSpPr>
        <p:sp>
          <p:nvSpPr>
            <p:cNvPr id="8195" name="任意多边形 9218"/>
            <p:cNvSpPr/>
            <p:nvPr/>
          </p:nvSpPr>
          <p:spPr>
            <a:xfrm>
              <a:off x="0" y="12"/>
              <a:ext cx="5758" cy="3273"/>
            </a:xfrm>
            <a:custGeom>
              <a:avLst/>
              <a:gdLst/>
              <a:ahLst/>
              <a:cxnLst>
                <a:cxn ang="0">
                  <a:pos x="3213" y="1816"/>
                </a:cxn>
                <a:cxn ang="0">
                  <a:pos x="0" y="0"/>
                </a:cxn>
                <a:cxn ang="0">
                  <a:pos x="0" y="522"/>
                </a:cxn>
                <a:cxn ang="0">
                  <a:pos x="3057" y="1978"/>
                </a:cxn>
                <a:cxn ang="0">
                  <a:pos x="5776" y="3273"/>
                </a:cxn>
                <a:cxn ang="0">
                  <a:pos x="5776" y="3267"/>
                </a:cxn>
                <a:cxn ang="0">
                  <a:pos x="3213" y="1816"/>
                </a:cxn>
                <a:cxn ang="0">
                  <a:pos x="3213" y="1816"/>
                </a:cxn>
              </a:cxnLst>
              <a:rect l="0" t="0" r="0" b="0"/>
              <a:pathLst>
                <a:path w="5740" h="3273">
                  <a:moveTo>
                    <a:pt x="3193" y="1816"/>
                  </a:moveTo>
                  <a:lnTo>
                    <a:pt x="0" y="0"/>
                  </a:lnTo>
                  <a:lnTo>
                    <a:pt x="0" y="522"/>
                  </a:lnTo>
                  <a:lnTo>
                    <a:pt x="3037" y="1978"/>
                  </a:lnTo>
                  <a:lnTo>
                    <a:pt x="5740" y="3273"/>
                  </a:lnTo>
                  <a:lnTo>
                    <a:pt x="5740" y="3267"/>
                  </a:lnTo>
                  <a:lnTo>
                    <a:pt x="3193" y="1816"/>
                  </a:lnTo>
                  <a:close/>
                </a:path>
              </a:pathLst>
            </a:custGeom>
            <a:gradFill rotWithShape="0">
              <a:gsLst>
                <a:gs pos="0">
                  <a:srgbClr val="000051"/>
                </a:gs>
                <a:gs pos="100000">
                  <a:schemeClr val="bg2"/>
                </a:gs>
              </a:gsLst>
              <a:lin ang="0" scaled="1"/>
              <a:tileRect/>
            </a:gradFill>
            <a:ln w="9525">
              <a:noFill/>
            </a:ln>
          </p:spPr>
          <p:txBody>
            <a:bodyPr/>
            <a:lstStyle/>
            <a:p>
              <a:endParaRPr lang="en-US"/>
            </a:p>
          </p:txBody>
        </p:sp>
        <p:sp>
          <p:nvSpPr>
            <p:cNvPr id="8196" name="任意多边形 9219"/>
            <p:cNvSpPr/>
            <p:nvPr/>
          </p:nvSpPr>
          <p:spPr>
            <a:xfrm>
              <a:off x="149" y="0"/>
              <a:ext cx="5609" cy="3243"/>
            </a:xfrm>
            <a:custGeom>
              <a:avLst/>
              <a:gdLst/>
              <a:ahLst/>
              <a:cxnLst>
                <a:cxn ang="0">
                  <a:pos x="3183" y="1714"/>
                </a:cxn>
                <a:cxn ang="0">
                  <a:pos x="433" y="0"/>
                </a:cxn>
                <a:cxn ang="0">
                  <a:pos x="0" y="0"/>
                </a:cxn>
                <a:cxn ang="0">
                  <a:pos x="3106" y="1786"/>
                </a:cxn>
                <a:cxn ang="0">
                  <a:pos x="5627" y="3243"/>
                </a:cxn>
                <a:cxn ang="0">
                  <a:pos x="5627" y="3237"/>
                </a:cxn>
                <a:cxn ang="0">
                  <a:pos x="3183" y="1714"/>
                </a:cxn>
                <a:cxn ang="0">
                  <a:pos x="3183" y="1714"/>
                </a:cxn>
              </a:cxnLst>
              <a:rect l="0" t="0" r="0" b="0"/>
              <a:pathLst>
                <a:path w="5591" h="3243">
                  <a:moveTo>
                    <a:pt x="3163" y="1714"/>
                  </a:moveTo>
                  <a:lnTo>
                    <a:pt x="431" y="0"/>
                  </a:lnTo>
                  <a:lnTo>
                    <a:pt x="0" y="0"/>
                  </a:lnTo>
                  <a:lnTo>
                    <a:pt x="3086" y="1786"/>
                  </a:lnTo>
                  <a:lnTo>
                    <a:pt x="5591" y="3243"/>
                  </a:lnTo>
                  <a:lnTo>
                    <a:pt x="5591" y="3237"/>
                  </a:lnTo>
                  <a:lnTo>
                    <a:pt x="3163" y="1714"/>
                  </a:lnTo>
                  <a:close/>
                </a:path>
              </a:pathLst>
            </a:custGeom>
            <a:gradFill rotWithShape="0">
              <a:gsLst>
                <a:gs pos="0">
                  <a:srgbClr val="00005D"/>
                </a:gs>
                <a:gs pos="100000">
                  <a:schemeClr val="bg1"/>
                </a:gs>
              </a:gsLst>
              <a:lin ang="2700000" scaled="1"/>
              <a:tileRect/>
            </a:gradFill>
            <a:ln w="9525">
              <a:noFill/>
            </a:ln>
          </p:spPr>
          <p:txBody>
            <a:bodyPr/>
            <a:lstStyle/>
            <a:p>
              <a:endParaRPr lang="en-US"/>
            </a:p>
          </p:txBody>
        </p:sp>
        <p:sp>
          <p:nvSpPr>
            <p:cNvPr id="8197" name="任意多边形 9220"/>
            <p:cNvSpPr/>
            <p:nvPr/>
          </p:nvSpPr>
          <p:spPr>
            <a:xfrm>
              <a:off x="0" y="3433"/>
              <a:ext cx="4038" cy="191"/>
            </a:xfrm>
            <a:custGeom>
              <a:avLst/>
              <a:gdLst/>
              <a:ahLst/>
              <a:cxnLst>
                <a:cxn ang="0">
                  <a:pos x="0" y="154"/>
                </a:cxn>
                <a:cxn ang="0">
                  <a:pos x="4034" y="190"/>
                </a:cxn>
                <a:cxn ang="0">
                  <a:pos x="4034" y="142"/>
                </a:cxn>
                <a:cxn ang="0">
                  <a:pos x="0" y="0"/>
                </a:cxn>
                <a:cxn ang="0">
                  <a:pos x="0" y="154"/>
                </a:cxn>
                <a:cxn ang="0">
                  <a:pos x="0" y="154"/>
                </a:cxn>
              </a:cxnLst>
              <a:rect l="0" t="0" r="0" b="0"/>
              <a:pathLst>
                <a:path w="4042" h="192">
                  <a:moveTo>
                    <a:pt x="0" y="156"/>
                  </a:moveTo>
                  <a:lnTo>
                    <a:pt x="4042" y="192"/>
                  </a:lnTo>
                  <a:lnTo>
                    <a:pt x="4042" y="144"/>
                  </a:lnTo>
                  <a:lnTo>
                    <a:pt x="0" y="0"/>
                  </a:lnTo>
                  <a:lnTo>
                    <a:pt x="0" y="156"/>
                  </a:lnTo>
                  <a:close/>
                </a:path>
              </a:pathLst>
            </a:custGeom>
            <a:gradFill rotWithShape="0">
              <a:gsLst>
                <a:gs pos="0">
                  <a:srgbClr val="000061"/>
                </a:gs>
                <a:gs pos="100000">
                  <a:schemeClr val="bg2"/>
                </a:gs>
              </a:gsLst>
              <a:lin ang="0" scaled="1"/>
              <a:tileRect/>
            </a:gradFill>
            <a:ln w="9525">
              <a:noFill/>
            </a:ln>
          </p:spPr>
          <p:txBody>
            <a:bodyPr/>
            <a:lstStyle/>
            <a:p>
              <a:endParaRPr lang="en-US"/>
            </a:p>
          </p:txBody>
        </p:sp>
        <p:sp>
          <p:nvSpPr>
            <p:cNvPr id="8198" name="任意多边形 9221"/>
            <p:cNvSpPr/>
            <p:nvPr/>
          </p:nvSpPr>
          <p:spPr>
            <a:xfrm>
              <a:off x="4038" y="3577"/>
              <a:ext cx="1720" cy="65"/>
            </a:xfrm>
            <a:custGeom>
              <a:avLst/>
              <a:gdLst/>
              <a:ahLst/>
              <a:cxnLst>
                <a:cxn ang="0">
                  <a:pos x="1718" y="64"/>
                </a:cxn>
                <a:cxn ang="0">
                  <a:pos x="1718" y="58"/>
                </a:cxn>
                <a:cxn ang="0">
                  <a:pos x="0" y="0"/>
                </a:cxn>
                <a:cxn ang="0">
                  <a:pos x="0" y="46"/>
                </a:cxn>
                <a:cxn ang="0">
                  <a:pos x="1718" y="64"/>
                </a:cxn>
                <a:cxn ang="0">
                  <a:pos x="1718" y="64"/>
                </a:cxn>
              </a:cxnLst>
              <a:rect l="0" t="0" r="0" b="0"/>
              <a:pathLst>
                <a:path w="1722" h="66">
                  <a:moveTo>
                    <a:pt x="1722" y="66"/>
                  </a:moveTo>
                  <a:lnTo>
                    <a:pt x="1722" y="60"/>
                  </a:lnTo>
                  <a:lnTo>
                    <a:pt x="0" y="0"/>
                  </a:lnTo>
                  <a:lnTo>
                    <a:pt x="0" y="48"/>
                  </a:lnTo>
                  <a:lnTo>
                    <a:pt x="1722" y="66"/>
                  </a:lnTo>
                  <a:close/>
                </a:path>
              </a:pathLst>
            </a:custGeom>
            <a:gradFill rotWithShape="0">
              <a:gsLst>
                <a:gs pos="0">
                  <a:schemeClr val="bg2"/>
                </a:gs>
                <a:gs pos="100000">
                  <a:schemeClr val="bg1"/>
                </a:gs>
              </a:gsLst>
              <a:lin ang="0" scaled="1"/>
              <a:tileRect/>
            </a:gradFill>
            <a:ln w="9525">
              <a:noFill/>
            </a:ln>
          </p:spPr>
          <p:txBody>
            <a:bodyPr/>
            <a:lstStyle/>
            <a:p>
              <a:endParaRPr lang="en-US"/>
            </a:p>
          </p:txBody>
        </p:sp>
        <p:sp>
          <p:nvSpPr>
            <p:cNvPr id="8199" name="任意多边形 9222"/>
            <p:cNvSpPr/>
            <p:nvPr/>
          </p:nvSpPr>
          <p:spPr>
            <a:xfrm>
              <a:off x="0" y="3726"/>
              <a:ext cx="4784" cy="329"/>
            </a:xfrm>
            <a:custGeom>
              <a:avLst/>
              <a:gdLst/>
              <a:ahLst/>
              <a:cxnLst>
                <a:cxn ang="0">
                  <a:pos x="0" y="329"/>
                </a:cxn>
                <a:cxn ang="0">
                  <a:pos x="4779" y="77"/>
                </a:cxn>
                <a:cxn ang="0">
                  <a:pos x="4779" y="0"/>
                </a:cxn>
                <a:cxn ang="0">
                  <a:pos x="0" y="107"/>
                </a:cxn>
                <a:cxn ang="0">
                  <a:pos x="0" y="329"/>
                </a:cxn>
                <a:cxn ang="0">
                  <a:pos x="0" y="329"/>
                </a:cxn>
              </a:cxnLst>
              <a:rect l="0" t="0" r="0" b="0"/>
              <a:pathLst>
                <a:path w="4789" h="329">
                  <a:moveTo>
                    <a:pt x="0" y="329"/>
                  </a:moveTo>
                  <a:lnTo>
                    <a:pt x="4789" y="77"/>
                  </a:lnTo>
                  <a:lnTo>
                    <a:pt x="4789" y="0"/>
                  </a:lnTo>
                  <a:lnTo>
                    <a:pt x="0" y="107"/>
                  </a:lnTo>
                  <a:lnTo>
                    <a:pt x="0" y="329"/>
                  </a:lnTo>
                  <a:close/>
                </a:path>
              </a:pathLst>
            </a:custGeom>
            <a:gradFill rotWithShape="0">
              <a:gsLst>
                <a:gs pos="0">
                  <a:srgbClr val="00007D"/>
                </a:gs>
                <a:gs pos="100000">
                  <a:schemeClr val="bg1"/>
                </a:gs>
              </a:gsLst>
              <a:lin ang="0" scaled="1"/>
              <a:tileRect/>
            </a:gradFill>
            <a:ln w="9525">
              <a:noFill/>
            </a:ln>
          </p:spPr>
          <p:txBody>
            <a:bodyPr/>
            <a:lstStyle/>
            <a:p>
              <a:endParaRPr lang="en-US"/>
            </a:p>
          </p:txBody>
        </p:sp>
        <p:sp>
          <p:nvSpPr>
            <p:cNvPr id="8200" name="任意多边形 9223"/>
            <p:cNvSpPr/>
            <p:nvPr/>
          </p:nvSpPr>
          <p:spPr>
            <a:xfrm>
              <a:off x="4784" y="3702"/>
              <a:ext cx="974" cy="101"/>
            </a:xfrm>
            <a:custGeom>
              <a:avLst/>
              <a:gdLst/>
              <a:ahLst/>
              <a:cxnLst>
                <a:cxn ang="0">
                  <a:pos x="973" y="48"/>
                </a:cxn>
                <a:cxn ang="0">
                  <a:pos x="973" y="0"/>
                </a:cxn>
                <a:cxn ang="0">
                  <a:pos x="0" y="24"/>
                </a:cxn>
                <a:cxn ang="0">
                  <a:pos x="0" y="101"/>
                </a:cxn>
                <a:cxn ang="0">
                  <a:pos x="973" y="48"/>
                </a:cxn>
                <a:cxn ang="0">
                  <a:pos x="973" y="48"/>
                </a:cxn>
              </a:cxnLst>
              <a:rect l="0" t="0" r="0" b="0"/>
              <a:pathLst>
                <a:path w="975" h="101">
                  <a:moveTo>
                    <a:pt x="975" y="48"/>
                  </a:moveTo>
                  <a:lnTo>
                    <a:pt x="975" y="0"/>
                  </a:lnTo>
                  <a:lnTo>
                    <a:pt x="0" y="24"/>
                  </a:lnTo>
                  <a:lnTo>
                    <a:pt x="0" y="101"/>
                  </a:lnTo>
                  <a:lnTo>
                    <a:pt x="975" y="48"/>
                  </a:lnTo>
                  <a:close/>
                </a:path>
              </a:pathLst>
            </a:custGeom>
            <a:solidFill>
              <a:schemeClr val="bg1"/>
            </a:solidFill>
            <a:ln w="9525">
              <a:noFill/>
            </a:ln>
          </p:spPr>
          <p:txBody>
            <a:bodyPr/>
            <a:lstStyle/>
            <a:p>
              <a:endParaRPr lang="en-US"/>
            </a:p>
          </p:txBody>
        </p:sp>
        <p:sp>
          <p:nvSpPr>
            <p:cNvPr id="8201" name="任意多边形 9224"/>
            <p:cNvSpPr/>
            <p:nvPr/>
          </p:nvSpPr>
          <p:spPr>
            <a:xfrm>
              <a:off x="3619" y="3815"/>
              <a:ext cx="2139" cy="198"/>
            </a:xfrm>
            <a:custGeom>
              <a:avLst/>
              <a:gdLst/>
              <a:ahLst/>
              <a:cxnLst>
                <a:cxn ang="0">
                  <a:pos x="2137" y="0"/>
                </a:cxn>
                <a:cxn ang="0">
                  <a:pos x="0" y="156"/>
                </a:cxn>
                <a:cxn ang="0">
                  <a:pos x="0" y="198"/>
                </a:cxn>
                <a:cxn ang="0">
                  <a:pos x="2137" y="0"/>
                </a:cxn>
                <a:cxn ang="0">
                  <a:pos x="2137" y="0"/>
                </a:cxn>
              </a:cxnLst>
              <a:rect l="0" t="0" r="0" b="0"/>
              <a:pathLst>
                <a:path w="2141" h="198">
                  <a:moveTo>
                    <a:pt x="2141" y="0"/>
                  </a:moveTo>
                  <a:lnTo>
                    <a:pt x="0" y="156"/>
                  </a:lnTo>
                  <a:lnTo>
                    <a:pt x="0" y="198"/>
                  </a:lnTo>
                  <a:lnTo>
                    <a:pt x="2141" y="0"/>
                  </a:lnTo>
                  <a:close/>
                </a:path>
              </a:pathLst>
            </a:custGeom>
            <a:solidFill>
              <a:schemeClr val="bg1"/>
            </a:solidFill>
            <a:ln w="9525">
              <a:noFill/>
            </a:ln>
          </p:spPr>
          <p:txBody>
            <a:bodyPr/>
            <a:lstStyle/>
            <a:p>
              <a:endParaRPr lang="en-US"/>
            </a:p>
          </p:txBody>
        </p:sp>
        <p:sp>
          <p:nvSpPr>
            <p:cNvPr id="8202" name="任意多边形 9225"/>
            <p:cNvSpPr/>
            <p:nvPr/>
          </p:nvSpPr>
          <p:spPr>
            <a:xfrm>
              <a:off x="0" y="3971"/>
              <a:ext cx="3619" cy="348"/>
            </a:xfrm>
            <a:custGeom>
              <a:avLst/>
              <a:gdLst/>
              <a:ahLst/>
              <a:cxnLst>
                <a:cxn ang="0">
                  <a:pos x="0" y="348"/>
                </a:cxn>
                <a:cxn ang="0">
                  <a:pos x="311" y="348"/>
                </a:cxn>
                <a:cxn ang="0">
                  <a:pos x="3615" y="42"/>
                </a:cxn>
                <a:cxn ang="0">
                  <a:pos x="3615" y="0"/>
                </a:cxn>
                <a:cxn ang="0">
                  <a:pos x="0" y="264"/>
                </a:cxn>
                <a:cxn ang="0">
                  <a:pos x="0" y="348"/>
                </a:cxn>
                <a:cxn ang="0">
                  <a:pos x="0" y="348"/>
                </a:cxn>
              </a:cxnLst>
              <a:rect l="0" t="0" r="0" b="0"/>
              <a:pathLst>
                <a:path w="3623" h="348">
                  <a:moveTo>
                    <a:pt x="0" y="348"/>
                  </a:moveTo>
                  <a:lnTo>
                    <a:pt x="311" y="348"/>
                  </a:lnTo>
                  <a:lnTo>
                    <a:pt x="3623" y="42"/>
                  </a:lnTo>
                  <a:lnTo>
                    <a:pt x="3623" y="0"/>
                  </a:lnTo>
                  <a:lnTo>
                    <a:pt x="0" y="264"/>
                  </a:lnTo>
                  <a:lnTo>
                    <a:pt x="0" y="348"/>
                  </a:lnTo>
                  <a:close/>
                </a:path>
              </a:pathLst>
            </a:custGeom>
            <a:gradFill rotWithShape="0">
              <a:gsLst>
                <a:gs pos="0">
                  <a:srgbClr val="00006F"/>
                </a:gs>
                <a:gs pos="100000">
                  <a:schemeClr val="bg1"/>
                </a:gs>
              </a:gsLst>
              <a:lin ang="0" scaled="1"/>
              <a:tileRect/>
            </a:gradFill>
            <a:ln w="9525">
              <a:noFill/>
            </a:ln>
          </p:spPr>
          <p:txBody>
            <a:bodyPr/>
            <a:lstStyle/>
            <a:p>
              <a:endParaRPr lang="en-US"/>
            </a:p>
          </p:txBody>
        </p:sp>
        <p:sp>
          <p:nvSpPr>
            <p:cNvPr id="8203" name="任意多边形 9226"/>
            <p:cNvSpPr/>
            <p:nvPr/>
          </p:nvSpPr>
          <p:spPr>
            <a:xfrm>
              <a:off x="2097" y="4043"/>
              <a:ext cx="2514" cy="276"/>
            </a:xfrm>
            <a:custGeom>
              <a:avLst/>
              <a:gdLst/>
              <a:ahLst/>
              <a:cxnLst>
                <a:cxn ang="0">
                  <a:pos x="2176" y="276"/>
                </a:cxn>
                <a:cxn ang="0">
                  <a:pos x="2511" y="204"/>
                </a:cxn>
                <a:cxn ang="0">
                  <a:pos x="2254" y="0"/>
                </a:cxn>
                <a:cxn ang="0">
                  <a:pos x="0" y="276"/>
                </a:cxn>
                <a:cxn ang="0">
                  <a:pos x="2176" y="276"/>
                </a:cxn>
                <a:cxn ang="0">
                  <a:pos x="2176" y="276"/>
                </a:cxn>
              </a:cxnLst>
              <a:rect l="0" t="0" r="0" b="0"/>
              <a:pathLst>
                <a:path w="2517" h="276">
                  <a:moveTo>
                    <a:pt x="2182" y="276"/>
                  </a:moveTo>
                  <a:lnTo>
                    <a:pt x="2517" y="204"/>
                  </a:lnTo>
                  <a:lnTo>
                    <a:pt x="2260" y="0"/>
                  </a:lnTo>
                  <a:lnTo>
                    <a:pt x="0" y="276"/>
                  </a:lnTo>
                  <a:lnTo>
                    <a:pt x="2182" y="276"/>
                  </a:lnTo>
                  <a:close/>
                </a:path>
              </a:pathLst>
            </a:custGeom>
            <a:solidFill>
              <a:schemeClr val="bg1"/>
            </a:solidFill>
            <a:ln w="9525">
              <a:noFill/>
            </a:ln>
          </p:spPr>
          <p:txBody>
            <a:bodyPr/>
            <a:lstStyle/>
            <a:p>
              <a:endParaRPr lang="en-US"/>
            </a:p>
          </p:txBody>
        </p:sp>
        <p:sp>
          <p:nvSpPr>
            <p:cNvPr id="8204" name="任意多边形 9227"/>
            <p:cNvSpPr/>
            <p:nvPr/>
          </p:nvSpPr>
          <p:spPr>
            <a:xfrm>
              <a:off x="4354" y="3869"/>
              <a:ext cx="1404" cy="378"/>
            </a:xfrm>
            <a:custGeom>
              <a:avLst/>
              <a:gdLst/>
              <a:ahLst/>
              <a:cxnLst>
                <a:cxn ang="0">
                  <a:pos x="1403" y="126"/>
                </a:cxn>
                <a:cxn ang="0">
                  <a:pos x="1403" y="0"/>
                </a:cxn>
                <a:cxn ang="0">
                  <a:pos x="0" y="174"/>
                </a:cxn>
                <a:cxn ang="0">
                  <a:pos x="257" y="378"/>
                </a:cxn>
                <a:cxn ang="0">
                  <a:pos x="1403" y="126"/>
                </a:cxn>
                <a:cxn ang="0">
                  <a:pos x="1403" y="126"/>
                </a:cxn>
              </a:cxnLst>
              <a:rect l="0" t="0" r="0" b="0"/>
              <a:pathLst>
                <a:path w="1405" h="378">
                  <a:moveTo>
                    <a:pt x="1405" y="126"/>
                  </a:moveTo>
                  <a:lnTo>
                    <a:pt x="1405" y="0"/>
                  </a:lnTo>
                  <a:lnTo>
                    <a:pt x="0" y="174"/>
                  </a:lnTo>
                  <a:lnTo>
                    <a:pt x="257" y="378"/>
                  </a:lnTo>
                  <a:lnTo>
                    <a:pt x="1405" y="126"/>
                  </a:lnTo>
                  <a:close/>
                </a:path>
              </a:pathLst>
            </a:custGeom>
            <a:gradFill rotWithShape="0">
              <a:gsLst>
                <a:gs pos="0">
                  <a:schemeClr val="bg1"/>
                </a:gs>
                <a:gs pos="100000">
                  <a:srgbClr val="08089C"/>
                </a:gs>
              </a:gsLst>
              <a:lin ang="0" scaled="1"/>
              <a:tileRect/>
            </a:gradFill>
            <a:ln w="9525">
              <a:noFill/>
            </a:ln>
          </p:spPr>
          <p:txBody>
            <a:bodyPr/>
            <a:lstStyle/>
            <a:p>
              <a:endParaRPr lang="en-US"/>
            </a:p>
          </p:txBody>
        </p:sp>
        <p:sp>
          <p:nvSpPr>
            <p:cNvPr id="8205" name="任意多边形 9228"/>
            <p:cNvSpPr/>
            <p:nvPr/>
          </p:nvSpPr>
          <p:spPr>
            <a:xfrm>
              <a:off x="5030" y="3151"/>
              <a:ext cx="728" cy="240"/>
            </a:xfrm>
            <a:custGeom>
              <a:avLst/>
              <a:gdLst/>
              <a:ahLst/>
              <a:cxnLst>
                <a:cxn ang="0">
                  <a:pos x="727" y="240"/>
                </a:cxn>
                <a:cxn ang="0">
                  <a:pos x="0" y="0"/>
                </a:cxn>
                <a:cxn ang="0">
                  <a:pos x="0" y="6"/>
                </a:cxn>
                <a:cxn ang="0">
                  <a:pos x="727" y="240"/>
                </a:cxn>
                <a:cxn ang="0">
                  <a:pos x="727" y="240"/>
                </a:cxn>
              </a:cxnLst>
              <a:rect l="0" t="0" r="0" b="0"/>
              <a:pathLst>
                <a:path w="729" h="240">
                  <a:moveTo>
                    <a:pt x="729" y="240"/>
                  </a:moveTo>
                  <a:lnTo>
                    <a:pt x="0" y="0"/>
                  </a:lnTo>
                  <a:lnTo>
                    <a:pt x="0" y="6"/>
                  </a:lnTo>
                  <a:lnTo>
                    <a:pt x="729" y="240"/>
                  </a:lnTo>
                  <a:close/>
                </a:path>
              </a:pathLst>
            </a:custGeom>
            <a:solidFill>
              <a:schemeClr val="bg1"/>
            </a:solidFill>
            <a:ln w="9525">
              <a:noFill/>
            </a:ln>
          </p:spPr>
          <p:txBody>
            <a:bodyPr/>
            <a:lstStyle/>
            <a:p>
              <a:endParaRPr lang="en-US"/>
            </a:p>
          </p:txBody>
        </p:sp>
        <p:sp>
          <p:nvSpPr>
            <p:cNvPr id="8206" name="任意多边形 9229"/>
            <p:cNvSpPr/>
            <p:nvPr/>
          </p:nvSpPr>
          <p:spPr>
            <a:xfrm>
              <a:off x="0" y="1486"/>
              <a:ext cx="5030" cy="1671"/>
            </a:xfrm>
            <a:custGeom>
              <a:avLst/>
              <a:gdLst/>
              <a:ahLst/>
              <a:cxnLst>
                <a:cxn ang="0">
                  <a:pos x="0" y="72"/>
                </a:cxn>
                <a:cxn ang="0">
                  <a:pos x="5025" y="1670"/>
                </a:cxn>
                <a:cxn ang="0">
                  <a:pos x="5025" y="1664"/>
                </a:cxn>
                <a:cxn ang="0">
                  <a:pos x="0" y="0"/>
                </a:cxn>
                <a:cxn ang="0">
                  <a:pos x="0" y="72"/>
                </a:cxn>
                <a:cxn ang="0">
                  <a:pos x="0" y="72"/>
                </a:cxn>
              </a:cxnLst>
              <a:rect l="0" t="0" r="0" b="0"/>
              <a:pathLst>
                <a:path w="5035" h="1672">
                  <a:moveTo>
                    <a:pt x="0" y="72"/>
                  </a:moveTo>
                  <a:lnTo>
                    <a:pt x="5035" y="1672"/>
                  </a:lnTo>
                  <a:lnTo>
                    <a:pt x="5035" y="1666"/>
                  </a:lnTo>
                  <a:lnTo>
                    <a:pt x="0" y="0"/>
                  </a:lnTo>
                  <a:lnTo>
                    <a:pt x="0" y="72"/>
                  </a:lnTo>
                  <a:close/>
                </a:path>
              </a:pathLst>
            </a:custGeom>
            <a:gradFill rotWithShape="0">
              <a:gsLst>
                <a:gs pos="0">
                  <a:srgbClr val="000053"/>
                </a:gs>
                <a:gs pos="100000">
                  <a:schemeClr val="bg1"/>
                </a:gs>
              </a:gsLst>
              <a:lin ang="2700000" scaled="1"/>
              <a:tileRect/>
            </a:gradFill>
            <a:ln w="9525">
              <a:noFill/>
            </a:ln>
          </p:spPr>
          <p:txBody>
            <a:bodyPr/>
            <a:lstStyle/>
            <a:p>
              <a:endParaRPr lang="en-US"/>
            </a:p>
          </p:txBody>
        </p:sp>
        <p:sp>
          <p:nvSpPr>
            <p:cNvPr id="8207" name="任意多边形 9230"/>
            <p:cNvSpPr/>
            <p:nvPr/>
          </p:nvSpPr>
          <p:spPr>
            <a:xfrm>
              <a:off x="5030" y="3049"/>
              <a:ext cx="728" cy="318"/>
            </a:xfrm>
            <a:custGeom>
              <a:avLst/>
              <a:gdLst/>
              <a:ahLst/>
              <a:cxnLst>
                <a:cxn ang="0">
                  <a:pos x="727" y="318"/>
                </a:cxn>
                <a:cxn ang="0">
                  <a:pos x="727" y="312"/>
                </a:cxn>
                <a:cxn ang="0">
                  <a:pos x="0" y="0"/>
                </a:cxn>
                <a:cxn ang="0">
                  <a:pos x="0" y="54"/>
                </a:cxn>
                <a:cxn ang="0">
                  <a:pos x="727" y="318"/>
                </a:cxn>
                <a:cxn ang="0">
                  <a:pos x="727" y="318"/>
                </a:cxn>
              </a:cxnLst>
              <a:rect l="0" t="0" r="0" b="0"/>
              <a:pathLst>
                <a:path w="729" h="318">
                  <a:moveTo>
                    <a:pt x="729" y="318"/>
                  </a:moveTo>
                  <a:lnTo>
                    <a:pt x="729" y="312"/>
                  </a:lnTo>
                  <a:lnTo>
                    <a:pt x="0" y="0"/>
                  </a:lnTo>
                  <a:lnTo>
                    <a:pt x="0" y="54"/>
                  </a:lnTo>
                  <a:lnTo>
                    <a:pt x="729" y="318"/>
                  </a:lnTo>
                  <a:close/>
                </a:path>
              </a:pathLst>
            </a:custGeom>
            <a:gradFill rotWithShape="0">
              <a:gsLst>
                <a:gs pos="0">
                  <a:schemeClr val="bg2"/>
                </a:gs>
                <a:gs pos="100000">
                  <a:schemeClr val="bg1"/>
                </a:gs>
              </a:gsLst>
              <a:lin ang="0" scaled="1"/>
              <a:tileRect/>
            </a:gradFill>
            <a:ln w="9525">
              <a:noFill/>
            </a:ln>
          </p:spPr>
          <p:txBody>
            <a:bodyPr/>
            <a:lstStyle/>
            <a:p>
              <a:endParaRPr lang="en-US"/>
            </a:p>
          </p:txBody>
        </p:sp>
        <p:sp>
          <p:nvSpPr>
            <p:cNvPr id="8208" name="任意多边形 9231"/>
            <p:cNvSpPr/>
            <p:nvPr/>
          </p:nvSpPr>
          <p:spPr>
            <a:xfrm>
              <a:off x="0" y="916"/>
              <a:ext cx="5030" cy="2187"/>
            </a:xfrm>
            <a:custGeom>
              <a:avLst/>
              <a:gdLst/>
              <a:ahLst/>
              <a:cxnLst>
                <a:cxn ang="0">
                  <a:pos x="0" y="396"/>
                </a:cxn>
                <a:cxn ang="0">
                  <a:pos x="5025" y="2186"/>
                </a:cxn>
                <a:cxn ang="0">
                  <a:pos x="5025" y="2132"/>
                </a:cxn>
                <a:cxn ang="0">
                  <a:pos x="0" y="0"/>
                </a:cxn>
                <a:cxn ang="0">
                  <a:pos x="0" y="396"/>
                </a:cxn>
                <a:cxn ang="0">
                  <a:pos x="0" y="396"/>
                </a:cxn>
              </a:cxnLst>
              <a:rect l="0" t="0" r="0" b="0"/>
              <a:pathLst>
                <a:path w="5035" h="2188">
                  <a:moveTo>
                    <a:pt x="0" y="396"/>
                  </a:moveTo>
                  <a:lnTo>
                    <a:pt x="5035" y="2188"/>
                  </a:lnTo>
                  <a:lnTo>
                    <a:pt x="5035" y="2134"/>
                  </a:lnTo>
                  <a:lnTo>
                    <a:pt x="0" y="0"/>
                  </a:lnTo>
                  <a:lnTo>
                    <a:pt x="0" y="396"/>
                  </a:lnTo>
                  <a:close/>
                </a:path>
              </a:pathLst>
            </a:custGeom>
            <a:gradFill rotWithShape="0">
              <a:gsLst>
                <a:gs pos="0">
                  <a:srgbClr val="000055"/>
                </a:gs>
                <a:gs pos="100000">
                  <a:schemeClr val="bg2"/>
                </a:gs>
              </a:gsLst>
              <a:lin ang="0" scaled="1"/>
              <a:tileRect/>
            </a:gradFill>
            <a:ln w="9525">
              <a:noFill/>
            </a:ln>
          </p:spPr>
          <p:txBody>
            <a:bodyPr/>
            <a:lstStyle/>
            <a:p>
              <a:endParaRPr lang="en-US"/>
            </a:p>
          </p:txBody>
        </p:sp>
        <p:sp>
          <p:nvSpPr>
            <p:cNvPr id="8209" name="任意多边形 9232"/>
            <p:cNvSpPr/>
            <p:nvPr/>
          </p:nvSpPr>
          <p:spPr>
            <a:xfrm>
              <a:off x="2294" y="0"/>
              <a:ext cx="3159" cy="2725"/>
            </a:xfrm>
            <a:custGeom>
              <a:avLst/>
              <a:gdLst/>
              <a:ahLst/>
              <a:cxnLst>
                <a:cxn ang="0">
                  <a:pos x="0" y="0"/>
                </a:cxn>
                <a:cxn ang="0">
                  <a:pos x="3137" y="2723"/>
                </a:cxn>
                <a:cxn ang="0">
                  <a:pos x="3155" y="2700"/>
                </a:cxn>
                <a:cxn ang="0">
                  <a:pos x="102" y="0"/>
                </a:cxn>
                <a:cxn ang="0">
                  <a:pos x="0" y="0"/>
                </a:cxn>
                <a:cxn ang="0">
                  <a:pos x="0" y="0"/>
                </a:cxn>
              </a:cxnLst>
              <a:rect l="0" t="0" r="0" b="0"/>
              <a:pathLst>
                <a:path w="3163" h="2727">
                  <a:moveTo>
                    <a:pt x="0" y="0"/>
                  </a:moveTo>
                  <a:lnTo>
                    <a:pt x="3145" y="2727"/>
                  </a:lnTo>
                  <a:lnTo>
                    <a:pt x="3163" y="2704"/>
                  </a:lnTo>
                  <a:lnTo>
                    <a:pt x="102" y="0"/>
                  </a:lnTo>
                  <a:lnTo>
                    <a:pt x="0" y="0"/>
                  </a:lnTo>
                  <a:close/>
                </a:path>
              </a:pathLst>
            </a:custGeom>
            <a:gradFill rotWithShape="0">
              <a:gsLst>
                <a:gs pos="0">
                  <a:srgbClr val="00006B"/>
                </a:gs>
                <a:gs pos="100000">
                  <a:schemeClr val="bg1"/>
                </a:gs>
              </a:gsLst>
              <a:lin ang="2700000" scaled="1"/>
              <a:tileRect/>
            </a:gradFill>
            <a:ln w="9525">
              <a:noFill/>
            </a:ln>
          </p:spPr>
          <p:txBody>
            <a:bodyPr/>
            <a:lstStyle/>
            <a:p>
              <a:endParaRPr lang="en-US"/>
            </a:p>
          </p:txBody>
        </p:sp>
        <p:sp>
          <p:nvSpPr>
            <p:cNvPr id="8210" name="任意多边形 9233"/>
            <p:cNvSpPr/>
            <p:nvPr/>
          </p:nvSpPr>
          <p:spPr>
            <a:xfrm>
              <a:off x="5435" y="2702"/>
              <a:ext cx="323" cy="299"/>
            </a:xfrm>
            <a:custGeom>
              <a:avLst/>
              <a:gdLst/>
              <a:ahLst/>
              <a:cxnLst>
                <a:cxn ang="0">
                  <a:pos x="323" y="299"/>
                </a:cxn>
                <a:cxn ang="0">
                  <a:pos x="323" y="263"/>
                </a:cxn>
                <a:cxn ang="0">
                  <a:pos x="18" y="0"/>
                </a:cxn>
                <a:cxn ang="0">
                  <a:pos x="0" y="23"/>
                </a:cxn>
                <a:cxn ang="0">
                  <a:pos x="323" y="299"/>
                </a:cxn>
                <a:cxn ang="0">
                  <a:pos x="323" y="299"/>
                </a:cxn>
              </a:cxnLst>
              <a:rect l="0" t="0" r="0" b="0"/>
              <a:pathLst>
                <a:path w="323" h="299">
                  <a:moveTo>
                    <a:pt x="323" y="299"/>
                  </a:moveTo>
                  <a:lnTo>
                    <a:pt x="323" y="263"/>
                  </a:lnTo>
                  <a:lnTo>
                    <a:pt x="18" y="0"/>
                  </a:lnTo>
                  <a:lnTo>
                    <a:pt x="0" y="23"/>
                  </a:lnTo>
                  <a:lnTo>
                    <a:pt x="323" y="299"/>
                  </a:lnTo>
                  <a:close/>
                </a:path>
              </a:pathLst>
            </a:custGeom>
            <a:gradFill rotWithShape="0">
              <a:gsLst>
                <a:gs pos="0">
                  <a:schemeClr val="bg1"/>
                </a:gs>
                <a:gs pos="100000">
                  <a:srgbClr val="0F0F9F"/>
                </a:gs>
              </a:gsLst>
              <a:lin ang="2700000" scaled="1"/>
              <a:tileRect/>
            </a:gradFill>
            <a:ln w="9525">
              <a:noFill/>
            </a:ln>
          </p:spPr>
          <p:txBody>
            <a:bodyPr/>
            <a:lstStyle/>
            <a:p>
              <a:endParaRPr lang="en-US"/>
            </a:p>
          </p:txBody>
        </p:sp>
        <p:sp>
          <p:nvSpPr>
            <p:cNvPr id="8211" name="任意多边形 9234"/>
            <p:cNvSpPr/>
            <p:nvPr/>
          </p:nvSpPr>
          <p:spPr>
            <a:xfrm>
              <a:off x="5477" y="2588"/>
              <a:ext cx="281" cy="335"/>
            </a:xfrm>
            <a:custGeom>
              <a:avLst/>
              <a:gdLst/>
              <a:ahLst/>
              <a:cxnLst>
                <a:cxn ang="0">
                  <a:pos x="281" y="335"/>
                </a:cxn>
                <a:cxn ang="0">
                  <a:pos x="281" y="173"/>
                </a:cxn>
                <a:cxn ang="0">
                  <a:pos x="96" y="0"/>
                </a:cxn>
                <a:cxn ang="0">
                  <a:pos x="0" y="90"/>
                </a:cxn>
                <a:cxn ang="0">
                  <a:pos x="281" y="335"/>
                </a:cxn>
                <a:cxn ang="0">
                  <a:pos x="281" y="335"/>
                </a:cxn>
              </a:cxnLst>
              <a:rect l="0" t="0" r="0" b="0"/>
              <a:pathLst>
                <a:path w="281" h="335">
                  <a:moveTo>
                    <a:pt x="281" y="335"/>
                  </a:moveTo>
                  <a:lnTo>
                    <a:pt x="281" y="173"/>
                  </a:lnTo>
                  <a:lnTo>
                    <a:pt x="96" y="0"/>
                  </a:lnTo>
                  <a:lnTo>
                    <a:pt x="0" y="90"/>
                  </a:lnTo>
                  <a:lnTo>
                    <a:pt x="281" y="335"/>
                  </a:lnTo>
                  <a:close/>
                </a:path>
              </a:pathLst>
            </a:custGeom>
            <a:solidFill>
              <a:schemeClr val="bg1"/>
            </a:solidFill>
            <a:ln w="9525">
              <a:noFill/>
            </a:ln>
          </p:spPr>
          <p:txBody>
            <a:bodyPr/>
            <a:lstStyle/>
            <a:p>
              <a:endParaRPr lang="en-US"/>
            </a:p>
          </p:txBody>
        </p:sp>
        <p:sp>
          <p:nvSpPr>
            <p:cNvPr id="8212" name="任意多边形 9235"/>
            <p:cNvSpPr/>
            <p:nvPr/>
          </p:nvSpPr>
          <p:spPr>
            <a:xfrm>
              <a:off x="2454" y="0"/>
              <a:ext cx="3119" cy="2678"/>
            </a:xfrm>
            <a:custGeom>
              <a:avLst/>
              <a:gdLst/>
              <a:ahLst/>
              <a:cxnLst>
                <a:cxn ang="0">
                  <a:pos x="0" y="0"/>
                </a:cxn>
                <a:cxn ang="0">
                  <a:pos x="3020" y="2676"/>
                </a:cxn>
                <a:cxn ang="0">
                  <a:pos x="3116" y="2586"/>
                </a:cxn>
                <a:cxn ang="0">
                  <a:pos x="383" y="0"/>
                </a:cxn>
                <a:cxn ang="0">
                  <a:pos x="0" y="0"/>
                </a:cxn>
                <a:cxn ang="0">
                  <a:pos x="0" y="0"/>
                </a:cxn>
              </a:cxnLst>
              <a:rect l="0" t="0" r="0" b="0"/>
              <a:pathLst>
                <a:path w="3122" h="2680">
                  <a:moveTo>
                    <a:pt x="0" y="0"/>
                  </a:moveTo>
                  <a:lnTo>
                    <a:pt x="3026" y="2680"/>
                  </a:lnTo>
                  <a:lnTo>
                    <a:pt x="3122" y="2590"/>
                  </a:lnTo>
                  <a:lnTo>
                    <a:pt x="383" y="0"/>
                  </a:lnTo>
                  <a:lnTo>
                    <a:pt x="0" y="0"/>
                  </a:lnTo>
                  <a:close/>
                </a:path>
              </a:pathLst>
            </a:custGeom>
            <a:gradFill rotWithShape="0">
              <a:gsLst>
                <a:gs pos="0">
                  <a:srgbClr val="000047"/>
                </a:gs>
                <a:gs pos="100000">
                  <a:schemeClr val="bg1"/>
                </a:gs>
              </a:gsLst>
              <a:lin ang="2700000" scaled="1"/>
              <a:tileRect/>
            </a:gradFill>
            <a:ln w="9525">
              <a:noFill/>
            </a:ln>
          </p:spPr>
          <p:txBody>
            <a:bodyPr/>
            <a:lstStyle/>
            <a:p>
              <a:endParaRPr lang="en-US"/>
            </a:p>
          </p:txBody>
        </p:sp>
        <p:sp>
          <p:nvSpPr>
            <p:cNvPr id="8213" name="任意多边形 9236"/>
            <p:cNvSpPr/>
            <p:nvPr/>
          </p:nvSpPr>
          <p:spPr>
            <a:xfrm>
              <a:off x="5626" y="2534"/>
              <a:ext cx="132" cy="132"/>
            </a:xfrm>
            <a:custGeom>
              <a:avLst/>
              <a:gdLst/>
              <a:ahLst/>
              <a:cxnLst>
                <a:cxn ang="0">
                  <a:pos x="132" y="132"/>
                </a:cxn>
                <a:cxn ang="0">
                  <a:pos x="0" y="0"/>
                </a:cxn>
                <a:cxn ang="0">
                  <a:pos x="0" y="0"/>
                </a:cxn>
                <a:cxn ang="0">
                  <a:pos x="132" y="132"/>
                </a:cxn>
                <a:cxn ang="0">
                  <a:pos x="132" y="132"/>
                </a:cxn>
              </a:cxnLst>
              <a:rect l="0" t="0" r="0" b="0"/>
              <a:pathLst>
                <a:path w="132" h="132">
                  <a:moveTo>
                    <a:pt x="132" y="132"/>
                  </a:moveTo>
                  <a:lnTo>
                    <a:pt x="0" y="0"/>
                  </a:lnTo>
                  <a:lnTo>
                    <a:pt x="132" y="132"/>
                  </a:lnTo>
                  <a:close/>
                </a:path>
              </a:pathLst>
            </a:custGeom>
            <a:solidFill>
              <a:srgbClr val="FF9999"/>
            </a:solidFill>
            <a:ln w="9525">
              <a:noFill/>
            </a:ln>
          </p:spPr>
          <p:txBody>
            <a:bodyPr/>
            <a:lstStyle/>
            <a:p>
              <a:endParaRPr lang="en-US"/>
            </a:p>
          </p:txBody>
        </p:sp>
        <p:sp>
          <p:nvSpPr>
            <p:cNvPr id="8214" name="任意多边形 9237"/>
            <p:cNvSpPr/>
            <p:nvPr/>
          </p:nvSpPr>
          <p:spPr>
            <a:xfrm>
              <a:off x="3112" y="0"/>
              <a:ext cx="2514" cy="2534"/>
            </a:xfrm>
            <a:custGeom>
              <a:avLst/>
              <a:gdLst/>
              <a:ahLst/>
              <a:cxnLst>
                <a:cxn ang="0">
                  <a:pos x="0" y="0"/>
                </a:cxn>
                <a:cxn ang="0">
                  <a:pos x="2511" y="2532"/>
                </a:cxn>
                <a:cxn ang="0">
                  <a:pos x="2511" y="2532"/>
                </a:cxn>
                <a:cxn ang="0">
                  <a:pos x="66" y="0"/>
                </a:cxn>
                <a:cxn ang="0">
                  <a:pos x="0" y="0"/>
                </a:cxn>
                <a:cxn ang="0">
                  <a:pos x="0" y="0"/>
                </a:cxn>
              </a:cxnLst>
              <a:rect l="0" t="0" r="0" b="0"/>
              <a:pathLst>
                <a:path w="2517" h="2536">
                  <a:moveTo>
                    <a:pt x="0" y="0"/>
                  </a:moveTo>
                  <a:lnTo>
                    <a:pt x="2517" y="2536"/>
                  </a:lnTo>
                  <a:lnTo>
                    <a:pt x="66" y="0"/>
                  </a:lnTo>
                  <a:lnTo>
                    <a:pt x="0" y="0"/>
                  </a:lnTo>
                  <a:close/>
                </a:path>
              </a:pathLst>
            </a:custGeom>
            <a:gradFill rotWithShape="0">
              <a:gsLst>
                <a:gs pos="0">
                  <a:srgbClr val="00004F"/>
                </a:gs>
                <a:gs pos="100000">
                  <a:schemeClr val="bg1"/>
                </a:gs>
              </a:gsLst>
              <a:lin ang="2700000" scaled="1"/>
              <a:tileRect/>
            </a:gradFill>
            <a:ln w="9525">
              <a:noFill/>
            </a:ln>
          </p:spPr>
          <p:txBody>
            <a:bodyPr/>
            <a:lstStyle/>
            <a:p>
              <a:endParaRPr lang="en-US"/>
            </a:p>
          </p:txBody>
        </p:sp>
        <p:sp>
          <p:nvSpPr>
            <p:cNvPr id="8215" name="任意多边形 9238"/>
            <p:cNvSpPr/>
            <p:nvPr/>
          </p:nvSpPr>
          <p:spPr>
            <a:xfrm>
              <a:off x="3488" y="0"/>
              <a:ext cx="2198" cy="2480"/>
            </a:xfrm>
            <a:custGeom>
              <a:avLst/>
              <a:gdLst/>
              <a:ahLst/>
              <a:cxnLst>
                <a:cxn ang="0">
                  <a:pos x="0" y="0"/>
                </a:cxn>
                <a:cxn ang="0">
                  <a:pos x="2184" y="2478"/>
                </a:cxn>
                <a:cxn ang="0">
                  <a:pos x="2196" y="2472"/>
                </a:cxn>
                <a:cxn ang="0">
                  <a:pos x="317" y="0"/>
                </a:cxn>
                <a:cxn ang="0">
                  <a:pos x="0" y="0"/>
                </a:cxn>
                <a:cxn ang="0">
                  <a:pos x="0" y="0"/>
                </a:cxn>
              </a:cxnLst>
              <a:rect l="0" t="0" r="0" b="0"/>
              <a:pathLst>
                <a:path w="2200" h="2482">
                  <a:moveTo>
                    <a:pt x="0" y="0"/>
                  </a:moveTo>
                  <a:lnTo>
                    <a:pt x="2188" y="2482"/>
                  </a:lnTo>
                  <a:lnTo>
                    <a:pt x="2200" y="2476"/>
                  </a:lnTo>
                  <a:lnTo>
                    <a:pt x="317" y="0"/>
                  </a:lnTo>
                  <a:lnTo>
                    <a:pt x="0" y="0"/>
                  </a:lnTo>
                  <a:close/>
                </a:path>
              </a:pathLst>
            </a:custGeom>
            <a:gradFill rotWithShape="0">
              <a:gsLst>
                <a:gs pos="0">
                  <a:srgbClr val="000065"/>
                </a:gs>
                <a:gs pos="100000">
                  <a:schemeClr val="bg2"/>
                </a:gs>
              </a:gsLst>
              <a:lin ang="5400000" scaled="1"/>
              <a:tileRect/>
            </a:gradFill>
            <a:ln w="9525">
              <a:noFill/>
            </a:ln>
          </p:spPr>
          <p:txBody>
            <a:bodyPr/>
            <a:lstStyle/>
            <a:p>
              <a:endParaRPr lang="en-US"/>
            </a:p>
          </p:txBody>
        </p:sp>
        <p:sp>
          <p:nvSpPr>
            <p:cNvPr id="8216" name="任意多边形 9239"/>
            <p:cNvSpPr/>
            <p:nvPr/>
          </p:nvSpPr>
          <p:spPr>
            <a:xfrm>
              <a:off x="5674" y="2474"/>
              <a:ext cx="84" cy="96"/>
            </a:xfrm>
            <a:custGeom>
              <a:avLst/>
              <a:gdLst/>
              <a:ahLst/>
              <a:cxnLst>
                <a:cxn ang="0">
                  <a:pos x="84" y="96"/>
                </a:cxn>
                <a:cxn ang="0">
                  <a:pos x="84" y="90"/>
                </a:cxn>
                <a:cxn ang="0">
                  <a:pos x="12" y="0"/>
                </a:cxn>
                <a:cxn ang="0">
                  <a:pos x="0" y="6"/>
                </a:cxn>
                <a:cxn ang="0">
                  <a:pos x="84" y="96"/>
                </a:cxn>
                <a:cxn ang="0">
                  <a:pos x="84" y="96"/>
                </a:cxn>
              </a:cxnLst>
              <a:rect l="0" t="0" r="0" b="0"/>
              <a:pathLst>
                <a:path w="84" h="96">
                  <a:moveTo>
                    <a:pt x="84" y="96"/>
                  </a:moveTo>
                  <a:lnTo>
                    <a:pt x="84" y="90"/>
                  </a:lnTo>
                  <a:lnTo>
                    <a:pt x="12" y="0"/>
                  </a:lnTo>
                  <a:lnTo>
                    <a:pt x="0" y="6"/>
                  </a:lnTo>
                  <a:lnTo>
                    <a:pt x="84" y="96"/>
                  </a:lnTo>
                  <a:close/>
                </a:path>
              </a:pathLst>
            </a:custGeom>
            <a:gradFill rotWithShape="0">
              <a:gsLst>
                <a:gs pos="0">
                  <a:schemeClr val="bg1"/>
                </a:gs>
                <a:gs pos="100000">
                  <a:srgbClr val="1717A2"/>
                </a:gs>
              </a:gsLst>
              <a:lin ang="2700000" scaled="1"/>
              <a:tileRect/>
            </a:gradFill>
            <a:ln w="9525">
              <a:noFill/>
            </a:ln>
          </p:spPr>
          <p:txBody>
            <a:bodyPr/>
            <a:lstStyle/>
            <a:p>
              <a:endParaRPr lang="en-US"/>
            </a:p>
          </p:txBody>
        </p:sp>
        <p:sp>
          <p:nvSpPr>
            <p:cNvPr id="8217" name="任意多边形 9240"/>
            <p:cNvSpPr/>
            <p:nvPr/>
          </p:nvSpPr>
          <p:spPr>
            <a:xfrm>
              <a:off x="5603" y="850"/>
              <a:ext cx="155" cy="516"/>
            </a:xfrm>
            <a:custGeom>
              <a:avLst/>
              <a:gdLst/>
              <a:ahLst/>
              <a:cxnLst>
                <a:cxn ang="0">
                  <a:pos x="155" y="516"/>
                </a:cxn>
                <a:cxn ang="0">
                  <a:pos x="155" y="204"/>
                </a:cxn>
                <a:cxn ang="0">
                  <a:pos x="77" y="0"/>
                </a:cxn>
                <a:cxn ang="0">
                  <a:pos x="0" y="192"/>
                </a:cxn>
                <a:cxn ang="0">
                  <a:pos x="155" y="516"/>
                </a:cxn>
                <a:cxn ang="0">
                  <a:pos x="155" y="516"/>
                </a:cxn>
              </a:cxnLst>
              <a:rect l="0" t="0" r="0" b="0"/>
              <a:pathLst>
                <a:path w="155" h="516">
                  <a:moveTo>
                    <a:pt x="155" y="516"/>
                  </a:moveTo>
                  <a:lnTo>
                    <a:pt x="155" y="204"/>
                  </a:lnTo>
                  <a:lnTo>
                    <a:pt x="77" y="0"/>
                  </a:lnTo>
                  <a:lnTo>
                    <a:pt x="0" y="192"/>
                  </a:lnTo>
                  <a:lnTo>
                    <a:pt x="155" y="516"/>
                  </a:lnTo>
                  <a:close/>
                </a:path>
              </a:pathLst>
            </a:custGeom>
            <a:solidFill>
              <a:schemeClr val="bg2"/>
            </a:solidFill>
            <a:ln w="9525">
              <a:noFill/>
            </a:ln>
          </p:spPr>
          <p:txBody>
            <a:bodyPr/>
            <a:lstStyle/>
            <a:p>
              <a:endParaRPr lang="en-US"/>
            </a:p>
          </p:txBody>
        </p:sp>
        <p:sp>
          <p:nvSpPr>
            <p:cNvPr id="8218" name="任意多边形 9241"/>
            <p:cNvSpPr/>
            <p:nvPr/>
          </p:nvSpPr>
          <p:spPr>
            <a:xfrm>
              <a:off x="5107" y="0"/>
              <a:ext cx="573" cy="1042"/>
            </a:xfrm>
            <a:custGeom>
              <a:avLst/>
              <a:gdLst/>
              <a:ahLst/>
              <a:cxnLst>
                <a:cxn ang="0">
                  <a:pos x="0" y="0"/>
                </a:cxn>
                <a:cxn ang="0">
                  <a:pos x="495" y="1041"/>
                </a:cxn>
                <a:cxn ang="0">
                  <a:pos x="572" y="849"/>
                </a:cxn>
                <a:cxn ang="0">
                  <a:pos x="251" y="0"/>
                </a:cxn>
                <a:cxn ang="0">
                  <a:pos x="0" y="0"/>
                </a:cxn>
                <a:cxn ang="0">
                  <a:pos x="0" y="0"/>
                </a:cxn>
              </a:cxnLst>
              <a:rect l="0" t="0" r="0" b="0"/>
              <a:pathLst>
                <a:path w="574" h="1043">
                  <a:moveTo>
                    <a:pt x="0" y="0"/>
                  </a:moveTo>
                  <a:lnTo>
                    <a:pt x="497" y="1043"/>
                  </a:lnTo>
                  <a:lnTo>
                    <a:pt x="574" y="851"/>
                  </a:lnTo>
                  <a:lnTo>
                    <a:pt x="251" y="0"/>
                  </a:lnTo>
                  <a:lnTo>
                    <a:pt x="0" y="0"/>
                  </a:lnTo>
                  <a:close/>
                </a:path>
              </a:pathLst>
            </a:custGeom>
            <a:gradFill rotWithShape="0">
              <a:gsLst>
                <a:gs pos="0">
                  <a:srgbClr val="000055"/>
                </a:gs>
                <a:gs pos="100000">
                  <a:schemeClr val="bg2"/>
                </a:gs>
              </a:gsLst>
              <a:lin ang="5400000" scaled="1"/>
              <a:tileRect/>
            </a:gradFill>
            <a:ln w="9525">
              <a:noFill/>
            </a:ln>
          </p:spPr>
          <p:txBody>
            <a:bodyPr/>
            <a:lstStyle/>
            <a:p>
              <a:endParaRPr lang="en-US"/>
            </a:p>
          </p:txBody>
        </p:sp>
        <p:sp>
          <p:nvSpPr>
            <p:cNvPr id="8219" name="任意多边形 9242"/>
            <p:cNvSpPr/>
            <p:nvPr/>
          </p:nvSpPr>
          <p:spPr>
            <a:xfrm>
              <a:off x="5411" y="0"/>
              <a:ext cx="341" cy="796"/>
            </a:xfrm>
            <a:custGeom>
              <a:avLst/>
              <a:gdLst/>
              <a:ahLst/>
              <a:cxnLst>
                <a:cxn ang="0">
                  <a:pos x="144" y="0"/>
                </a:cxn>
                <a:cxn ang="0">
                  <a:pos x="0" y="0"/>
                </a:cxn>
                <a:cxn ang="0">
                  <a:pos x="287" y="795"/>
                </a:cxn>
                <a:cxn ang="0">
                  <a:pos x="341" y="651"/>
                </a:cxn>
                <a:cxn ang="0">
                  <a:pos x="144" y="0"/>
                </a:cxn>
                <a:cxn ang="0">
                  <a:pos x="144" y="0"/>
                </a:cxn>
              </a:cxnLst>
              <a:rect l="0" t="0" r="0" b="0"/>
              <a:pathLst>
                <a:path w="341" h="797">
                  <a:moveTo>
                    <a:pt x="144" y="0"/>
                  </a:moveTo>
                  <a:lnTo>
                    <a:pt x="0" y="0"/>
                  </a:lnTo>
                  <a:lnTo>
                    <a:pt x="287" y="797"/>
                  </a:lnTo>
                  <a:lnTo>
                    <a:pt x="341" y="653"/>
                  </a:lnTo>
                  <a:lnTo>
                    <a:pt x="144" y="0"/>
                  </a:lnTo>
                  <a:close/>
                </a:path>
              </a:pathLst>
            </a:custGeom>
            <a:gradFill rotWithShape="0">
              <a:gsLst>
                <a:gs pos="0">
                  <a:srgbClr val="000059"/>
                </a:gs>
                <a:gs pos="100000">
                  <a:schemeClr val="bg2"/>
                </a:gs>
              </a:gsLst>
              <a:lin ang="5400000" scaled="1"/>
              <a:tileRect/>
            </a:gradFill>
            <a:ln w="9525">
              <a:noFill/>
            </a:ln>
          </p:spPr>
          <p:txBody>
            <a:bodyPr/>
            <a:lstStyle/>
            <a:p>
              <a:endParaRPr lang="en-US"/>
            </a:p>
          </p:txBody>
        </p:sp>
        <p:sp>
          <p:nvSpPr>
            <p:cNvPr id="8220" name="任意多边形 9243"/>
            <p:cNvSpPr/>
            <p:nvPr/>
          </p:nvSpPr>
          <p:spPr>
            <a:xfrm>
              <a:off x="5698" y="653"/>
              <a:ext cx="60" cy="311"/>
            </a:xfrm>
            <a:custGeom>
              <a:avLst/>
              <a:gdLst/>
              <a:ahLst/>
              <a:cxnLst>
                <a:cxn ang="0">
                  <a:pos x="0" y="144"/>
                </a:cxn>
                <a:cxn ang="0">
                  <a:pos x="60" y="310"/>
                </a:cxn>
                <a:cxn ang="0">
                  <a:pos x="60" y="6"/>
                </a:cxn>
                <a:cxn ang="0">
                  <a:pos x="54" y="0"/>
                </a:cxn>
                <a:cxn ang="0">
                  <a:pos x="0" y="144"/>
                </a:cxn>
                <a:cxn ang="0">
                  <a:pos x="0" y="144"/>
                </a:cxn>
              </a:cxnLst>
              <a:rect l="0" t="0" r="0" b="0"/>
              <a:pathLst>
                <a:path w="60" h="312">
                  <a:moveTo>
                    <a:pt x="0" y="144"/>
                  </a:moveTo>
                  <a:lnTo>
                    <a:pt x="60" y="312"/>
                  </a:lnTo>
                  <a:lnTo>
                    <a:pt x="60" y="6"/>
                  </a:lnTo>
                  <a:lnTo>
                    <a:pt x="54" y="0"/>
                  </a:lnTo>
                  <a:lnTo>
                    <a:pt x="0" y="144"/>
                  </a:lnTo>
                  <a:close/>
                </a:path>
              </a:pathLst>
            </a:custGeom>
            <a:solidFill>
              <a:schemeClr val="bg2"/>
            </a:solidFill>
            <a:ln w="9525">
              <a:noFill/>
            </a:ln>
          </p:spPr>
          <p:txBody>
            <a:bodyPr/>
            <a:lstStyle/>
            <a:p>
              <a:endParaRPr lang="en-US"/>
            </a:p>
          </p:txBody>
        </p:sp>
        <p:sp>
          <p:nvSpPr>
            <p:cNvPr id="8221" name="任意多边形 9244"/>
            <p:cNvSpPr/>
            <p:nvPr/>
          </p:nvSpPr>
          <p:spPr>
            <a:xfrm>
              <a:off x="2" y="1601"/>
              <a:ext cx="5752" cy="1864"/>
            </a:xfrm>
            <a:custGeom>
              <a:avLst/>
              <a:gdLst/>
              <a:ahLst/>
              <a:cxnLst>
                <a:cxn ang="0">
                  <a:pos x="0" y="371"/>
                </a:cxn>
                <a:cxn ang="0">
                  <a:pos x="5764" y="1864"/>
                </a:cxn>
                <a:cxn ang="0">
                  <a:pos x="5764" y="1834"/>
                </a:cxn>
                <a:cxn ang="0">
                  <a:pos x="0" y="0"/>
                </a:cxn>
                <a:cxn ang="0">
                  <a:pos x="0" y="371"/>
                </a:cxn>
                <a:cxn ang="0">
                  <a:pos x="0" y="371"/>
                </a:cxn>
              </a:cxnLst>
              <a:rect l="0" t="0" r="0" b="0"/>
              <a:pathLst>
                <a:path w="5740" h="1864">
                  <a:moveTo>
                    <a:pt x="0" y="371"/>
                  </a:moveTo>
                  <a:lnTo>
                    <a:pt x="5740" y="1864"/>
                  </a:lnTo>
                  <a:lnTo>
                    <a:pt x="5740" y="1834"/>
                  </a:lnTo>
                  <a:lnTo>
                    <a:pt x="0" y="0"/>
                  </a:lnTo>
                  <a:lnTo>
                    <a:pt x="0" y="371"/>
                  </a:lnTo>
                  <a:close/>
                </a:path>
              </a:pathLst>
            </a:custGeom>
            <a:gradFill rotWithShape="0">
              <a:gsLst>
                <a:gs pos="0">
                  <a:srgbClr val="000061"/>
                </a:gs>
                <a:gs pos="100000">
                  <a:schemeClr val="bg1"/>
                </a:gs>
              </a:gsLst>
              <a:lin ang="2700000" scaled="1"/>
              <a:tileRect/>
            </a:gradFill>
            <a:ln w="9525">
              <a:noFill/>
            </a:ln>
          </p:spPr>
          <p:txBody>
            <a:bodyPr/>
            <a:lstStyle/>
            <a:p>
              <a:endParaRPr lang="en-US"/>
            </a:p>
          </p:txBody>
        </p:sp>
        <p:sp>
          <p:nvSpPr>
            <p:cNvPr id="8222" name="任意多边形 9245"/>
            <p:cNvSpPr/>
            <p:nvPr/>
          </p:nvSpPr>
          <p:spPr>
            <a:xfrm>
              <a:off x="5754" y="3483"/>
              <a:ext cx="6" cy="6"/>
            </a:xfrm>
            <a:custGeom>
              <a:avLst/>
              <a:gdLst/>
              <a:ahLst/>
              <a:cxnLst>
                <a:cxn ang="0">
                  <a:pos x="6" y="6"/>
                </a:cxn>
                <a:cxn ang="0">
                  <a:pos x="0" y="0"/>
                </a:cxn>
                <a:cxn ang="0">
                  <a:pos x="0" y="6"/>
                </a:cxn>
                <a:cxn ang="0">
                  <a:pos x="6" y="6"/>
                </a:cxn>
                <a:cxn ang="0">
                  <a:pos x="6" y="6"/>
                </a:cxn>
              </a:cxnLst>
              <a:rect l="0" t="0" r="0" b="0"/>
              <a:pathLst>
                <a:path w="6" h="6">
                  <a:moveTo>
                    <a:pt x="6" y="6"/>
                  </a:moveTo>
                  <a:lnTo>
                    <a:pt x="0" y="0"/>
                  </a:lnTo>
                  <a:lnTo>
                    <a:pt x="0" y="6"/>
                  </a:lnTo>
                  <a:lnTo>
                    <a:pt x="6" y="6"/>
                  </a:lnTo>
                  <a:close/>
                </a:path>
              </a:pathLst>
            </a:custGeom>
            <a:solidFill>
              <a:srgbClr val="18FF00"/>
            </a:solidFill>
            <a:ln w="9525">
              <a:noFill/>
            </a:ln>
          </p:spPr>
          <p:txBody>
            <a:bodyPr/>
            <a:lstStyle/>
            <a:p>
              <a:endParaRPr lang="en-US"/>
            </a:p>
          </p:txBody>
        </p:sp>
        <p:sp>
          <p:nvSpPr>
            <p:cNvPr id="8223" name="任意多边形 9246"/>
            <p:cNvSpPr/>
            <p:nvPr/>
          </p:nvSpPr>
          <p:spPr>
            <a:xfrm>
              <a:off x="2" y="2152"/>
              <a:ext cx="5752" cy="1337"/>
            </a:xfrm>
            <a:custGeom>
              <a:avLst/>
              <a:gdLst/>
              <a:ahLst/>
              <a:cxnLst>
                <a:cxn ang="0">
                  <a:pos x="0" y="366"/>
                </a:cxn>
                <a:cxn ang="0">
                  <a:pos x="5764" y="1337"/>
                </a:cxn>
                <a:cxn ang="0">
                  <a:pos x="5764" y="1331"/>
                </a:cxn>
                <a:cxn ang="0">
                  <a:pos x="0" y="0"/>
                </a:cxn>
                <a:cxn ang="0">
                  <a:pos x="0" y="366"/>
                </a:cxn>
                <a:cxn ang="0">
                  <a:pos x="0" y="366"/>
                </a:cxn>
              </a:cxnLst>
              <a:rect l="0" t="0" r="0" b="0"/>
              <a:pathLst>
                <a:path w="5740" h="1337">
                  <a:moveTo>
                    <a:pt x="0" y="366"/>
                  </a:moveTo>
                  <a:lnTo>
                    <a:pt x="5740" y="1337"/>
                  </a:lnTo>
                  <a:lnTo>
                    <a:pt x="5740" y="1331"/>
                  </a:lnTo>
                  <a:lnTo>
                    <a:pt x="0" y="0"/>
                  </a:lnTo>
                  <a:lnTo>
                    <a:pt x="0" y="366"/>
                  </a:lnTo>
                  <a:close/>
                </a:path>
              </a:pathLst>
            </a:custGeom>
            <a:gradFill rotWithShape="0">
              <a:gsLst>
                <a:gs pos="0">
                  <a:srgbClr val="00005D"/>
                </a:gs>
                <a:gs pos="100000">
                  <a:schemeClr val="bg1"/>
                </a:gs>
              </a:gsLst>
              <a:lin ang="2700000" scaled="1"/>
              <a:tileRect/>
            </a:gradFill>
            <a:ln w="9525">
              <a:noFill/>
            </a:ln>
          </p:spPr>
          <p:txBody>
            <a:bodyPr/>
            <a:lstStyle/>
            <a:p>
              <a:endParaRPr lang="en-US"/>
            </a:p>
          </p:txBody>
        </p:sp>
        <p:sp>
          <p:nvSpPr>
            <p:cNvPr id="8224" name="任意多边形 9247"/>
            <p:cNvSpPr/>
            <p:nvPr/>
          </p:nvSpPr>
          <p:spPr>
            <a:xfrm>
              <a:off x="2" y="3177"/>
              <a:ext cx="5752" cy="414"/>
            </a:xfrm>
            <a:custGeom>
              <a:avLst/>
              <a:gdLst/>
              <a:ahLst/>
              <a:cxnLst>
                <a:cxn ang="0">
                  <a:pos x="0" y="48"/>
                </a:cxn>
                <a:cxn ang="0">
                  <a:pos x="5764" y="414"/>
                </a:cxn>
                <a:cxn ang="0">
                  <a:pos x="5764" y="402"/>
                </a:cxn>
                <a:cxn ang="0">
                  <a:pos x="0" y="0"/>
                </a:cxn>
                <a:cxn ang="0">
                  <a:pos x="0" y="48"/>
                </a:cxn>
                <a:cxn ang="0">
                  <a:pos x="0" y="48"/>
                </a:cxn>
              </a:cxnLst>
              <a:rect l="0" t="0" r="0" b="0"/>
              <a:pathLst>
                <a:path w="5740" h="414">
                  <a:moveTo>
                    <a:pt x="0" y="48"/>
                  </a:moveTo>
                  <a:lnTo>
                    <a:pt x="5740" y="414"/>
                  </a:lnTo>
                  <a:lnTo>
                    <a:pt x="5740" y="402"/>
                  </a:lnTo>
                  <a:lnTo>
                    <a:pt x="0" y="0"/>
                  </a:lnTo>
                  <a:lnTo>
                    <a:pt x="0" y="48"/>
                  </a:lnTo>
                  <a:close/>
                </a:path>
              </a:pathLst>
            </a:custGeom>
            <a:gradFill rotWithShape="0">
              <a:gsLst>
                <a:gs pos="0">
                  <a:srgbClr val="000082"/>
                </a:gs>
                <a:gs pos="100000">
                  <a:schemeClr val="bg1"/>
                </a:gs>
              </a:gsLst>
              <a:lin ang="0" scaled="1"/>
              <a:tileRect/>
            </a:gradFill>
            <a:ln w="9525">
              <a:noFill/>
            </a:ln>
          </p:spPr>
          <p:txBody>
            <a:bodyPr/>
            <a:lstStyle/>
            <a:p>
              <a:endParaRPr lang="en-US"/>
            </a:p>
          </p:txBody>
        </p:sp>
        <p:sp>
          <p:nvSpPr>
            <p:cNvPr id="8225" name="任意多边形 9248"/>
            <p:cNvSpPr/>
            <p:nvPr/>
          </p:nvSpPr>
          <p:spPr>
            <a:xfrm>
              <a:off x="1297" y="0"/>
              <a:ext cx="4457" cy="3177"/>
            </a:xfrm>
            <a:custGeom>
              <a:avLst/>
              <a:gdLst/>
              <a:ahLst/>
              <a:cxnLst>
                <a:cxn ang="0">
                  <a:pos x="0" y="0"/>
                </a:cxn>
                <a:cxn ang="0">
                  <a:pos x="4466" y="3177"/>
                </a:cxn>
                <a:cxn ang="0">
                  <a:pos x="4466" y="3153"/>
                </a:cxn>
                <a:cxn ang="0">
                  <a:pos x="125" y="0"/>
                </a:cxn>
                <a:cxn ang="0">
                  <a:pos x="0" y="0"/>
                </a:cxn>
                <a:cxn ang="0">
                  <a:pos x="0" y="0"/>
                </a:cxn>
              </a:cxnLst>
              <a:rect l="0" t="0" r="0" b="0"/>
              <a:pathLst>
                <a:path w="4448" h="3177">
                  <a:moveTo>
                    <a:pt x="0" y="0"/>
                  </a:moveTo>
                  <a:lnTo>
                    <a:pt x="4448" y="3177"/>
                  </a:lnTo>
                  <a:lnTo>
                    <a:pt x="4448" y="3153"/>
                  </a:lnTo>
                  <a:lnTo>
                    <a:pt x="125" y="0"/>
                  </a:lnTo>
                  <a:lnTo>
                    <a:pt x="0" y="0"/>
                  </a:lnTo>
                  <a:close/>
                </a:path>
              </a:pathLst>
            </a:custGeom>
            <a:gradFill rotWithShape="0">
              <a:gsLst>
                <a:gs pos="0">
                  <a:srgbClr val="00004A"/>
                </a:gs>
                <a:gs pos="100000">
                  <a:schemeClr val="bg1"/>
                </a:gs>
              </a:gsLst>
              <a:lin ang="2700000" scaled="1"/>
              <a:tileRect/>
            </a:gradFill>
            <a:ln w="9525">
              <a:noFill/>
            </a:ln>
          </p:spPr>
          <p:txBody>
            <a:bodyPr/>
            <a:lstStyle/>
            <a:p>
              <a:endParaRPr lang="en-US"/>
            </a:p>
          </p:txBody>
        </p:sp>
        <p:sp>
          <p:nvSpPr>
            <p:cNvPr id="8226" name="任意多边形 9249"/>
            <p:cNvSpPr/>
            <p:nvPr/>
          </p:nvSpPr>
          <p:spPr>
            <a:xfrm>
              <a:off x="3321" y="0"/>
              <a:ext cx="2433" cy="2614"/>
            </a:xfrm>
            <a:custGeom>
              <a:avLst/>
              <a:gdLst/>
              <a:ahLst/>
              <a:cxnLst>
                <a:cxn ang="0">
                  <a:pos x="0" y="0"/>
                </a:cxn>
                <a:cxn ang="0">
                  <a:pos x="2438" y="2614"/>
                </a:cxn>
                <a:cxn ang="0">
                  <a:pos x="2438" y="2608"/>
                </a:cxn>
                <a:cxn ang="0">
                  <a:pos x="66" y="0"/>
                </a:cxn>
                <a:cxn ang="0">
                  <a:pos x="0" y="0"/>
                </a:cxn>
                <a:cxn ang="0">
                  <a:pos x="0" y="0"/>
                </a:cxn>
              </a:cxnLst>
              <a:rect l="0" t="0" r="0" b="0"/>
              <a:pathLst>
                <a:path w="2428" h="2614">
                  <a:moveTo>
                    <a:pt x="0" y="0"/>
                  </a:moveTo>
                  <a:lnTo>
                    <a:pt x="2428" y="2614"/>
                  </a:lnTo>
                  <a:lnTo>
                    <a:pt x="2428" y="2608"/>
                  </a:lnTo>
                  <a:lnTo>
                    <a:pt x="66" y="0"/>
                  </a:lnTo>
                  <a:lnTo>
                    <a:pt x="0" y="0"/>
                  </a:lnTo>
                  <a:close/>
                </a:path>
              </a:pathLst>
            </a:custGeom>
            <a:gradFill rotWithShape="0">
              <a:gsLst>
                <a:gs pos="0">
                  <a:srgbClr val="000082"/>
                </a:gs>
                <a:gs pos="100000">
                  <a:schemeClr val="bg1"/>
                </a:gs>
              </a:gsLst>
              <a:lin ang="2700000" scaled="1"/>
              <a:tileRect/>
            </a:gradFill>
            <a:ln w="9525">
              <a:noFill/>
            </a:ln>
          </p:spPr>
          <p:txBody>
            <a:bodyPr/>
            <a:lstStyle/>
            <a:p>
              <a:endParaRPr lang="en-US"/>
            </a:p>
          </p:txBody>
        </p:sp>
        <p:sp>
          <p:nvSpPr>
            <p:cNvPr id="8227" name="任意多边形 9250"/>
            <p:cNvSpPr/>
            <p:nvPr/>
          </p:nvSpPr>
          <p:spPr>
            <a:xfrm>
              <a:off x="3950" y="0"/>
              <a:ext cx="1804" cy="2464"/>
            </a:xfrm>
            <a:custGeom>
              <a:avLst/>
              <a:gdLst/>
              <a:ahLst/>
              <a:cxnLst>
                <a:cxn ang="0">
                  <a:pos x="487" y="0"/>
                </a:cxn>
                <a:cxn ang="0">
                  <a:pos x="0" y="0"/>
                </a:cxn>
                <a:cxn ang="0">
                  <a:pos x="1808" y="2464"/>
                </a:cxn>
                <a:cxn ang="0">
                  <a:pos x="1808" y="2248"/>
                </a:cxn>
                <a:cxn ang="0">
                  <a:pos x="1802" y="2248"/>
                </a:cxn>
                <a:cxn ang="0">
                  <a:pos x="487" y="0"/>
                </a:cxn>
                <a:cxn ang="0">
                  <a:pos x="487" y="0"/>
                </a:cxn>
              </a:cxnLst>
              <a:rect l="0" t="0" r="0" b="0"/>
              <a:pathLst>
                <a:path w="1800" h="2464">
                  <a:moveTo>
                    <a:pt x="485" y="0"/>
                  </a:moveTo>
                  <a:lnTo>
                    <a:pt x="0" y="0"/>
                  </a:lnTo>
                  <a:lnTo>
                    <a:pt x="1800" y="2464"/>
                  </a:lnTo>
                  <a:lnTo>
                    <a:pt x="1800" y="2248"/>
                  </a:lnTo>
                  <a:lnTo>
                    <a:pt x="1794" y="2248"/>
                  </a:lnTo>
                  <a:lnTo>
                    <a:pt x="485" y="0"/>
                  </a:lnTo>
                  <a:close/>
                </a:path>
              </a:pathLst>
            </a:custGeom>
            <a:gradFill rotWithShape="0">
              <a:gsLst>
                <a:gs pos="0">
                  <a:srgbClr val="000065"/>
                </a:gs>
                <a:gs pos="100000">
                  <a:schemeClr val="bg2"/>
                </a:gs>
              </a:gsLst>
              <a:lin ang="5400000" scaled="1"/>
              <a:tileRect/>
            </a:gradFill>
            <a:ln w="9525">
              <a:noFill/>
            </a:ln>
          </p:spPr>
          <p:txBody>
            <a:bodyPr/>
            <a:lstStyle/>
            <a:p>
              <a:endParaRPr lang="en-US"/>
            </a:p>
          </p:txBody>
        </p:sp>
        <p:sp>
          <p:nvSpPr>
            <p:cNvPr id="8228" name="任意多边形 9251"/>
            <p:cNvSpPr/>
            <p:nvPr/>
          </p:nvSpPr>
          <p:spPr>
            <a:xfrm>
              <a:off x="4519" y="0"/>
              <a:ext cx="1235" cy="2074"/>
            </a:xfrm>
            <a:custGeom>
              <a:avLst/>
              <a:gdLst/>
              <a:ahLst/>
              <a:cxnLst>
                <a:cxn ang="0">
                  <a:pos x="0" y="0"/>
                </a:cxn>
                <a:cxn ang="0">
                  <a:pos x="1238" y="2074"/>
                </a:cxn>
                <a:cxn ang="0">
                  <a:pos x="1238" y="2038"/>
                </a:cxn>
                <a:cxn ang="0">
                  <a:pos x="42" y="0"/>
                </a:cxn>
                <a:cxn ang="0">
                  <a:pos x="0" y="0"/>
                </a:cxn>
                <a:cxn ang="0">
                  <a:pos x="0" y="0"/>
                </a:cxn>
              </a:cxnLst>
              <a:rect l="0" t="0" r="0" b="0"/>
              <a:pathLst>
                <a:path w="1232" h="2074">
                  <a:moveTo>
                    <a:pt x="0" y="0"/>
                  </a:moveTo>
                  <a:lnTo>
                    <a:pt x="1232" y="2074"/>
                  </a:lnTo>
                  <a:lnTo>
                    <a:pt x="1232" y="2038"/>
                  </a:lnTo>
                  <a:lnTo>
                    <a:pt x="42" y="0"/>
                  </a:lnTo>
                  <a:lnTo>
                    <a:pt x="0" y="0"/>
                  </a:lnTo>
                  <a:close/>
                </a:path>
              </a:pathLst>
            </a:custGeom>
            <a:gradFill rotWithShape="0">
              <a:gsLst>
                <a:gs pos="0">
                  <a:srgbClr val="000058"/>
                </a:gs>
                <a:gs pos="100000">
                  <a:schemeClr val="bg1"/>
                </a:gs>
              </a:gsLst>
              <a:lin ang="2700000" scaled="1"/>
              <a:tileRect/>
            </a:gradFill>
            <a:ln w="9525">
              <a:noFill/>
            </a:ln>
          </p:spPr>
          <p:txBody>
            <a:bodyPr/>
            <a:lstStyle/>
            <a:p>
              <a:endParaRPr lang="en-US"/>
            </a:p>
          </p:txBody>
        </p:sp>
        <p:sp>
          <p:nvSpPr>
            <p:cNvPr id="8229" name="任意多边形 9252"/>
            <p:cNvSpPr/>
            <p:nvPr/>
          </p:nvSpPr>
          <p:spPr>
            <a:xfrm>
              <a:off x="4694" y="0"/>
              <a:ext cx="1060" cy="1936"/>
            </a:xfrm>
            <a:custGeom>
              <a:avLst/>
              <a:gdLst/>
              <a:ahLst/>
              <a:cxnLst>
                <a:cxn ang="0">
                  <a:pos x="0" y="0"/>
                </a:cxn>
                <a:cxn ang="0">
                  <a:pos x="1062" y="1936"/>
                </a:cxn>
                <a:cxn ang="0">
                  <a:pos x="1062" y="1930"/>
                </a:cxn>
                <a:cxn ang="0">
                  <a:pos x="54" y="0"/>
                </a:cxn>
                <a:cxn ang="0">
                  <a:pos x="0" y="0"/>
                </a:cxn>
                <a:cxn ang="0">
                  <a:pos x="0" y="0"/>
                </a:cxn>
              </a:cxnLst>
              <a:rect l="0" t="0" r="0" b="0"/>
              <a:pathLst>
                <a:path w="1058" h="1936">
                  <a:moveTo>
                    <a:pt x="0" y="0"/>
                  </a:moveTo>
                  <a:lnTo>
                    <a:pt x="1058" y="1936"/>
                  </a:lnTo>
                  <a:lnTo>
                    <a:pt x="1058" y="1930"/>
                  </a:lnTo>
                  <a:lnTo>
                    <a:pt x="54" y="0"/>
                  </a:lnTo>
                  <a:lnTo>
                    <a:pt x="0" y="0"/>
                  </a:lnTo>
                  <a:close/>
                </a:path>
              </a:pathLst>
            </a:custGeom>
            <a:gradFill rotWithShape="0">
              <a:gsLst>
                <a:gs pos="0">
                  <a:srgbClr val="00006F"/>
                </a:gs>
                <a:gs pos="100000">
                  <a:schemeClr val="bg1"/>
                </a:gs>
              </a:gsLst>
              <a:lin ang="2700000" scaled="1"/>
              <a:tileRect/>
            </a:gradFill>
            <a:ln w="9525">
              <a:noFill/>
            </a:ln>
          </p:spPr>
          <p:txBody>
            <a:bodyPr/>
            <a:lstStyle/>
            <a:p>
              <a:endParaRPr lang="en-US"/>
            </a:p>
          </p:txBody>
        </p:sp>
        <p:sp>
          <p:nvSpPr>
            <p:cNvPr id="8230" name="任意多边形 9253"/>
            <p:cNvSpPr/>
            <p:nvPr/>
          </p:nvSpPr>
          <p:spPr>
            <a:xfrm>
              <a:off x="4981" y="0"/>
              <a:ext cx="773" cy="1487"/>
            </a:xfrm>
            <a:custGeom>
              <a:avLst/>
              <a:gdLst/>
              <a:ahLst/>
              <a:cxnLst>
                <a:cxn ang="0">
                  <a:pos x="775" y="1433"/>
                </a:cxn>
                <a:cxn ang="0">
                  <a:pos x="42" y="0"/>
                </a:cxn>
                <a:cxn ang="0">
                  <a:pos x="0" y="0"/>
                </a:cxn>
                <a:cxn ang="0">
                  <a:pos x="775" y="1487"/>
                </a:cxn>
                <a:cxn ang="0">
                  <a:pos x="775" y="1433"/>
                </a:cxn>
                <a:cxn ang="0">
                  <a:pos x="775" y="1433"/>
                </a:cxn>
              </a:cxnLst>
              <a:rect l="0" t="0" r="0" b="0"/>
              <a:pathLst>
                <a:path w="771" h="1487">
                  <a:moveTo>
                    <a:pt x="771" y="1433"/>
                  </a:moveTo>
                  <a:lnTo>
                    <a:pt x="42" y="0"/>
                  </a:lnTo>
                  <a:lnTo>
                    <a:pt x="0" y="0"/>
                  </a:lnTo>
                  <a:lnTo>
                    <a:pt x="771" y="1487"/>
                  </a:lnTo>
                  <a:lnTo>
                    <a:pt x="771" y="1433"/>
                  </a:lnTo>
                  <a:close/>
                </a:path>
              </a:pathLst>
            </a:custGeom>
            <a:gradFill rotWithShape="0">
              <a:gsLst>
                <a:gs pos="0">
                  <a:srgbClr val="000079"/>
                </a:gs>
                <a:gs pos="100000">
                  <a:schemeClr val="bg1"/>
                </a:gs>
              </a:gsLst>
              <a:lin ang="2700000" scaled="1"/>
              <a:tileRect/>
            </a:gradFill>
            <a:ln w="9525">
              <a:noFill/>
            </a:ln>
          </p:spPr>
          <p:txBody>
            <a:bodyPr/>
            <a:lstStyle/>
            <a:p>
              <a:endParaRPr lang="en-US"/>
            </a:p>
          </p:txBody>
        </p:sp>
        <p:grpSp>
          <p:nvGrpSpPr>
            <p:cNvPr id="8231" name="组合 9254"/>
            <p:cNvGrpSpPr/>
            <p:nvPr userDrawn="1"/>
          </p:nvGrpSpPr>
          <p:grpSpPr>
            <a:xfrm>
              <a:off x="0" y="1632"/>
              <a:ext cx="5758" cy="1858"/>
              <a:chOff x="0" y="0"/>
              <a:chExt cx="5758" cy="1858"/>
            </a:xfrm>
          </p:grpSpPr>
          <p:sp>
            <p:nvSpPr>
              <p:cNvPr id="8232" name="任意多边形 9255"/>
              <p:cNvSpPr/>
              <p:nvPr/>
            </p:nvSpPr>
            <p:spPr>
              <a:xfrm>
                <a:off x="0" y="0"/>
                <a:ext cx="3670" cy="1313"/>
              </a:xfrm>
              <a:custGeom>
                <a:avLst/>
                <a:gdLst/>
                <a:ahLst/>
                <a:cxnLst>
                  <a:cxn ang="0">
                    <a:pos x="0" y="0"/>
                  </a:cxn>
                  <a:cxn ang="0">
                    <a:pos x="0" y="366"/>
                  </a:cxn>
                  <a:cxn ang="0">
                    <a:pos x="3657" y="1313"/>
                  </a:cxn>
                  <a:cxn ang="0">
                    <a:pos x="3669" y="1235"/>
                  </a:cxn>
                  <a:cxn ang="0">
                    <a:pos x="3681" y="1163"/>
                  </a:cxn>
                  <a:cxn ang="0">
                    <a:pos x="0" y="0"/>
                  </a:cxn>
                  <a:cxn ang="0">
                    <a:pos x="0" y="0"/>
                  </a:cxn>
                </a:cxnLst>
                <a:rect l="0" t="0" r="0" b="0"/>
                <a:pathLst>
                  <a:path w="3659" h="1313">
                    <a:moveTo>
                      <a:pt x="0" y="0"/>
                    </a:moveTo>
                    <a:lnTo>
                      <a:pt x="0" y="366"/>
                    </a:lnTo>
                    <a:lnTo>
                      <a:pt x="3635" y="1313"/>
                    </a:lnTo>
                    <a:lnTo>
                      <a:pt x="3647" y="1235"/>
                    </a:lnTo>
                    <a:lnTo>
                      <a:pt x="3659" y="1163"/>
                    </a:lnTo>
                    <a:lnTo>
                      <a:pt x="0" y="0"/>
                    </a:lnTo>
                    <a:close/>
                  </a:path>
                </a:pathLst>
              </a:custGeom>
              <a:gradFill rotWithShape="0">
                <a:gsLst>
                  <a:gs pos="0">
                    <a:srgbClr val="00006F"/>
                  </a:gs>
                  <a:gs pos="100000">
                    <a:schemeClr val="bg1"/>
                  </a:gs>
                </a:gsLst>
                <a:lin ang="0" scaled="1"/>
                <a:tileRect/>
              </a:gradFill>
              <a:ln w="9525">
                <a:noFill/>
              </a:ln>
            </p:spPr>
            <p:txBody>
              <a:bodyPr/>
              <a:lstStyle/>
              <a:p>
                <a:endParaRPr lang="en-US"/>
              </a:p>
            </p:txBody>
          </p:sp>
          <p:sp>
            <p:nvSpPr>
              <p:cNvPr id="8233" name="任意多边形 9256"/>
              <p:cNvSpPr/>
              <p:nvPr/>
            </p:nvSpPr>
            <p:spPr>
              <a:xfrm>
                <a:off x="3646" y="1163"/>
                <a:ext cx="2112" cy="695"/>
              </a:xfrm>
              <a:custGeom>
                <a:avLst/>
                <a:gdLst/>
                <a:ahLst/>
                <a:cxnLst>
                  <a:cxn ang="0">
                    <a:pos x="2119" y="665"/>
                  </a:cxn>
                  <a:cxn ang="0">
                    <a:pos x="24" y="0"/>
                  </a:cxn>
                  <a:cxn ang="0">
                    <a:pos x="12" y="72"/>
                  </a:cxn>
                  <a:cxn ang="0">
                    <a:pos x="0" y="150"/>
                  </a:cxn>
                  <a:cxn ang="0">
                    <a:pos x="2119" y="695"/>
                  </a:cxn>
                  <a:cxn ang="0">
                    <a:pos x="2119" y="665"/>
                  </a:cxn>
                  <a:cxn ang="0">
                    <a:pos x="2119" y="665"/>
                  </a:cxn>
                </a:cxnLst>
                <a:rect l="0" t="0" r="0" b="0"/>
                <a:pathLst>
                  <a:path w="2105" h="695">
                    <a:moveTo>
                      <a:pt x="2105" y="665"/>
                    </a:moveTo>
                    <a:lnTo>
                      <a:pt x="24" y="0"/>
                    </a:lnTo>
                    <a:lnTo>
                      <a:pt x="12" y="72"/>
                    </a:lnTo>
                    <a:lnTo>
                      <a:pt x="0" y="150"/>
                    </a:lnTo>
                    <a:lnTo>
                      <a:pt x="2105" y="695"/>
                    </a:lnTo>
                    <a:lnTo>
                      <a:pt x="2105" y="665"/>
                    </a:lnTo>
                    <a:close/>
                  </a:path>
                </a:pathLst>
              </a:custGeom>
              <a:gradFill rotWithShape="0">
                <a:gsLst>
                  <a:gs pos="0">
                    <a:schemeClr val="bg1"/>
                  </a:gs>
                  <a:gs pos="100000">
                    <a:srgbClr val="1717A2"/>
                  </a:gs>
                </a:gsLst>
                <a:lin ang="0" scaled="1"/>
                <a:tileRect/>
              </a:gradFill>
              <a:ln w="9525">
                <a:noFill/>
              </a:ln>
            </p:spPr>
            <p:txBody>
              <a:bodyPr/>
              <a:lstStyle/>
              <a:p>
                <a:endParaRPr lang="en-US"/>
              </a:p>
            </p:txBody>
          </p:sp>
        </p:grpSp>
      </p:grpSp>
      <p:sp>
        <p:nvSpPr>
          <p:cNvPr id="9258" name="标题 9257"/>
          <p:cNvSpPr>
            <a:spLocks noGrp="1"/>
          </p:cNvSpPr>
          <p:nvPr>
            <p:ph type="title"/>
          </p:nvPr>
        </p:nvSpPr>
        <p:spPr>
          <a:xfrm>
            <a:off x="457200" y="207963"/>
            <a:ext cx="8229600" cy="857250"/>
          </a:xfrm>
          <a:prstGeom prst="rect">
            <a:avLst/>
          </a:prstGeom>
          <a:noFill/>
          <a:ln w="9525">
            <a:noFill/>
            <a:miter/>
          </a:ln>
        </p:spPr>
        <p:txBody>
          <a:bodyPr anchor="ctr"/>
          <a:lstStyle/>
          <a:p>
            <a:pPr lvl="0" fontAlgn="base"/>
            <a:r>
              <a:rPr lang="zh-CN" altLang="en-US" strike="noStrike" noProof="1"/>
              <a:t>单击此处编辑母版标题样式</a:t>
            </a:r>
            <a:endParaRPr lang="zh-CN" altLang="en-US" strike="noStrike" noProof="1"/>
          </a:p>
        </p:txBody>
      </p:sp>
      <p:sp>
        <p:nvSpPr>
          <p:cNvPr id="9259" name="文本占位符 9258"/>
          <p:cNvSpPr>
            <a:spLocks noGrp="1"/>
          </p:cNvSpPr>
          <p:nvPr>
            <p:ph type="body" idx="1"/>
          </p:nvPr>
        </p:nvSpPr>
        <p:spPr>
          <a:xfrm>
            <a:off x="457200" y="1200150"/>
            <a:ext cx="8229600" cy="3398838"/>
          </a:xfrm>
          <a:prstGeom prst="rect">
            <a:avLst/>
          </a:prstGeom>
          <a:noFill/>
          <a:ln w="9525">
            <a:noFill/>
            <a:miter/>
          </a:ln>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9260" name="日期占位符 9259"/>
          <p:cNvSpPr>
            <a:spLocks noGrp="1"/>
          </p:cNvSpPr>
          <p:nvPr>
            <p:ph type="dt" sz="half" idx="2"/>
          </p:nvPr>
        </p:nvSpPr>
        <p:spPr>
          <a:xfrm>
            <a:off x="457200" y="4683125"/>
            <a:ext cx="2133600" cy="342900"/>
          </a:xfrm>
          <a:prstGeom prst="rect">
            <a:avLst/>
          </a:prstGeom>
          <a:noFill/>
          <a:ln w="9525">
            <a:noFill/>
            <a:miter/>
          </a:ln>
        </p:spPr>
        <p:txBody>
          <a:bodyPr anchor="b"/>
          <a:lstStyle>
            <a:lvl1pPr>
              <a:defRPr sz="900" noProof="1" dirty="0">
                <a:cs typeface="+mn-ea"/>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9261" name="页脚占位符 9260"/>
          <p:cNvSpPr>
            <a:spLocks noGrp="1"/>
          </p:cNvSpPr>
          <p:nvPr>
            <p:ph type="ftr" sz="quarter" idx="3"/>
          </p:nvPr>
        </p:nvSpPr>
        <p:spPr>
          <a:xfrm>
            <a:off x="3124200" y="4687888"/>
            <a:ext cx="2895600" cy="342900"/>
          </a:xfrm>
          <a:prstGeom prst="rect">
            <a:avLst/>
          </a:prstGeom>
          <a:noFill/>
          <a:ln w="9525">
            <a:noFill/>
            <a:miter/>
          </a:ln>
        </p:spPr>
        <p:txBody>
          <a:bodyPr anchor="b"/>
          <a:lstStyle>
            <a:lvl1pPr algn="ctr">
              <a:defRPr sz="900" noProof="1"/>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262" name="灯片编号占位符 9261"/>
          <p:cNvSpPr>
            <a:spLocks noGrp="1"/>
          </p:cNvSpPr>
          <p:nvPr>
            <p:ph type="sldNum" sz="quarter" idx="4"/>
          </p:nvPr>
        </p:nvSpPr>
        <p:spPr>
          <a:xfrm>
            <a:off x="6553200" y="4683125"/>
            <a:ext cx="2133600" cy="342900"/>
          </a:xfrm>
          <a:prstGeom prst="rect">
            <a:avLst/>
          </a:prstGeom>
          <a:noFill/>
          <a:ln w="9525">
            <a:noFill/>
            <a:miter/>
          </a:ln>
        </p:spPr>
        <p:txBody>
          <a:bodyPr vert="horz" wrap="square" lIns="91440" tIns="45720" rIns="91440" bIns="45720" numCol="1" anchor="b" anchorCtr="0" compatLnSpc="1"/>
          <a:lstStyle>
            <a:lvl1pPr algn="r">
              <a:defRPr sz="900"/>
            </a:lvl1p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sldNum="0" hdr="0" ftr="0" dt="0"/>
  <p:txStyles>
    <p:titleStyle>
      <a:lvl1pPr algn="ctr" rtl="0" eaLnBrk="0" fontAlgn="base" hangingPunct="0">
        <a:spcBef>
          <a:spcPct val="0"/>
        </a:spcBef>
        <a:spcAft>
          <a:spcPct val="0"/>
        </a:spcAft>
        <a:defRPr sz="3300" kern="1200">
          <a:solidFill>
            <a:schemeClr val="tx2"/>
          </a:solidFill>
          <a:effectLst>
            <a:outerShdw blurRad="38100" dist="38100" dir="2700000">
              <a:srgbClr val="C0C0C0"/>
            </a:outerShdw>
          </a:effectLst>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chemeClr val="hlink"/>
        </a:buClr>
        <a:buSzPct val="90000"/>
        <a:buFont typeface="Wingdings" panose="05000000000000000000" pitchFamily="2" charset="2"/>
        <a:buBlip>
          <a:blip r:embed="rId12"/>
        </a:buBlip>
        <a:defRPr sz="2400" kern="1200">
          <a:solidFill>
            <a:schemeClr val="tx1"/>
          </a:solidFill>
          <a:effectLst>
            <a:outerShdw blurRad="38100" dist="38100" dir="2700000">
              <a:srgbClr val="C0C0C0"/>
            </a:outerShdw>
          </a:effectLst>
          <a:latin typeface="+mn-lt"/>
          <a:ea typeface="+mn-ea"/>
          <a:cs typeface="+mn-cs"/>
        </a:defRPr>
      </a:lvl1pPr>
      <a:lvl2pPr marL="557530" lvl="1" indent="-214630" algn="l" rtl="0" eaLnBrk="0" fontAlgn="base" hangingPunct="0">
        <a:spcBef>
          <a:spcPct val="15000"/>
        </a:spcBef>
        <a:spcAft>
          <a:spcPct val="0"/>
        </a:spcAft>
        <a:buFont typeface="Wingdings" panose="05000000000000000000" pitchFamily="2" charset="2"/>
        <a:buChar char="–"/>
        <a:defRPr sz="2100" kern="1200">
          <a:solidFill>
            <a:schemeClr val="tx1"/>
          </a:solidFill>
          <a:effectLst>
            <a:outerShdw blurRad="38100" dist="38100" dir="2700000">
              <a:srgbClr val="C0C0C0"/>
            </a:outerShdw>
          </a:effectLst>
          <a:latin typeface="+mn-lt"/>
          <a:ea typeface="+mn-ea"/>
          <a:cs typeface="+mn-cs"/>
        </a:defRPr>
      </a:lvl2pPr>
      <a:lvl3pPr marL="857250" lvl="2" indent="-171450" algn="l" rtl="0" eaLnBrk="0" fontAlgn="base" hangingPunct="0">
        <a:spcBef>
          <a:spcPct val="15000"/>
        </a:spcBef>
        <a:spcAft>
          <a:spcPct val="0"/>
        </a:spcAft>
        <a:buClr>
          <a:schemeClr val="accent2"/>
        </a:buClr>
        <a:buSzPct val="90000"/>
        <a:buFont typeface="Wingdings" panose="05000000000000000000" pitchFamily="2" charset="2"/>
        <a:buBlip>
          <a:blip r:embed="rId13"/>
        </a:buBlip>
        <a:defRPr sz="1800" kern="1200">
          <a:solidFill>
            <a:schemeClr val="tx1"/>
          </a:solidFill>
          <a:effectLst>
            <a:outerShdw blurRad="38100" dist="38100" dir="2700000">
              <a:srgbClr val="C0C0C0"/>
            </a:outerShdw>
          </a:effectLst>
          <a:latin typeface="+mn-lt"/>
          <a:ea typeface="+mn-ea"/>
          <a:cs typeface="+mn-cs"/>
        </a:defRPr>
      </a:lvl3pPr>
      <a:lvl4pPr marL="1200150" lvl="3" indent="-171450" algn="l" rtl="0" eaLnBrk="0" fontAlgn="base" hangingPunct="0">
        <a:spcBef>
          <a:spcPct val="15000"/>
        </a:spcBef>
        <a:spcAft>
          <a:spcPct val="0"/>
        </a:spcAft>
        <a:buFont typeface="Wingdings" panose="05000000000000000000" pitchFamily="2" charset="2"/>
        <a:buChar char="–"/>
        <a:defRPr sz="1500" kern="1200">
          <a:solidFill>
            <a:schemeClr val="tx1"/>
          </a:solidFill>
          <a:effectLst>
            <a:outerShdw blurRad="38100" dist="38100" dir="2700000">
              <a:srgbClr val="C0C0C0"/>
            </a:outerShdw>
          </a:effectLst>
          <a:latin typeface="+mn-lt"/>
          <a:ea typeface="+mn-ea"/>
          <a:cs typeface="+mn-cs"/>
        </a:defRPr>
      </a:lvl4pPr>
      <a:lvl5pPr marL="1543050" lvl="4" indent="-171450" algn="l" rtl="0" eaLnBrk="0" fontAlgn="base" hangingPunct="0">
        <a:spcBef>
          <a:spcPct val="15000"/>
        </a:spcBef>
        <a:spcAft>
          <a:spcPct val="0"/>
        </a:spcAft>
        <a:buClr>
          <a:schemeClr val="folHlink"/>
        </a:buClr>
        <a:buSzPct val="90000"/>
        <a:buFont typeface="Wingdings" panose="05000000000000000000" pitchFamily="2" charset="2"/>
        <a:buBlip>
          <a:blip r:embed="rId14"/>
        </a:buBlip>
        <a:defRPr sz="1500" kern="1200">
          <a:solidFill>
            <a:schemeClr val="tx1"/>
          </a:solidFill>
          <a:effectLst>
            <a:outerShdw blurRad="38100" dist="38100" dir="2700000">
              <a:srgbClr val="C0C0C0"/>
            </a:outerShdw>
          </a:effectLst>
          <a:latin typeface="+mn-lt"/>
          <a:ea typeface="+mn-ea"/>
          <a:cs typeface="+mn-cs"/>
        </a:defRPr>
      </a:lvl5pPr>
      <a:lvl6pPr marL="1886585" lvl="5"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6pPr>
      <a:lvl7pPr marL="2229485" lvl="6"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7pPr>
      <a:lvl8pPr marL="2572385" lvl="7"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8pPr>
      <a:lvl9pPr marL="2915285" lvl="8"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p:cNvSpPr>
          <p:nvPr>
            <p:ph type="title"/>
          </p:nvPr>
        </p:nvSpPr>
        <p:spPr>
          <a:xfrm>
            <a:off x="457200" y="206375"/>
            <a:ext cx="8229600" cy="85725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9219" name="Rectangle 3"/>
          <p:cNvSpPr>
            <a:spLocks noGrp="1"/>
          </p:cNvSpPr>
          <p:nvPr>
            <p:ph type="body"/>
          </p:nvPr>
        </p:nvSpPr>
        <p:spPr>
          <a:xfrm>
            <a:off x="457200" y="1200150"/>
            <a:ext cx="8229600" cy="3395663"/>
          </a:xfrm>
          <a:prstGeom prst="rect">
            <a:avLst/>
          </a:prstGeom>
          <a:noFill/>
          <a:ln w="9525">
            <a:noFill/>
          </a:ln>
        </p:spPr>
        <p:txBody>
          <a:bodyPr anchor="t"/>
          <a:lstStyle/>
          <a:p>
            <a:pPr lvl="0" indent="-34290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1268" name="Rectangle 4"/>
          <p:cNvSpPr>
            <a:spLocks noGrp="1"/>
          </p:cNvSpPr>
          <p:nvPr>
            <p:ph type="dt" sz="half" idx="2"/>
          </p:nvPr>
        </p:nvSpPr>
        <p:spPr>
          <a:xfrm>
            <a:off x="457200" y="4684713"/>
            <a:ext cx="2133600" cy="357188"/>
          </a:xfrm>
          <a:prstGeom prst="rect">
            <a:avLst/>
          </a:prstGeom>
          <a:noFill/>
          <a:ln w="9525">
            <a:noFill/>
            <a:miter/>
          </a:ln>
        </p:spPr>
        <p:txBody>
          <a:bodyPr/>
          <a:lstStyle>
            <a:lvl1pPr>
              <a:defRPr sz="1050" noProof="1" dirty="0">
                <a:cs typeface="+mn-ea"/>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11269" name="Rectangle 5"/>
          <p:cNvSpPr>
            <a:spLocks noGrp="1"/>
          </p:cNvSpPr>
          <p:nvPr>
            <p:ph type="ftr" sz="quarter" idx="3"/>
          </p:nvPr>
        </p:nvSpPr>
        <p:spPr>
          <a:xfrm>
            <a:off x="3124200" y="4684713"/>
            <a:ext cx="2895600" cy="357188"/>
          </a:xfrm>
          <a:prstGeom prst="rect">
            <a:avLst/>
          </a:prstGeom>
          <a:noFill/>
          <a:ln w="9525">
            <a:noFill/>
            <a:miter/>
          </a:ln>
        </p:spPr>
        <p:txBody>
          <a:bodyPr/>
          <a:lstStyle>
            <a:lvl1pPr algn="ctr">
              <a:defRPr sz="1050" noProof="1"/>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270" name="Rectangle 6"/>
          <p:cNvSpPr>
            <a:spLocks noGrp="1"/>
          </p:cNvSpPr>
          <p:nvPr>
            <p:ph type="sldNum" sz="quarter" idx="4"/>
          </p:nvPr>
        </p:nvSpPr>
        <p:spPr>
          <a:xfrm>
            <a:off x="6553200" y="4684713"/>
            <a:ext cx="2133600" cy="357188"/>
          </a:xfrm>
          <a:prstGeom prst="rect">
            <a:avLst/>
          </a:prstGeom>
          <a:noFill/>
          <a:ln w="9525">
            <a:noFill/>
            <a:miter/>
          </a:ln>
        </p:spPr>
        <p:txBody>
          <a:bodyPr vert="horz" wrap="square" lIns="91440" tIns="45720" rIns="91440" bIns="45720" numCol="1" anchor="t" anchorCtr="0" compatLnSpc="1"/>
          <a:lstStyle>
            <a:lvl1pPr algn="r">
              <a:defRPr sz="1050"/>
            </a:lvl1pPr>
          </a:lstStyle>
          <a:p>
            <a:pPr lvl="0" eaLnBrk="1" fontAlgn="base" hangingPunct="1"/>
            <a:fld id="{9A0DB2DC-4C9A-4742-B13C-FB6460FD3503}" type="slidenum">
              <a:rPr lang="zh-CN" altLang="en-US" sz="1050"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sldNum="0" hdr="0" ftr="0" dt="0"/>
  <p:txStyles>
    <p:titleStyle>
      <a:lvl1pPr algn="ctr" rtl="0" eaLnBrk="0" fontAlgn="base" hangingPunct="0">
        <a:spcBef>
          <a:spcPct val="0"/>
        </a:spcBef>
        <a:spcAft>
          <a:spcPct val="0"/>
        </a:spcAft>
        <a:defRPr sz="33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har char="•"/>
        <a:defRPr sz="2400" kern="1200">
          <a:solidFill>
            <a:schemeClr val="tx1"/>
          </a:solidFill>
          <a:latin typeface="+mn-lt"/>
          <a:ea typeface="+mn-ea"/>
          <a:cs typeface="+mn-cs"/>
        </a:defRPr>
      </a:lvl1pPr>
      <a:lvl2pPr marL="557530" lvl="1" indent="-214630" algn="l" rtl="0" eaLnBrk="0" fontAlgn="base" hangingPunct="0">
        <a:spcBef>
          <a:spcPct val="15000"/>
        </a:spcBef>
        <a:spcAft>
          <a:spcPct val="0"/>
        </a:spcAft>
        <a:buChar char="–"/>
        <a:defRPr sz="2100" kern="1200">
          <a:solidFill>
            <a:schemeClr val="tx1"/>
          </a:solidFill>
          <a:latin typeface="+mn-lt"/>
          <a:ea typeface="+mn-ea"/>
          <a:cs typeface="+mn-cs"/>
        </a:defRPr>
      </a:lvl2pPr>
      <a:lvl3pPr marL="857250" lvl="2" indent="-171450" algn="l" rtl="0" eaLnBrk="0" fontAlgn="base" hangingPunct="0">
        <a:spcBef>
          <a:spcPct val="15000"/>
        </a:spcBef>
        <a:spcAft>
          <a:spcPct val="0"/>
        </a:spcAft>
        <a:buChar char="•"/>
        <a:defRPr sz="1800" kern="1200">
          <a:solidFill>
            <a:schemeClr val="tx1"/>
          </a:solidFill>
          <a:latin typeface="+mn-lt"/>
          <a:ea typeface="+mn-ea"/>
          <a:cs typeface="+mn-cs"/>
        </a:defRPr>
      </a:lvl3pPr>
      <a:lvl4pPr marL="1200150" lvl="3" indent="-171450" algn="l" rtl="0" eaLnBrk="0" fontAlgn="base" hangingPunct="0">
        <a:spcBef>
          <a:spcPct val="15000"/>
        </a:spcBef>
        <a:spcAft>
          <a:spcPct val="0"/>
        </a:spcAft>
        <a:buChar char="–"/>
        <a:defRPr sz="1500" kern="1200">
          <a:solidFill>
            <a:schemeClr val="tx1"/>
          </a:solidFill>
          <a:latin typeface="+mn-lt"/>
          <a:ea typeface="+mn-ea"/>
          <a:cs typeface="+mn-cs"/>
        </a:defRPr>
      </a:lvl4pPr>
      <a:lvl5pPr marL="1543050" lvl="4" indent="-171450" algn="l" rtl="0" eaLnBrk="0" fontAlgn="base" hangingPunct="0">
        <a:spcBef>
          <a:spcPct val="15000"/>
        </a:spcBef>
        <a:spcAft>
          <a:spcPct val="0"/>
        </a:spcAft>
        <a:buChar char="»"/>
        <a:defRPr sz="1500" kern="120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grpSp>
        <p:nvGrpSpPr>
          <p:cNvPr id="10242" name="组合 12289"/>
          <p:cNvGrpSpPr/>
          <p:nvPr/>
        </p:nvGrpSpPr>
        <p:grpSpPr>
          <a:xfrm>
            <a:off x="0" y="0"/>
            <a:ext cx="9144000" cy="5143500"/>
            <a:chOff x="0" y="0"/>
            <a:chExt cx="5760" cy="4319"/>
          </a:xfrm>
        </p:grpSpPr>
        <p:sp>
          <p:nvSpPr>
            <p:cNvPr id="10243" name="任意多边形 12290"/>
            <p:cNvSpPr/>
            <p:nvPr/>
          </p:nvSpPr>
          <p:spPr>
            <a:xfrm>
              <a:off x="0" y="12"/>
              <a:ext cx="5758" cy="3273"/>
            </a:xfrm>
            <a:custGeom>
              <a:avLst/>
              <a:gdLst/>
              <a:ahLst/>
              <a:cxnLst>
                <a:cxn ang="0">
                  <a:pos x="3213" y="1816"/>
                </a:cxn>
                <a:cxn ang="0">
                  <a:pos x="0" y="0"/>
                </a:cxn>
                <a:cxn ang="0">
                  <a:pos x="0" y="522"/>
                </a:cxn>
                <a:cxn ang="0">
                  <a:pos x="3057" y="1978"/>
                </a:cxn>
                <a:cxn ang="0">
                  <a:pos x="5776" y="3273"/>
                </a:cxn>
                <a:cxn ang="0">
                  <a:pos x="5776" y="3267"/>
                </a:cxn>
                <a:cxn ang="0">
                  <a:pos x="3213" y="1816"/>
                </a:cxn>
                <a:cxn ang="0">
                  <a:pos x="3213" y="1816"/>
                </a:cxn>
              </a:cxnLst>
              <a:rect l="0" t="0" r="0" b="0"/>
              <a:pathLst>
                <a:path w="5740" h="3273">
                  <a:moveTo>
                    <a:pt x="3193" y="1816"/>
                  </a:moveTo>
                  <a:lnTo>
                    <a:pt x="0" y="0"/>
                  </a:lnTo>
                  <a:lnTo>
                    <a:pt x="0" y="522"/>
                  </a:lnTo>
                  <a:lnTo>
                    <a:pt x="3037" y="1978"/>
                  </a:lnTo>
                  <a:lnTo>
                    <a:pt x="5740" y="3273"/>
                  </a:lnTo>
                  <a:lnTo>
                    <a:pt x="5740" y="3267"/>
                  </a:lnTo>
                  <a:lnTo>
                    <a:pt x="3193" y="1816"/>
                  </a:lnTo>
                  <a:close/>
                </a:path>
              </a:pathLst>
            </a:custGeom>
            <a:gradFill rotWithShape="0">
              <a:gsLst>
                <a:gs pos="0">
                  <a:srgbClr val="000051"/>
                </a:gs>
                <a:gs pos="100000">
                  <a:schemeClr val="bg2"/>
                </a:gs>
              </a:gsLst>
              <a:lin ang="0" scaled="1"/>
              <a:tileRect/>
            </a:gradFill>
            <a:ln w="9525">
              <a:noFill/>
            </a:ln>
          </p:spPr>
          <p:txBody>
            <a:bodyPr/>
            <a:lstStyle/>
            <a:p>
              <a:endParaRPr lang="en-US"/>
            </a:p>
          </p:txBody>
        </p:sp>
        <p:sp>
          <p:nvSpPr>
            <p:cNvPr id="10244" name="任意多边形 12291"/>
            <p:cNvSpPr/>
            <p:nvPr/>
          </p:nvSpPr>
          <p:spPr>
            <a:xfrm>
              <a:off x="149" y="0"/>
              <a:ext cx="5609" cy="3243"/>
            </a:xfrm>
            <a:custGeom>
              <a:avLst/>
              <a:gdLst/>
              <a:ahLst/>
              <a:cxnLst>
                <a:cxn ang="0">
                  <a:pos x="3183" y="1714"/>
                </a:cxn>
                <a:cxn ang="0">
                  <a:pos x="433" y="0"/>
                </a:cxn>
                <a:cxn ang="0">
                  <a:pos x="0" y="0"/>
                </a:cxn>
                <a:cxn ang="0">
                  <a:pos x="3106" y="1786"/>
                </a:cxn>
                <a:cxn ang="0">
                  <a:pos x="5627" y="3243"/>
                </a:cxn>
                <a:cxn ang="0">
                  <a:pos x="5627" y="3237"/>
                </a:cxn>
                <a:cxn ang="0">
                  <a:pos x="3183" y="1714"/>
                </a:cxn>
                <a:cxn ang="0">
                  <a:pos x="3183" y="1714"/>
                </a:cxn>
              </a:cxnLst>
              <a:rect l="0" t="0" r="0" b="0"/>
              <a:pathLst>
                <a:path w="5591" h="3243">
                  <a:moveTo>
                    <a:pt x="3163" y="1714"/>
                  </a:moveTo>
                  <a:lnTo>
                    <a:pt x="431" y="0"/>
                  </a:lnTo>
                  <a:lnTo>
                    <a:pt x="0" y="0"/>
                  </a:lnTo>
                  <a:lnTo>
                    <a:pt x="3086" y="1786"/>
                  </a:lnTo>
                  <a:lnTo>
                    <a:pt x="5591" y="3243"/>
                  </a:lnTo>
                  <a:lnTo>
                    <a:pt x="5591" y="3237"/>
                  </a:lnTo>
                  <a:lnTo>
                    <a:pt x="3163" y="1714"/>
                  </a:lnTo>
                  <a:close/>
                </a:path>
              </a:pathLst>
            </a:custGeom>
            <a:gradFill rotWithShape="0">
              <a:gsLst>
                <a:gs pos="0">
                  <a:srgbClr val="00005D"/>
                </a:gs>
                <a:gs pos="100000">
                  <a:schemeClr val="bg1"/>
                </a:gs>
              </a:gsLst>
              <a:lin ang="2700000" scaled="1"/>
              <a:tileRect/>
            </a:gradFill>
            <a:ln w="9525">
              <a:noFill/>
            </a:ln>
          </p:spPr>
          <p:txBody>
            <a:bodyPr/>
            <a:lstStyle/>
            <a:p>
              <a:endParaRPr lang="en-US"/>
            </a:p>
          </p:txBody>
        </p:sp>
        <p:sp>
          <p:nvSpPr>
            <p:cNvPr id="10245" name="任意多边形 12292"/>
            <p:cNvSpPr/>
            <p:nvPr/>
          </p:nvSpPr>
          <p:spPr>
            <a:xfrm>
              <a:off x="0" y="3433"/>
              <a:ext cx="4038" cy="191"/>
            </a:xfrm>
            <a:custGeom>
              <a:avLst/>
              <a:gdLst/>
              <a:ahLst/>
              <a:cxnLst>
                <a:cxn ang="0">
                  <a:pos x="0" y="154"/>
                </a:cxn>
                <a:cxn ang="0">
                  <a:pos x="4034" y="190"/>
                </a:cxn>
                <a:cxn ang="0">
                  <a:pos x="4034" y="142"/>
                </a:cxn>
                <a:cxn ang="0">
                  <a:pos x="0" y="0"/>
                </a:cxn>
                <a:cxn ang="0">
                  <a:pos x="0" y="154"/>
                </a:cxn>
                <a:cxn ang="0">
                  <a:pos x="0" y="154"/>
                </a:cxn>
              </a:cxnLst>
              <a:rect l="0" t="0" r="0" b="0"/>
              <a:pathLst>
                <a:path w="4042" h="192">
                  <a:moveTo>
                    <a:pt x="0" y="156"/>
                  </a:moveTo>
                  <a:lnTo>
                    <a:pt x="4042" y="192"/>
                  </a:lnTo>
                  <a:lnTo>
                    <a:pt x="4042" y="144"/>
                  </a:lnTo>
                  <a:lnTo>
                    <a:pt x="0" y="0"/>
                  </a:lnTo>
                  <a:lnTo>
                    <a:pt x="0" y="156"/>
                  </a:lnTo>
                  <a:close/>
                </a:path>
              </a:pathLst>
            </a:custGeom>
            <a:gradFill rotWithShape="0">
              <a:gsLst>
                <a:gs pos="0">
                  <a:srgbClr val="000061"/>
                </a:gs>
                <a:gs pos="100000">
                  <a:schemeClr val="bg2"/>
                </a:gs>
              </a:gsLst>
              <a:lin ang="0" scaled="1"/>
              <a:tileRect/>
            </a:gradFill>
            <a:ln w="9525">
              <a:noFill/>
            </a:ln>
          </p:spPr>
          <p:txBody>
            <a:bodyPr/>
            <a:lstStyle/>
            <a:p>
              <a:endParaRPr lang="en-US"/>
            </a:p>
          </p:txBody>
        </p:sp>
        <p:sp>
          <p:nvSpPr>
            <p:cNvPr id="10246" name="任意多边形 12293"/>
            <p:cNvSpPr/>
            <p:nvPr/>
          </p:nvSpPr>
          <p:spPr>
            <a:xfrm>
              <a:off x="4038" y="3577"/>
              <a:ext cx="1720" cy="65"/>
            </a:xfrm>
            <a:custGeom>
              <a:avLst/>
              <a:gdLst/>
              <a:ahLst/>
              <a:cxnLst>
                <a:cxn ang="0">
                  <a:pos x="1718" y="64"/>
                </a:cxn>
                <a:cxn ang="0">
                  <a:pos x="1718" y="58"/>
                </a:cxn>
                <a:cxn ang="0">
                  <a:pos x="0" y="0"/>
                </a:cxn>
                <a:cxn ang="0">
                  <a:pos x="0" y="46"/>
                </a:cxn>
                <a:cxn ang="0">
                  <a:pos x="1718" y="64"/>
                </a:cxn>
                <a:cxn ang="0">
                  <a:pos x="1718" y="64"/>
                </a:cxn>
              </a:cxnLst>
              <a:rect l="0" t="0" r="0" b="0"/>
              <a:pathLst>
                <a:path w="1722" h="66">
                  <a:moveTo>
                    <a:pt x="1722" y="66"/>
                  </a:moveTo>
                  <a:lnTo>
                    <a:pt x="1722" y="60"/>
                  </a:lnTo>
                  <a:lnTo>
                    <a:pt x="0" y="0"/>
                  </a:lnTo>
                  <a:lnTo>
                    <a:pt x="0" y="48"/>
                  </a:lnTo>
                  <a:lnTo>
                    <a:pt x="1722" y="66"/>
                  </a:lnTo>
                  <a:close/>
                </a:path>
              </a:pathLst>
            </a:custGeom>
            <a:gradFill rotWithShape="0">
              <a:gsLst>
                <a:gs pos="0">
                  <a:schemeClr val="bg2"/>
                </a:gs>
                <a:gs pos="100000">
                  <a:schemeClr val="bg1"/>
                </a:gs>
              </a:gsLst>
              <a:lin ang="0" scaled="1"/>
              <a:tileRect/>
            </a:gradFill>
            <a:ln w="9525">
              <a:noFill/>
            </a:ln>
          </p:spPr>
          <p:txBody>
            <a:bodyPr/>
            <a:lstStyle/>
            <a:p>
              <a:endParaRPr lang="en-US"/>
            </a:p>
          </p:txBody>
        </p:sp>
        <p:sp>
          <p:nvSpPr>
            <p:cNvPr id="10247" name="任意多边形 12294"/>
            <p:cNvSpPr/>
            <p:nvPr/>
          </p:nvSpPr>
          <p:spPr>
            <a:xfrm>
              <a:off x="0" y="3726"/>
              <a:ext cx="4784" cy="329"/>
            </a:xfrm>
            <a:custGeom>
              <a:avLst/>
              <a:gdLst/>
              <a:ahLst/>
              <a:cxnLst>
                <a:cxn ang="0">
                  <a:pos x="0" y="329"/>
                </a:cxn>
                <a:cxn ang="0">
                  <a:pos x="4779" y="77"/>
                </a:cxn>
                <a:cxn ang="0">
                  <a:pos x="4779" y="0"/>
                </a:cxn>
                <a:cxn ang="0">
                  <a:pos x="0" y="107"/>
                </a:cxn>
                <a:cxn ang="0">
                  <a:pos x="0" y="329"/>
                </a:cxn>
                <a:cxn ang="0">
                  <a:pos x="0" y="329"/>
                </a:cxn>
              </a:cxnLst>
              <a:rect l="0" t="0" r="0" b="0"/>
              <a:pathLst>
                <a:path w="4789" h="329">
                  <a:moveTo>
                    <a:pt x="0" y="329"/>
                  </a:moveTo>
                  <a:lnTo>
                    <a:pt x="4789" y="77"/>
                  </a:lnTo>
                  <a:lnTo>
                    <a:pt x="4789" y="0"/>
                  </a:lnTo>
                  <a:lnTo>
                    <a:pt x="0" y="107"/>
                  </a:lnTo>
                  <a:lnTo>
                    <a:pt x="0" y="329"/>
                  </a:lnTo>
                  <a:close/>
                </a:path>
              </a:pathLst>
            </a:custGeom>
            <a:gradFill rotWithShape="0">
              <a:gsLst>
                <a:gs pos="0">
                  <a:srgbClr val="00007D"/>
                </a:gs>
                <a:gs pos="100000">
                  <a:schemeClr val="bg1"/>
                </a:gs>
              </a:gsLst>
              <a:lin ang="0" scaled="1"/>
              <a:tileRect/>
            </a:gradFill>
            <a:ln w="9525">
              <a:noFill/>
            </a:ln>
          </p:spPr>
          <p:txBody>
            <a:bodyPr/>
            <a:lstStyle/>
            <a:p>
              <a:endParaRPr lang="en-US"/>
            </a:p>
          </p:txBody>
        </p:sp>
        <p:sp>
          <p:nvSpPr>
            <p:cNvPr id="10248" name="任意多边形 12295"/>
            <p:cNvSpPr/>
            <p:nvPr/>
          </p:nvSpPr>
          <p:spPr>
            <a:xfrm>
              <a:off x="4784" y="3702"/>
              <a:ext cx="974" cy="101"/>
            </a:xfrm>
            <a:custGeom>
              <a:avLst/>
              <a:gdLst/>
              <a:ahLst/>
              <a:cxnLst>
                <a:cxn ang="0">
                  <a:pos x="973" y="48"/>
                </a:cxn>
                <a:cxn ang="0">
                  <a:pos x="973" y="0"/>
                </a:cxn>
                <a:cxn ang="0">
                  <a:pos x="0" y="24"/>
                </a:cxn>
                <a:cxn ang="0">
                  <a:pos x="0" y="101"/>
                </a:cxn>
                <a:cxn ang="0">
                  <a:pos x="973" y="48"/>
                </a:cxn>
                <a:cxn ang="0">
                  <a:pos x="973" y="48"/>
                </a:cxn>
              </a:cxnLst>
              <a:rect l="0" t="0" r="0" b="0"/>
              <a:pathLst>
                <a:path w="975" h="101">
                  <a:moveTo>
                    <a:pt x="975" y="48"/>
                  </a:moveTo>
                  <a:lnTo>
                    <a:pt x="975" y="0"/>
                  </a:lnTo>
                  <a:lnTo>
                    <a:pt x="0" y="24"/>
                  </a:lnTo>
                  <a:lnTo>
                    <a:pt x="0" y="101"/>
                  </a:lnTo>
                  <a:lnTo>
                    <a:pt x="975" y="48"/>
                  </a:lnTo>
                  <a:close/>
                </a:path>
              </a:pathLst>
            </a:custGeom>
            <a:solidFill>
              <a:schemeClr val="bg1"/>
            </a:solidFill>
            <a:ln w="9525">
              <a:noFill/>
            </a:ln>
          </p:spPr>
          <p:txBody>
            <a:bodyPr/>
            <a:lstStyle/>
            <a:p>
              <a:endParaRPr lang="en-US"/>
            </a:p>
          </p:txBody>
        </p:sp>
        <p:sp>
          <p:nvSpPr>
            <p:cNvPr id="10249" name="任意多边形 12296"/>
            <p:cNvSpPr/>
            <p:nvPr/>
          </p:nvSpPr>
          <p:spPr>
            <a:xfrm>
              <a:off x="3619" y="3815"/>
              <a:ext cx="2139" cy="198"/>
            </a:xfrm>
            <a:custGeom>
              <a:avLst/>
              <a:gdLst/>
              <a:ahLst/>
              <a:cxnLst>
                <a:cxn ang="0">
                  <a:pos x="2137" y="0"/>
                </a:cxn>
                <a:cxn ang="0">
                  <a:pos x="0" y="156"/>
                </a:cxn>
                <a:cxn ang="0">
                  <a:pos x="0" y="198"/>
                </a:cxn>
                <a:cxn ang="0">
                  <a:pos x="2137" y="0"/>
                </a:cxn>
                <a:cxn ang="0">
                  <a:pos x="2137" y="0"/>
                </a:cxn>
              </a:cxnLst>
              <a:rect l="0" t="0" r="0" b="0"/>
              <a:pathLst>
                <a:path w="2141" h="198">
                  <a:moveTo>
                    <a:pt x="2141" y="0"/>
                  </a:moveTo>
                  <a:lnTo>
                    <a:pt x="0" y="156"/>
                  </a:lnTo>
                  <a:lnTo>
                    <a:pt x="0" y="198"/>
                  </a:lnTo>
                  <a:lnTo>
                    <a:pt x="2141" y="0"/>
                  </a:lnTo>
                  <a:close/>
                </a:path>
              </a:pathLst>
            </a:custGeom>
            <a:solidFill>
              <a:schemeClr val="bg1"/>
            </a:solidFill>
            <a:ln w="9525">
              <a:noFill/>
            </a:ln>
          </p:spPr>
          <p:txBody>
            <a:bodyPr/>
            <a:lstStyle/>
            <a:p>
              <a:endParaRPr lang="en-US"/>
            </a:p>
          </p:txBody>
        </p:sp>
        <p:sp>
          <p:nvSpPr>
            <p:cNvPr id="10250" name="任意多边形 12297"/>
            <p:cNvSpPr/>
            <p:nvPr/>
          </p:nvSpPr>
          <p:spPr>
            <a:xfrm>
              <a:off x="0" y="3971"/>
              <a:ext cx="3619" cy="348"/>
            </a:xfrm>
            <a:custGeom>
              <a:avLst/>
              <a:gdLst/>
              <a:ahLst/>
              <a:cxnLst>
                <a:cxn ang="0">
                  <a:pos x="0" y="348"/>
                </a:cxn>
                <a:cxn ang="0">
                  <a:pos x="311" y="348"/>
                </a:cxn>
                <a:cxn ang="0">
                  <a:pos x="3615" y="42"/>
                </a:cxn>
                <a:cxn ang="0">
                  <a:pos x="3615" y="0"/>
                </a:cxn>
                <a:cxn ang="0">
                  <a:pos x="0" y="264"/>
                </a:cxn>
                <a:cxn ang="0">
                  <a:pos x="0" y="348"/>
                </a:cxn>
                <a:cxn ang="0">
                  <a:pos x="0" y="348"/>
                </a:cxn>
              </a:cxnLst>
              <a:rect l="0" t="0" r="0" b="0"/>
              <a:pathLst>
                <a:path w="3623" h="348">
                  <a:moveTo>
                    <a:pt x="0" y="348"/>
                  </a:moveTo>
                  <a:lnTo>
                    <a:pt x="311" y="348"/>
                  </a:lnTo>
                  <a:lnTo>
                    <a:pt x="3623" y="42"/>
                  </a:lnTo>
                  <a:lnTo>
                    <a:pt x="3623" y="0"/>
                  </a:lnTo>
                  <a:lnTo>
                    <a:pt x="0" y="264"/>
                  </a:lnTo>
                  <a:lnTo>
                    <a:pt x="0" y="348"/>
                  </a:lnTo>
                  <a:close/>
                </a:path>
              </a:pathLst>
            </a:custGeom>
            <a:gradFill rotWithShape="0">
              <a:gsLst>
                <a:gs pos="0">
                  <a:srgbClr val="00006F"/>
                </a:gs>
                <a:gs pos="100000">
                  <a:schemeClr val="bg1"/>
                </a:gs>
              </a:gsLst>
              <a:lin ang="0" scaled="1"/>
              <a:tileRect/>
            </a:gradFill>
            <a:ln w="9525">
              <a:noFill/>
            </a:ln>
          </p:spPr>
          <p:txBody>
            <a:bodyPr/>
            <a:lstStyle/>
            <a:p>
              <a:endParaRPr lang="en-US"/>
            </a:p>
          </p:txBody>
        </p:sp>
        <p:sp>
          <p:nvSpPr>
            <p:cNvPr id="10251" name="任意多边形 12298"/>
            <p:cNvSpPr/>
            <p:nvPr/>
          </p:nvSpPr>
          <p:spPr>
            <a:xfrm>
              <a:off x="2097" y="4043"/>
              <a:ext cx="2514" cy="276"/>
            </a:xfrm>
            <a:custGeom>
              <a:avLst/>
              <a:gdLst/>
              <a:ahLst/>
              <a:cxnLst>
                <a:cxn ang="0">
                  <a:pos x="2176" y="276"/>
                </a:cxn>
                <a:cxn ang="0">
                  <a:pos x="2511" y="204"/>
                </a:cxn>
                <a:cxn ang="0">
                  <a:pos x="2254" y="0"/>
                </a:cxn>
                <a:cxn ang="0">
                  <a:pos x="0" y="276"/>
                </a:cxn>
                <a:cxn ang="0">
                  <a:pos x="2176" y="276"/>
                </a:cxn>
                <a:cxn ang="0">
                  <a:pos x="2176" y="276"/>
                </a:cxn>
              </a:cxnLst>
              <a:rect l="0" t="0" r="0" b="0"/>
              <a:pathLst>
                <a:path w="2517" h="276">
                  <a:moveTo>
                    <a:pt x="2182" y="276"/>
                  </a:moveTo>
                  <a:lnTo>
                    <a:pt x="2517" y="204"/>
                  </a:lnTo>
                  <a:lnTo>
                    <a:pt x="2260" y="0"/>
                  </a:lnTo>
                  <a:lnTo>
                    <a:pt x="0" y="276"/>
                  </a:lnTo>
                  <a:lnTo>
                    <a:pt x="2182" y="276"/>
                  </a:lnTo>
                  <a:close/>
                </a:path>
              </a:pathLst>
            </a:custGeom>
            <a:solidFill>
              <a:schemeClr val="bg1"/>
            </a:solidFill>
            <a:ln w="9525">
              <a:noFill/>
            </a:ln>
          </p:spPr>
          <p:txBody>
            <a:bodyPr/>
            <a:lstStyle/>
            <a:p>
              <a:endParaRPr lang="en-US"/>
            </a:p>
          </p:txBody>
        </p:sp>
        <p:sp>
          <p:nvSpPr>
            <p:cNvPr id="10252" name="任意多边形 12299"/>
            <p:cNvSpPr/>
            <p:nvPr/>
          </p:nvSpPr>
          <p:spPr>
            <a:xfrm>
              <a:off x="4354" y="3869"/>
              <a:ext cx="1404" cy="378"/>
            </a:xfrm>
            <a:custGeom>
              <a:avLst/>
              <a:gdLst/>
              <a:ahLst/>
              <a:cxnLst>
                <a:cxn ang="0">
                  <a:pos x="1403" y="126"/>
                </a:cxn>
                <a:cxn ang="0">
                  <a:pos x="1403" y="0"/>
                </a:cxn>
                <a:cxn ang="0">
                  <a:pos x="0" y="174"/>
                </a:cxn>
                <a:cxn ang="0">
                  <a:pos x="257" y="378"/>
                </a:cxn>
                <a:cxn ang="0">
                  <a:pos x="1403" y="126"/>
                </a:cxn>
                <a:cxn ang="0">
                  <a:pos x="1403" y="126"/>
                </a:cxn>
              </a:cxnLst>
              <a:rect l="0" t="0" r="0" b="0"/>
              <a:pathLst>
                <a:path w="1405" h="378">
                  <a:moveTo>
                    <a:pt x="1405" y="126"/>
                  </a:moveTo>
                  <a:lnTo>
                    <a:pt x="1405" y="0"/>
                  </a:lnTo>
                  <a:lnTo>
                    <a:pt x="0" y="174"/>
                  </a:lnTo>
                  <a:lnTo>
                    <a:pt x="257" y="378"/>
                  </a:lnTo>
                  <a:lnTo>
                    <a:pt x="1405" y="126"/>
                  </a:lnTo>
                  <a:close/>
                </a:path>
              </a:pathLst>
            </a:custGeom>
            <a:gradFill rotWithShape="0">
              <a:gsLst>
                <a:gs pos="0">
                  <a:schemeClr val="bg1"/>
                </a:gs>
                <a:gs pos="100000">
                  <a:srgbClr val="08089C"/>
                </a:gs>
              </a:gsLst>
              <a:lin ang="0" scaled="1"/>
              <a:tileRect/>
            </a:gradFill>
            <a:ln w="9525">
              <a:noFill/>
            </a:ln>
          </p:spPr>
          <p:txBody>
            <a:bodyPr/>
            <a:lstStyle/>
            <a:p>
              <a:endParaRPr lang="en-US"/>
            </a:p>
          </p:txBody>
        </p:sp>
        <p:sp>
          <p:nvSpPr>
            <p:cNvPr id="10253" name="任意多边形 12300"/>
            <p:cNvSpPr/>
            <p:nvPr/>
          </p:nvSpPr>
          <p:spPr>
            <a:xfrm>
              <a:off x="5030" y="3151"/>
              <a:ext cx="728" cy="240"/>
            </a:xfrm>
            <a:custGeom>
              <a:avLst/>
              <a:gdLst/>
              <a:ahLst/>
              <a:cxnLst>
                <a:cxn ang="0">
                  <a:pos x="727" y="240"/>
                </a:cxn>
                <a:cxn ang="0">
                  <a:pos x="0" y="0"/>
                </a:cxn>
                <a:cxn ang="0">
                  <a:pos x="0" y="6"/>
                </a:cxn>
                <a:cxn ang="0">
                  <a:pos x="727" y="240"/>
                </a:cxn>
                <a:cxn ang="0">
                  <a:pos x="727" y="240"/>
                </a:cxn>
              </a:cxnLst>
              <a:rect l="0" t="0" r="0" b="0"/>
              <a:pathLst>
                <a:path w="729" h="240">
                  <a:moveTo>
                    <a:pt x="729" y="240"/>
                  </a:moveTo>
                  <a:lnTo>
                    <a:pt x="0" y="0"/>
                  </a:lnTo>
                  <a:lnTo>
                    <a:pt x="0" y="6"/>
                  </a:lnTo>
                  <a:lnTo>
                    <a:pt x="729" y="240"/>
                  </a:lnTo>
                  <a:close/>
                </a:path>
              </a:pathLst>
            </a:custGeom>
            <a:solidFill>
              <a:schemeClr val="bg1"/>
            </a:solidFill>
            <a:ln w="9525">
              <a:noFill/>
            </a:ln>
          </p:spPr>
          <p:txBody>
            <a:bodyPr/>
            <a:lstStyle/>
            <a:p>
              <a:endParaRPr lang="en-US"/>
            </a:p>
          </p:txBody>
        </p:sp>
        <p:sp>
          <p:nvSpPr>
            <p:cNvPr id="10254" name="任意多边形 12301"/>
            <p:cNvSpPr/>
            <p:nvPr/>
          </p:nvSpPr>
          <p:spPr>
            <a:xfrm>
              <a:off x="0" y="1486"/>
              <a:ext cx="5030" cy="1671"/>
            </a:xfrm>
            <a:custGeom>
              <a:avLst/>
              <a:gdLst/>
              <a:ahLst/>
              <a:cxnLst>
                <a:cxn ang="0">
                  <a:pos x="0" y="72"/>
                </a:cxn>
                <a:cxn ang="0">
                  <a:pos x="5025" y="1670"/>
                </a:cxn>
                <a:cxn ang="0">
                  <a:pos x="5025" y="1664"/>
                </a:cxn>
                <a:cxn ang="0">
                  <a:pos x="0" y="0"/>
                </a:cxn>
                <a:cxn ang="0">
                  <a:pos x="0" y="72"/>
                </a:cxn>
                <a:cxn ang="0">
                  <a:pos x="0" y="72"/>
                </a:cxn>
              </a:cxnLst>
              <a:rect l="0" t="0" r="0" b="0"/>
              <a:pathLst>
                <a:path w="5035" h="1672">
                  <a:moveTo>
                    <a:pt x="0" y="72"/>
                  </a:moveTo>
                  <a:lnTo>
                    <a:pt x="5035" y="1672"/>
                  </a:lnTo>
                  <a:lnTo>
                    <a:pt x="5035" y="1666"/>
                  </a:lnTo>
                  <a:lnTo>
                    <a:pt x="0" y="0"/>
                  </a:lnTo>
                  <a:lnTo>
                    <a:pt x="0" y="72"/>
                  </a:lnTo>
                  <a:close/>
                </a:path>
              </a:pathLst>
            </a:custGeom>
            <a:gradFill rotWithShape="0">
              <a:gsLst>
                <a:gs pos="0">
                  <a:srgbClr val="000053"/>
                </a:gs>
                <a:gs pos="100000">
                  <a:schemeClr val="bg1"/>
                </a:gs>
              </a:gsLst>
              <a:lin ang="2700000" scaled="1"/>
              <a:tileRect/>
            </a:gradFill>
            <a:ln w="9525">
              <a:noFill/>
            </a:ln>
          </p:spPr>
          <p:txBody>
            <a:bodyPr/>
            <a:lstStyle/>
            <a:p>
              <a:endParaRPr lang="en-US"/>
            </a:p>
          </p:txBody>
        </p:sp>
        <p:sp>
          <p:nvSpPr>
            <p:cNvPr id="10255" name="任意多边形 12302"/>
            <p:cNvSpPr/>
            <p:nvPr/>
          </p:nvSpPr>
          <p:spPr>
            <a:xfrm>
              <a:off x="5030" y="3049"/>
              <a:ext cx="728" cy="318"/>
            </a:xfrm>
            <a:custGeom>
              <a:avLst/>
              <a:gdLst/>
              <a:ahLst/>
              <a:cxnLst>
                <a:cxn ang="0">
                  <a:pos x="727" y="318"/>
                </a:cxn>
                <a:cxn ang="0">
                  <a:pos x="727" y="312"/>
                </a:cxn>
                <a:cxn ang="0">
                  <a:pos x="0" y="0"/>
                </a:cxn>
                <a:cxn ang="0">
                  <a:pos x="0" y="54"/>
                </a:cxn>
                <a:cxn ang="0">
                  <a:pos x="727" y="318"/>
                </a:cxn>
                <a:cxn ang="0">
                  <a:pos x="727" y="318"/>
                </a:cxn>
              </a:cxnLst>
              <a:rect l="0" t="0" r="0" b="0"/>
              <a:pathLst>
                <a:path w="729" h="318">
                  <a:moveTo>
                    <a:pt x="729" y="318"/>
                  </a:moveTo>
                  <a:lnTo>
                    <a:pt x="729" y="312"/>
                  </a:lnTo>
                  <a:lnTo>
                    <a:pt x="0" y="0"/>
                  </a:lnTo>
                  <a:lnTo>
                    <a:pt x="0" y="54"/>
                  </a:lnTo>
                  <a:lnTo>
                    <a:pt x="729" y="318"/>
                  </a:lnTo>
                  <a:close/>
                </a:path>
              </a:pathLst>
            </a:custGeom>
            <a:gradFill rotWithShape="0">
              <a:gsLst>
                <a:gs pos="0">
                  <a:schemeClr val="bg2"/>
                </a:gs>
                <a:gs pos="100000">
                  <a:schemeClr val="bg1"/>
                </a:gs>
              </a:gsLst>
              <a:lin ang="0" scaled="1"/>
              <a:tileRect/>
            </a:gradFill>
            <a:ln w="9525">
              <a:noFill/>
            </a:ln>
          </p:spPr>
          <p:txBody>
            <a:bodyPr/>
            <a:lstStyle/>
            <a:p>
              <a:endParaRPr lang="en-US"/>
            </a:p>
          </p:txBody>
        </p:sp>
        <p:sp>
          <p:nvSpPr>
            <p:cNvPr id="10256" name="任意多边形 12303"/>
            <p:cNvSpPr/>
            <p:nvPr/>
          </p:nvSpPr>
          <p:spPr>
            <a:xfrm>
              <a:off x="0" y="916"/>
              <a:ext cx="5030" cy="2187"/>
            </a:xfrm>
            <a:custGeom>
              <a:avLst/>
              <a:gdLst/>
              <a:ahLst/>
              <a:cxnLst>
                <a:cxn ang="0">
                  <a:pos x="0" y="396"/>
                </a:cxn>
                <a:cxn ang="0">
                  <a:pos x="5025" y="2186"/>
                </a:cxn>
                <a:cxn ang="0">
                  <a:pos x="5025" y="2132"/>
                </a:cxn>
                <a:cxn ang="0">
                  <a:pos x="0" y="0"/>
                </a:cxn>
                <a:cxn ang="0">
                  <a:pos x="0" y="396"/>
                </a:cxn>
                <a:cxn ang="0">
                  <a:pos x="0" y="396"/>
                </a:cxn>
              </a:cxnLst>
              <a:rect l="0" t="0" r="0" b="0"/>
              <a:pathLst>
                <a:path w="5035" h="2188">
                  <a:moveTo>
                    <a:pt x="0" y="396"/>
                  </a:moveTo>
                  <a:lnTo>
                    <a:pt x="5035" y="2188"/>
                  </a:lnTo>
                  <a:lnTo>
                    <a:pt x="5035" y="2134"/>
                  </a:lnTo>
                  <a:lnTo>
                    <a:pt x="0" y="0"/>
                  </a:lnTo>
                  <a:lnTo>
                    <a:pt x="0" y="396"/>
                  </a:lnTo>
                  <a:close/>
                </a:path>
              </a:pathLst>
            </a:custGeom>
            <a:gradFill rotWithShape="0">
              <a:gsLst>
                <a:gs pos="0">
                  <a:srgbClr val="000055"/>
                </a:gs>
                <a:gs pos="100000">
                  <a:schemeClr val="bg2"/>
                </a:gs>
              </a:gsLst>
              <a:lin ang="0" scaled="1"/>
              <a:tileRect/>
            </a:gradFill>
            <a:ln w="9525">
              <a:noFill/>
            </a:ln>
          </p:spPr>
          <p:txBody>
            <a:bodyPr/>
            <a:lstStyle/>
            <a:p>
              <a:endParaRPr lang="en-US"/>
            </a:p>
          </p:txBody>
        </p:sp>
        <p:sp>
          <p:nvSpPr>
            <p:cNvPr id="10257" name="任意多边形 12304"/>
            <p:cNvSpPr/>
            <p:nvPr/>
          </p:nvSpPr>
          <p:spPr>
            <a:xfrm>
              <a:off x="2294" y="0"/>
              <a:ext cx="3159" cy="2725"/>
            </a:xfrm>
            <a:custGeom>
              <a:avLst/>
              <a:gdLst/>
              <a:ahLst/>
              <a:cxnLst>
                <a:cxn ang="0">
                  <a:pos x="0" y="0"/>
                </a:cxn>
                <a:cxn ang="0">
                  <a:pos x="3137" y="2723"/>
                </a:cxn>
                <a:cxn ang="0">
                  <a:pos x="3155" y="2700"/>
                </a:cxn>
                <a:cxn ang="0">
                  <a:pos x="102" y="0"/>
                </a:cxn>
                <a:cxn ang="0">
                  <a:pos x="0" y="0"/>
                </a:cxn>
                <a:cxn ang="0">
                  <a:pos x="0" y="0"/>
                </a:cxn>
              </a:cxnLst>
              <a:rect l="0" t="0" r="0" b="0"/>
              <a:pathLst>
                <a:path w="3163" h="2727">
                  <a:moveTo>
                    <a:pt x="0" y="0"/>
                  </a:moveTo>
                  <a:lnTo>
                    <a:pt x="3145" y="2727"/>
                  </a:lnTo>
                  <a:lnTo>
                    <a:pt x="3163" y="2704"/>
                  </a:lnTo>
                  <a:lnTo>
                    <a:pt x="102" y="0"/>
                  </a:lnTo>
                  <a:lnTo>
                    <a:pt x="0" y="0"/>
                  </a:lnTo>
                  <a:close/>
                </a:path>
              </a:pathLst>
            </a:custGeom>
            <a:gradFill rotWithShape="0">
              <a:gsLst>
                <a:gs pos="0">
                  <a:srgbClr val="00006B"/>
                </a:gs>
                <a:gs pos="100000">
                  <a:schemeClr val="bg1"/>
                </a:gs>
              </a:gsLst>
              <a:lin ang="2700000" scaled="1"/>
              <a:tileRect/>
            </a:gradFill>
            <a:ln w="9525">
              <a:noFill/>
            </a:ln>
          </p:spPr>
          <p:txBody>
            <a:bodyPr/>
            <a:lstStyle/>
            <a:p>
              <a:endParaRPr lang="en-US"/>
            </a:p>
          </p:txBody>
        </p:sp>
        <p:sp>
          <p:nvSpPr>
            <p:cNvPr id="10258" name="任意多边形 12305"/>
            <p:cNvSpPr/>
            <p:nvPr/>
          </p:nvSpPr>
          <p:spPr>
            <a:xfrm>
              <a:off x="5435" y="2702"/>
              <a:ext cx="323" cy="299"/>
            </a:xfrm>
            <a:custGeom>
              <a:avLst/>
              <a:gdLst/>
              <a:ahLst/>
              <a:cxnLst>
                <a:cxn ang="0">
                  <a:pos x="323" y="299"/>
                </a:cxn>
                <a:cxn ang="0">
                  <a:pos x="323" y="263"/>
                </a:cxn>
                <a:cxn ang="0">
                  <a:pos x="18" y="0"/>
                </a:cxn>
                <a:cxn ang="0">
                  <a:pos x="0" y="23"/>
                </a:cxn>
                <a:cxn ang="0">
                  <a:pos x="323" y="299"/>
                </a:cxn>
                <a:cxn ang="0">
                  <a:pos x="323" y="299"/>
                </a:cxn>
              </a:cxnLst>
              <a:rect l="0" t="0" r="0" b="0"/>
              <a:pathLst>
                <a:path w="323" h="299">
                  <a:moveTo>
                    <a:pt x="323" y="299"/>
                  </a:moveTo>
                  <a:lnTo>
                    <a:pt x="323" y="263"/>
                  </a:lnTo>
                  <a:lnTo>
                    <a:pt x="18" y="0"/>
                  </a:lnTo>
                  <a:lnTo>
                    <a:pt x="0" y="23"/>
                  </a:lnTo>
                  <a:lnTo>
                    <a:pt x="323" y="299"/>
                  </a:lnTo>
                  <a:close/>
                </a:path>
              </a:pathLst>
            </a:custGeom>
            <a:gradFill rotWithShape="0">
              <a:gsLst>
                <a:gs pos="0">
                  <a:schemeClr val="bg1"/>
                </a:gs>
                <a:gs pos="100000">
                  <a:srgbClr val="0F0F9F"/>
                </a:gs>
              </a:gsLst>
              <a:lin ang="2700000" scaled="1"/>
              <a:tileRect/>
            </a:gradFill>
            <a:ln w="9525">
              <a:noFill/>
            </a:ln>
          </p:spPr>
          <p:txBody>
            <a:bodyPr/>
            <a:lstStyle/>
            <a:p>
              <a:endParaRPr lang="en-US"/>
            </a:p>
          </p:txBody>
        </p:sp>
        <p:sp>
          <p:nvSpPr>
            <p:cNvPr id="10259" name="任意多边形 12306"/>
            <p:cNvSpPr/>
            <p:nvPr/>
          </p:nvSpPr>
          <p:spPr>
            <a:xfrm>
              <a:off x="5477" y="2588"/>
              <a:ext cx="281" cy="335"/>
            </a:xfrm>
            <a:custGeom>
              <a:avLst/>
              <a:gdLst/>
              <a:ahLst/>
              <a:cxnLst>
                <a:cxn ang="0">
                  <a:pos x="281" y="335"/>
                </a:cxn>
                <a:cxn ang="0">
                  <a:pos x="281" y="173"/>
                </a:cxn>
                <a:cxn ang="0">
                  <a:pos x="96" y="0"/>
                </a:cxn>
                <a:cxn ang="0">
                  <a:pos x="0" y="90"/>
                </a:cxn>
                <a:cxn ang="0">
                  <a:pos x="281" y="335"/>
                </a:cxn>
                <a:cxn ang="0">
                  <a:pos x="281" y="335"/>
                </a:cxn>
              </a:cxnLst>
              <a:rect l="0" t="0" r="0" b="0"/>
              <a:pathLst>
                <a:path w="281" h="335">
                  <a:moveTo>
                    <a:pt x="281" y="335"/>
                  </a:moveTo>
                  <a:lnTo>
                    <a:pt x="281" y="173"/>
                  </a:lnTo>
                  <a:lnTo>
                    <a:pt x="96" y="0"/>
                  </a:lnTo>
                  <a:lnTo>
                    <a:pt x="0" y="90"/>
                  </a:lnTo>
                  <a:lnTo>
                    <a:pt x="281" y="335"/>
                  </a:lnTo>
                  <a:close/>
                </a:path>
              </a:pathLst>
            </a:custGeom>
            <a:solidFill>
              <a:schemeClr val="bg1"/>
            </a:solidFill>
            <a:ln w="9525">
              <a:noFill/>
            </a:ln>
          </p:spPr>
          <p:txBody>
            <a:bodyPr/>
            <a:lstStyle/>
            <a:p>
              <a:endParaRPr lang="en-US"/>
            </a:p>
          </p:txBody>
        </p:sp>
        <p:sp>
          <p:nvSpPr>
            <p:cNvPr id="10260" name="任意多边形 12307"/>
            <p:cNvSpPr/>
            <p:nvPr/>
          </p:nvSpPr>
          <p:spPr>
            <a:xfrm>
              <a:off x="2454" y="0"/>
              <a:ext cx="3119" cy="2678"/>
            </a:xfrm>
            <a:custGeom>
              <a:avLst/>
              <a:gdLst/>
              <a:ahLst/>
              <a:cxnLst>
                <a:cxn ang="0">
                  <a:pos x="0" y="0"/>
                </a:cxn>
                <a:cxn ang="0">
                  <a:pos x="3020" y="2676"/>
                </a:cxn>
                <a:cxn ang="0">
                  <a:pos x="3116" y="2586"/>
                </a:cxn>
                <a:cxn ang="0">
                  <a:pos x="383" y="0"/>
                </a:cxn>
                <a:cxn ang="0">
                  <a:pos x="0" y="0"/>
                </a:cxn>
                <a:cxn ang="0">
                  <a:pos x="0" y="0"/>
                </a:cxn>
              </a:cxnLst>
              <a:rect l="0" t="0" r="0" b="0"/>
              <a:pathLst>
                <a:path w="3122" h="2680">
                  <a:moveTo>
                    <a:pt x="0" y="0"/>
                  </a:moveTo>
                  <a:lnTo>
                    <a:pt x="3026" y="2680"/>
                  </a:lnTo>
                  <a:lnTo>
                    <a:pt x="3122" y="2590"/>
                  </a:lnTo>
                  <a:lnTo>
                    <a:pt x="383" y="0"/>
                  </a:lnTo>
                  <a:lnTo>
                    <a:pt x="0" y="0"/>
                  </a:lnTo>
                  <a:close/>
                </a:path>
              </a:pathLst>
            </a:custGeom>
            <a:gradFill rotWithShape="0">
              <a:gsLst>
                <a:gs pos="0">
                  <a:srgbClr val="000047"/>
                </a:gs>
                <a:gs pos="100000">
                  <a:schemeClr val="bg1"/>
                </a:gs>
              </a:gsLst>
              <a:lin ang="2700000" scaled="1"/>
              <a:tileRect/>
            </a:gradFill>
            <a:ln w="9525">
              <a:noFill/>
            </a:ln>
          </p:spPr>
          <p:txBody>
            <a:bodyPr/>
            <a:lstStyle/>
            <a:p>
              <a:endParaRPr lang="en-US"/>
            </a:p>
          </p:txBody>
        </p:sp>
        <p:sp>
          <p:nvSpPr>
            <p:cNvPr id="10261" name="任意多边形 12308"/>
            <p:cNvSpPr/>
            <p:nvPr/>
          </p:nvSpPr>
          <p:spPr>
            <a:xfrm>
              <a:off x="5626" y="2534"/>
              <a:ext cx="132" cy="132"/>
            </a:xfrm>
            <a:custGeom>
              <a:avLst/>
              <a:gdLst/>
              <a:ahLst/>
              <a:cxnLst>
                <a:cxn ang="0">
                  <a:pos x="132" y="132"/>
                </a:cxn>
                <a:cxn ang="0">
                  <a:pos x="0" y="0"/>
                </a:cxn>
                <a:cxn ang="0">
                  <a:pos x="0" y="0"/>
                </a:cxn>
                <a:cxn ang="0">
                  <a:pos x="132" y="132"/>
                </a:cxn>
                <a:cxn ang="0">
                  <a:pos x="132" y="132"/>
                </a:cxn>
              </a:cxnLst>
              <a:rect l="0" t="0" r="0" b="0"/>
              <a:pathLst>
                <a:path w="132" h="132">
                  <a:moveTo>
                    <a:pt x="132" y="132"/>
                  </a:moveTo>
                  <a:lnTo>
                    <a:pt x="0" y="0"/>
                  </a:lnTo>
                  <a:lnTo>
                    <a:pt x="132" y="132"/>
                  </a:lnTo>
                  <a:close/>
                </a:path>
              </a:pathLst>
            </a:custGeom>
            <a:solidFill>
              <a:srgbClr val="FF9999"/>
            </a:solidFill>
            <a:ln w="9525">
              <a:noFill/>
            </a:ln>
          </p:spPr>
          <p:txBody>
            <a:bodyPr/>
            <a:lstStyle/>
            <a:p>
              <a:endParaRPr lang="en-US"/>
            </a:p>
          </p:txBody>
        </p:sp>
        <p:sp>
          <p:nvSpPr>
            <p:cNvPr id="10262" name="任意多边形 12309"/>
            <p:cNvSpPr/>
            <p:nvPr/>
          </p:nvSpPr>
          <p:spPr>
            <a:xfrm>
              <a:off x="3112" y="0"/>
              <a:ext cx="2514" cy="2534"/>
            </a:xfrm>
            <a:custGeom>
              <a:avLst/>
              <a:gdLst/>
              <a:ahLst/>
              <a:cxnLst>
                <a:cxn ang="0">
                  <a:pos x="0" y="0"/>
                </a:cxn>
                <a:cxn ang="0">
                  <a:pos x="2511" y="2532"/>
                </a:cxn>
                <a:cxn ang="0">
                  <a:pos x="2511" y="2532"/>
                </a:cxn>
                <a:cxn ang="0">
                  <a:pos x="66" y="0"/>
                </a:cxn>
                <a:cxn ang="0">
                  <a:pos x="0" y="0"/>
                </a:cxn>
                <a:cxn ang="0">
                  <a:pos x="0" y="0"/>
                </a:cxn>
              </a:cxnLst>
              <a:rect l="0" t="0" r="0" b="0"/>
              <a:pathLst>
                <a:path w="2517" h="2536">
                  <a:moveTo>
                    <a:pt x="0" y="0"/>
                  </a:moveTo>
                  <a:lnTo>
                    <a:pt x="2517" y="2536"/>
                  </a:lnTo>
                  <a:lnTo>
                    <a:pt x="66" y="0"/>
                  </a:lnTo>
                  <a:lnTo>
                    <a:pt x="0" y="0"/>
                  </a:lnTo>
                  <a:close/>
                </a:path>
              </a:pathLst>
            </a:custGeom>
            <a:gradFill rotWithShape="0">
              <a:gsLst>
                <a:gs pos="0">
                  <a:srgbClr val="00004F"/>
                </a:gs>
                <a:gs pos="100000">
                  <a:schemeClr val="bg1"/>
                </a:gs>
              </a:gsLst>
              <a:lin ang="2700000" scaled="1"/>
              <a:tileRect/>
            </a:gradFill>
            <a:ln w="9525">
              <a:noFill/>
            </a:ln>
          </p:spPr>
          <p:txBody>
            <a:bodyPr/>
            <a:lstStyle/>
            <a:p>
              <a:endParaRPr lang="en-US"/>
            </a:p>
          </p:txBody>
        </p:sp>
        <p:sp>
          <p:nvSpPr>
            <p:cNvPr id="10263" name="任意多边形 12310"/>
            <p:cNvSpPr/>
            <p:nvPr/>
          </p:nvSpPr>
          <p:spPr>
            <a:xfrm>
              <a:off x="3488" y="0"/>
              <a:ext cx="2198" cy="2480"/>
            </a:xfrm>
            <a:custGeom>
              <a:avLst/>
              <a:gdLst/>
              <a:ahLst/>
              <a:cxnLst>
                <a:cxn ang="0">
                  <a:pos x="0" y="0"/>
                </a:cxn>
                <a:cxn ang="0">
                  <a:pos x="2184" y="2478"/>
                </a:cxn>
                <a:cxn ang="0">
                  <a:pos x="2196" y="2472"/>
                </a:cxn>
                <a:cxn ang="0">
                  <a:pos x="317" y="0"/>
                </a:cxn>
                <a:cxn ang="0">
                  <a:pos x="0" y="0"/>
                </a:cxn>
                <a:cxn ang="0">
                  <a:pos x="0" y="0"/>
                </a:cxn>
              </a:cxnLst>
              <a:rect l="0" t="0" r="0" b="0"/>
              <a:pathLst>
                <a:path w="2200" h="2482">
                  <a:moveTo>
                    <a:pt x="0" y="0"/>
                  </a:moveTo>
                  <a:lnTo>
                    <a:pt x="2188" y="2482"/>
                  </a:lnTo>
                  <a:lnTo>
                    <a:pt x="2200" y="2476"/>
                  </a:lnTo>
                  <a:lnTo>
                    <a:pt x="317" y="0"/>
                  </a:lnTo>
                  <a:lnTo>
                    <a:pt x="0" y="0"/>
                  </a:lnTo>
                  <a:close/>
                </a:path>
              </a:pathLst>
            </a:custGeom>
            <a:gradFill rotWithShape="0">
              <a:gsLst>
                <a:gs pos="0">
                  <a:srgbClr val="000065"/>
                </a:gs>
                <a:gs pos="100000">
                  <a:schemeClr val="bg2"/>
                </a:gs>
              </a:gsLst>
              <a:lin ang="5400000" scaled="1"/>
              <a:tileRect/>
            </a:gradFill>
            <a:ln w="9525">
              <a:noFill/>
            </a:ln>
          </p:spPr>
          <p:txBody>
            <a:bodyPr/>
            <a:lstStyle/>
            <a:p>
              <a:endParaRPr lang="en-US"/>
            </a:p>
          </p:txBody>
        </p:sp>
        <p:sp>
          <p:nvSpPr>
            <p:cNvPr id="10264" name="任意多边形 12311"/>
            <p:cNvSpPr/>
            <p:nvPr/>
          </p:nvSpPr>
          <p:spPr>
            <a:xfrm>
              <a:off x="5674" y="2474"/>
              <a:ext cx="84" cy="96"/>
            </a:xfrm>
            <a:custGeom>
              <a:avLst/>
              <a:gdLst/>
              <a:ahLst/>
              <a:cxnLst>
                <a:cxn ang="0">
                  <a:pos x="84" y="96"/>
                </a:cxn>
                <a:cxn ang="0">
                  <a:pos x="84" y="90"/>
                </a:cxn>
                <a:cxn ang="0">
                  <a:pos x="12" y="0"/>
                </a:cxn>
                <a:cxn ang="0">
                  <a:pos x="0" y="6"/>
                </a:cxn>
                <a:cxn ang="0">
                  <a:pos x="84" y="96"/>
                </a:cxn>
                <a:cxn ang="0">
                  <a:pos x="84" y="96"/>
                </a:cxn>
              </a:cxnLst>
              <a:rect l="0" t="0" r="0" b="0"/>
              <a:pathLst>
                <a:path w="84" h="96">
                  <a:moveTo>
                    <a:pt x="84" y="96"/>
                  </a:moveTo>
                  <a:lnTo>
                    <a:pt x="84" y="90"/>
                  </a:lnTo>
                  <a:lnTo>
                    <a:pt x="12" y="0"/>
                  </a:lnTo>
                  <a:lnTo>
                    <a:pt x="0" y="6"/>
                  </a:lnTo>
                  <a:lnTo>
                    <a:pt x="84" y="96"/>
                  </a:lnTo>
                  <a:close/>
                </a:path>
              </a:pathLst>
            </a:custGeom>
            <a:gradFill rotWithShape="0">
              <a:gsLst>
                <a:gs pos="0">
                  <a:schemeClr val="bg1"/>
                </a:gs>
                <a:gs pos="100000">
                  <a:srgbClr val="1717A2"/>
                </a:gs>
              </a:gsLst>
              <a:lin ang="2700000" scaled="1"/>
              <a:tileRect/>
            </a:gradFill>
            <a:ln w="9525">
              <a:noFill/>
            </a:ln>
          </p:spPr>
          <p:txBody>
            <a:bodyPr/>
            <a:lstStyle/>
            <a:p>
              <a:endParaRPr lang="en-US"/>
            </a:p>
          </p:txBody>
        </p:sp>
        <p:sp>
          <p:nvSpPr>
            <p:cNvPr id="10265" name="任意多边形 12312"/>
            <p:cNvSpPr/>
            <p:nvPr/>
          </p:nvSpPr>
          <p:spPr>
            <a:xfrm>
              <a:off x="5603" y="850"/>
              <a:ext cx="155" cy="516"/>
            </a:xfrm>
            <a:custGeom>
              <a:avLst/>
              <a:gdLst/>
              <a:ahLst/>
              <a:cxnLst>
                <a:cxn ang="0">
                  <a:pos x="155" y="516"/>
                </a:cxn>
                <a:cxn ang="0">
                  <a:pos x="155" y="204"/>
                </a:cxn>
                <a:cxn ang="0">
                  <a:pos x="77" y="0"/>
                </a:cxn>
                <a:cxn ang="0">
                  <a:pos x="0" y="192"/>
                </a:cxn>
                <a:cxn ang="0">
                  <a:pos x="155" y="516"/>
                </a:cxn>
                <a:cxn ang="0">
                  <a:pos x="155" y="516"/>
                </a:cxn>
              </a:cxnLst>
              <a:rect l="0" t="0" r="0" b="0"/>
              <a:pathLst>
                <a:path w="155" h="516">
                  <a:moveTo>
                    <a:pt x="155" y="516"/>
                  </a:moveTo>
                  <a:lnTo>
                    <a:pt x="155" y="204"/>
                  </a:lnTo>
                  <a:lnTo>
                    <a:pt x="77" y="0"/>
                  </a:lnTo>
                  <a:lnTo>
                    <a:pt x="0" y="192"/>
                  </a:lnTo>
                  <a:lnTo>
                    <a:pt x="155" y="516"/>
                  </a:lnTo>
                  <a:close/>
                </a:path>
              </a:pathLst>
            </a:custGeom>
            <a:solidFill>
              <a:schemeClr val="bg2"/>
            </a:solidFill>
            <a:ln w="9525">
              <a:noFill/>
            </a:ln>
          </p:spPr>
          <p:txBody>
            <a:bodyPr/>
            <a:lstStyle/>
            <a:p>
              <a:endParaRPr lang="en-US"/>
            </a:p>
          </p:txBody>
        </p:sp>
        <p:sp>
          <p:nvSpPr>
            <p:cNvPr id="10266" name="任意多边形 12313"/>
            <p:cNvSpPr/>
            <p:nvPr/>
          </p:nvSpPr>
          <p:spPr>
            <a:xfrm>
              <a:off x="5107" y="0"/>
              <a:ext cx="573" cy="1042"/>
            </a:xfrm>
            <a:custGeom>
              <a:avLst/>
              <a:gdLst/>
              <a:ahLst/>
              <a:cxnLst>
                <a:cxn ang="0">
                  <a:pos x="0" y="0"/>
                </a:cxn>
                <a:cxn ang="0">
                  <a:pos x="495" y="1041"/>
                </a:cxn>
                <a:cxn ang="0">
                  <a:pos x="572" y="849"/>
                </a:cxn>
                <a:cxn ang="0">
                  <a:pos x="251" y="0"/>
                </a:cxn>
                <a:cxn ang="0">
                  <a:pos x="0" y="0"/>
                </a:cxn>
                <a:cxn ang="0">
                  <a:pos x="0" y="0"/>
                </a:cxn>
              </a:cxnLst>
              <a:rect l="0" t="0" r="0" b="0"/>
              <a:pathLst>
                <a:path w="574" h="1043">
                  <a:moveTo>
                    <a:pt x="0" y="0"/>
                  </a:moveTo>
                  <a:lnTo>
                    <a:pt x="497" y="1043"/>
                  </a:lnTo>
                  <a:lnTo>
                    <a:pt x="574" y="851"/>
                  </a:lnTo>
                  <a:lnTo>
                    <a:pt x="251" y="0"/>
                  </a:lnTo>
                  <a:lnTo>
                    <a:pt x="0" y="0"/>
                  </a:lnTo>
                  <a:close/>
                </a:path>
              </a:pathLst>
            </a:custGeom>
            <a:gradFill rotWithShape="0">
              <a:gsLst>
                <a:gs pos="0">
                  <a:srgbClr val="000055"/>
                </a:gs>
                <a:gs pos="100000">
                  <a:schemeClr val="bg2"/>
                </a:gs>
              </a:gsLst>
              <a:lin ang="5400000" scaled="1"/>
              <a:tileRect/>
            </a:gradFill>
            <a:ln w="9525">
              <a:noFill/>
            </a:ln>
          </p:spPr>
          <p:txBody>
            <a:bodyPr/>
            <a:lstStyle/>
            <a:p>
              <a:endParaRPr lang="en-US"/>
            </a:p>
          </p:txBody>
        </p:sp>
        <p:sp>
          <p:nvSpPr>
            <p:cNvPr id="10267" name="任意多边形 12314"/>
            <p:cNvSpPr/>
            <p:nvPr/>
          </p:nvSpPr>
          <p:spPr>
            <a:xfrm>
              <a:off x="5411" y="0"/>
              <a:ext cx="341" cy="796"/>
            </a:xfrm>
            <a:custGeom>
              <a:avLst/>
              <a:gdLst/>
              <a:ahLst/>
              <a:cxnLst>
                <a:cxn ang="0">
                  <a:pos x="144" y="0"/>
                </a:cxn>
                <a:cxn ang="0">
                  <a:pos x="0" y="0"/>
                </a:cxn>
                <a:cxn ang="0">
                  <a:pos x="287" y="795"/>
                </a:cxn>
                <a:cxn ang="0">
                  <a:pos x="341" y="651"/>
                </a:cxn>
                <a:cxn ang="0">
                  <a:pos x="144" y="0"/>
                </a:cxn>
                <a:cxn ang="0">
                  <a:pos x="144" y="0"/>
                </a:cxn>
              </a:cxnLst>
              <a:rect l="0" t="0" r="0" b="0"/>
              <a:pathLst>
                <a:path w="341" h="797">
                  <a:moveTo>
                    <a:pt x="144" y="0"/>
                  </a:moveTo>
                  <a:lnTo>
                    <a:pt x="0" y="0"/>
                  </a:lnTo>
                  <a:lnTo>
                    <a:pt x="287" y="797"/>
                  </a:lnTo>
                  <a:lnTo>
                    <a:pt x="341" y="653"/>
                  </a:lnTo>
                  <a:lnTo>
                    <a:pt x="144" y="0"/>
                  </a:lnTo>
                  <a:close/>
                </a:path>
              </a:pathLst>
            </a:custGeom>
            <a:gradFill rotWithShape="0">
              <a:gsLst>
                <a:gs pos="0">
                  <a:srgbClr val="000059"/>
                </a:gs>
                <a:gs pos="100000">
                  <a:schemeClr val="bg2"/>
                </a:gs>
              </a:gsLst>
              <a:lin ang="5400000" scaled="1"/>
              <a:tileRect/>
            </a:gradFill>
            <a:ln w="9525">
              <a:noFill/>
            </a:ln>
          </p:spPr>
          <p:txBody>
            <a:bodyPr/>
            <a:lstStyle/>
            <a:p>
              <a:endParaRPr lang="en-US"/>
            </a:p>
          </p:txBody>
        </p:sp>
        <p:sp>
          <p:nvSpPr>
            <p:cNvPr id="10268" name="任意多边形 12315"/>
            <p:cNvSpPr/>
            <p:nvPr/>
          </p:nvSpPr>
          <p:spPr>
            <a:xfrm>
              <a:off x="5698" y="653"/>
              <a:ext cx="60" cy="311"/>
            </a:xfrm>
            <a:custGeom>
              <a:avLst/>
              <a:gdLst/>
              <a:ahLst/>
              <a:cxnLst>
                <a:cxn ang="0">
                  <a:pos x="0" y="144"/>
                </a:cxn>
                <a:cxn ang="0">
                  <a:pos x="60" y="310"/>
                </a:cxn>
                <a:cxn ang="0">
                  <a:pos x="60" y="6"/>
                </a:cxn>
                <a:cxn ang="0">
                  <a:pos x="54" y="0"/>
                </a:cxn>
                <a:cxn ang="0">
                  <a:pos x="0" y="144"/>
                </a:cxn>
                <a:cxn ang="0">
                  <a:pos x="0" y="144"/>
                </a:cxn>
              </a:cxnLst>
              <a:rect l="0" t="0" r="0" b="0"/>
              <a:pathLst>
                <a:path w="60" h="312">
                  <a:moveTo>
                    <a:pt x="0" y="144"/>
                  </a:moveTo>
                  <a:lnTo>
                    <a:pt x="60" y="312"/>
                  </a:lnTo>
                  <a:lnTo>
                    <a:pt x="60" y="6"/>
                  </a:lnTo>
                  <a:lnTo>
                    <a:pt x="54" y="0"/>
                  </a:lnTo>
                  <a:lnTo>
                    <a:pt x="0" y="144"/>
                  </a:lnTo>
                  <a:close/>
                </a:path>
              </a:pathLst>
            </a:custGeom>
            <a:solidFill>
              <a:schemeClr val="bg2"/>
            </a:solidFill>
            <a:ln w="9525">
              <a:noFill/>
            </a:ln>
          </p:spPr>
          <p:txBody>
            <a:bodyPr/>
            <a:lstStyle/>
            <a:p>
              <a:endParaRPr lang="en-US"/>
            </a:p>
          </p:txBody>
        </p:sp>
        <p:sp>
          <p:nvSpPr>
            <p:cNvPr id="10269" name="任意多边形 12316"/>
            <p:cNvSpPr/>
            <p:nvPr/>
          </p:nvSpPr>
          <p:spPr>
            <a:xfrm>
              <a:off x="2" y="1601"/>
              <a:ext cx="5752" cy="1864"/>
            </a:xfrm>
            <a:custGeom>
              <a:avLst/>
              <a:gdLst/>
              <a:ahLst/>
              <a:cxnLst>
                <a:cxn ang="0">
                  <a:pos x="0" y="371"/>
                </a:cxn>
                <a:cxn ang="0">
                  <a:pos x="5764" y="1864"/>
                </a:cxn>
                <a:cxn ang="0">
                  <a:pos x="5764" y="1834"/>
                </a:cxn>
                <a:cxn ang="0">
                  <a:pos x="0" y="0"/>
                </a:cxn>
                <a:cxn ang="0">
                  <a:pos x="0" y="371"/>
                </a:cxn>
                <a:cxn ang="0">
                  <a:pos x="0" y="371"/>
                </a:cxn>
              </a:cxnLst>
              <a:rect l="0" t="0" r="0" b="0"/>
              <a:pathLst>
                <a:path w="5740" h="1864">
                  <a:moveTo>
                    <a:pt x="0" y="371"/>
                  </a:moveTo>
                  <a:lnTo>
                    <a:pt x="5740" y="1864"/>
                  </a:lnTo>
                  <a:lnTo>
                    <a:pt x="5740" y="1834"/>
                  </a:lnTo>
                  <a:lnTo>
                    <a:pt x="0" y="0"/>
                  </a:lnTo>
                  <a:lnTo>
                    <a:pt x="0" y="371"/>
                  </a:lnTo>
                  <a:close/>
                </a:path>
              </a:pathLst>
            </a:custGeom>
            <a:gradFill rotWithShape="0">
              <a:gsLst>
                <a:gs pos="0">
                  <a:srgbClr val="000061"/>
                </a:gs>
                <a:gs pos="100000">
                  <a:schemeClr val="bg1"/>
                </a:gs>
              </a:gsLst>
              <a:lin ang="2700000" scaled="1"/>
              <a:tileRect/>
            </a:gradFill>
            <a:ln w="9525">
              <a:noFill/>
            </a:ln>
          </p:spPr>
          <p:txBody>
            <a:bodyPr/>
            <a:lstStyle/>
            <a:p>
              <a:endParaRPr lang="en-US"/>
            </a:p>
          </p:txBody>
        </p:sp>
        <p:sp>
          <p:nvSpPr>
            <p:cNvPr id="10270" name="任意多边形 12317"/>
            <p:cNvSpPr/>
            <p:nvPr/>
          </p:nvSpPr>
          <p:spPr>
            <a:xfrm>
              <a:off x="5754" y="3483"/>
              <a:ext cx="6" cy="6"/>
            </a:xfrm>
            <a:custGeom>
              <a:avLst/>
              <a:gdLst/>
              <a:ahLst/>
              <a:cxnLst>
                <a:cxn ang="0">
                  <a:pos x="6" y="6"/>
                </a:cxn>
                <a:cxn ang="0">
                  <a:pos x="0" y="0"/>
                </a:cxn>
                <a:cxn ang="0">
                  <a:pos x="0" y="6"/>
                </a:cxn>
                <a:cxn ang="0">
                  <a:pos x="6" y="6"/>
                </a:cxn>
                <a:cxn ang="0">
                  <a:pos x="6" y="6"/>
                </a:cxn>
              </a:cxnLst>
              <a:rect l="0" t="0" r="0" b="0"/>
              <a:pathLst>
                <a:path w="6" h="6">
                  <a:moveTo>
                    <a:pt x="6" y="6"/>
                  </a:moveTo>
                  <a:lnTo>
                    <a:pt x="0" y="0"/>
                  </a:lnTo>
                  <a:lnTo>
                    <a:pt x="0" y="6"/>
                  </a:lnTo>
                  <a:lnTo>
                    <a:pt x="6" y="6"/>
                  </a:lnTo>
                  <a:close/>
                </a:path>
              </a:pathLst>
            </a:custGeom>
            <a:solidFill>
              <a:srgbClr val="18FF00"/>
            </a:solidFill>
            <a:ln w="9525">
              <a:noFill/>
            </a:ln>
          </p:spPr>
          <p:txBody>
            <a:bodyPr/>
            <a:lstStyle/>
            <a:p>
              <a:endParaRPr lang="en-US"/>
            </a:p>
          </p:txBody>
        </p:sp>
        <p:sp>
          <p:nvSpPr>
            <p:cNvPr id="10271" name="任意多边形 12318"/>
            <p:cNvSpPr/>
            <p:nvPr/>
          </p:nvSpPr>
          <p:spPr>
            <a:xfrm>
              <a:off x="2" y="2152"/>
              <a:ext cx="5752" cy="1337"/>
            </a:xfrm>
            <a:custGeom>
              <a:avLst/>
              <a:gdLst/>
              <a:ahLst/>
              <a:cxnLst>
                <a:cxn ang="0">
                  <a:pos x="0" y="366"/>
                </a:cxn>
                <a:cxn ang="0">
                  <a:pos x="5764" y="1337"/>
                </a:cxn>
                <a:cxn ang="0">
                  <a:pos x="5764" y="1331"/>
                </a:cxn>
                <a:cxn ang="0">
                  <a:pos x="0" y="0"/>
                </a:cxn>
                <a:cxn ang="0">
                  <a:pos x="0" y="366"/>
                </a:cxn>
                <a:cxn ang="0">
                  <a:pos x="0" y="366"/>
                </a:cxn>
              </a:cxnLst>
              <a:rect l="0" t="0" r="0" b="0"/>
              <a:pathLst>
                <a:path w="5740" h="1337">
                  <a:moveTo>
                    <a:pt x="0" y="366"/>
                  </a:moveTo>
                  <a:lnTo>
                    <a:pt x="5740" y="1337"/>
                  </a:lnTo>
                  <a:lnTo>
                    <a:pt x="5740" y="1331"/>
                  </a:lnTo>
                  <a:lnTo>
                    <a:pt x="0" y="0"/>
                  </a:lnTo>
                  <a:lnTo>
                    <a:pt x="0" y="366"/>
                  </a:lnTo>
                  <a:close/>
                </a:path>
              </a:pathLst>
            </a:custGeom>
            <a:gradFill rotWithShape="0">
              <a:gsLst>
                <a:gs pos="0">
                  <a:srgbClr val="00005D"/>
                </a:gs>
                <a:gs pos="100000">
                  <a:schemeClr val="bg1"/>
                </a:gs>
              </a:gsLst>
              <a:lin ang="2700000" scaled="1"/>
              <a:tileRect/>
            </a:gradFill>
            <a:ln w="9525">
              <a:noFill/>
            </a:ln>
          </p:spPr>
          <p:txBody>
            <a:bodyPr/>
            <a:lstStyle/>
            <a:p>
              <a:endParaRPr lang="en-US"/>
            </a:p>
          </p:txBody>
        </p:sp>
        <p:sp>
          <p:nvSpPr>
            <p:cNvPr id="10272" name="任意多边形 12319"/>
            <p:cNvSpPr/>
            <p:nvPr/>
          </p:nvSpPr>
          <p:spPr>
            <a:xfrm>
              <a:off x="2" y="3177"/>
              <a:ext cx="5752" cy="414"/>
            </a:xfrm>
            <a:custGeom>
              <a:avLst/>
              <a:gdLst/>
              <a:ahLst/>
              <a:cxnLst>
                <a:cxn ang="0">
                  <a:pos x="0" y="48"/>
                </a:cxn>
                <a:cxn ang="0">
                  <a:pos x="5764" y="414"/>
                </a:cxn>
                <a:cxn ang="0">
                  <a:pos x="5764" y="402"/>
                </a:cxn>
                <a:cxn ang="0">
                  <a:pos x="0" y="0"/>
                </a:cxn>
                <a:cxn ang="0">
                  <a:pos x="0" y="48"/>
                </a:cxn>
                <a:cxn ang="0">
                  <a:pos x="0" y="48"/>
                </a:cxn>
              </a:cxnLst>
              <a:rect l="0" t="0" r="0" b="0"/>
              <a:pathLst>
                <a:path w="5740" h="414">
                  <a:moveTo>
                    <a:pt x="0" y="48"/>
                  </a:moveTo>
                  <a:lnTo>
                    <a:pt x="5740" y="414"/>
                  </a:lnTo>
                  <a:lnTo>
                    <a:pt x="5740" y="402"/>
                  </a:lnTo>
                  <a:lnTo>
                    <a:pt x="0" y="0"/>
                  </a:lnTo>
                  <a:lnTo>
                    <a:pt x="0" y="48"/>
                  </a:lnTo>
                  <a:close/>
                </a:path>
              </a:pathLst>
            </a:custGeom>
            <a:gradFill rotWithShape="0">
              <a:gsLst>
                <a:gs pos="0">
                  <a:srgbClr val="000082"/>
                </a:gs>
                <a:gs pos="100000">
                  <a:schemeClr val="bg1"/>
                </a:gs>
              </a:gsLst>
              <a:lin ang="0" scaled="1"/>
              <a:tileRect/>
            </a:gradFill>
            <a:ln w="9525">
              <a:noFill/>
            </a:ln>
          </p:spPr>
          <p:txBody>
            <a:bodyPr/>
            <a:lstStyle/>
            <a:p>
              <a:endParaRPr lang="en-US"/>
            </a:p>
          </p:txBody>
        </p:sp>
        <p:sp>
          <p:nvSpPr>
            <p:cNvPr id="10273" name="任意多边形 12320"/>
            <p:cNvSpPr/>
            <p:nvPr/>
          </p:nvSpPr>
          <p:spPr>
            <a:xfrm>
              <a:off x="1297" y="0"/>
              <a:ext cx="4457" cy="3177"/>
            </a:xfrm>
            <a:custGeom>
              <a:avLst/>
              <a:gdLst/>
              <a:ahLst/>
              <a:cxnLst>
                <a:cxn ang="0">
                  <a:pos x="0" y="0"/>
                </a:cxn>
                <a:cxn ang="0">
                  <a:pos x="4466" y="3177"/>
                </a:cxn>
                <a:cxn ang="0">
                  <a:pos x="4466" y="3153"/>
                </a:cxn>
                <a:cxn ang="0">
                  <a:pos x="125" y="0"/>
                </a:cxn>
                <a:cxn ang="0">
                  <a:pos x="0" y="0"/>
                </a:cxn>
                <a:cxn ang="0">
                  <a:pos x="0" y="0"/>
                </a:cxn>
              </a:cxnLst>
              <a:rect l="0" t="0" r="0" b="0"/>
              <a:pathLst>
                <a:path w="4448" h="3177">
                  <a:moveTo>
                    <a:pt x="0" y="0"/>
                  </a:moveTo>
                  <a:lnTo>
                    <a:pt x="4448" y="3177"/>
                  </a:lnTo>
                  <a:lnTo>
                    <a:pt x="4448" y="3153"/>
                  </a:lnTo>
                  <a:lnTo>
                    <a:pt x="125" y="0"/>
                  </a:lnTo>
                  <a:lnTo>
                    <a:pt x="0" y="0"/>
                  </a:lnTo>
                  <a:close/>
                </a:path>
              </a:pathLst>
            </a:custGeom>
            <a:gradFill rotWithShape="0">
              <a:gsLst>
                <a:gs pos="0">
                  <a:srgbClr val="00004A"/>
                </a:gs>
                <a:gs pos="100000">
                  <a:schemeClr val="bg1"/>
                </a:gs>
              </a:gsLst>
              <a:lin ang="2700000" scaled="1"/>
              <a:tileRect/>
            </a:gradFill>
            <a:ln w="9525">
              <a:noFill/>
            </a:ln>
          </p:spPr>
          <p:txBody>
            <a:bodyPr/>
            <a:lstStyle/>
            <a:p>
              <a:endParaRPr lang="en-US"/>
            </a:p>
          </p:txBody>
        </p:sp>
        <p:sp>
          <p:nvSpPr>
            <p:cNvPr id="10274" name="任意多边形 12321"/>
            <p:cNvSpPr/>
            <p:nvPr/>
          </p:nvSpPr>
          <p:spPr>
            <a:xfrm>
              <a:off x="3321" y="0"/>
              <a:ext cx="2433" cy="2614"/>
            </a:xfrm>
            <a:custGeom>
              <a:avLst/>
              <a:gdLst/>
              <a:ahLst/>
              <a:cxnLst>
                <a:cxn ang="0">
                  <a:pos x="0" y="0"/>
                </a:cxn>
                <a:cxn ang="0">
                  <a:pos x="2438" y="2614"/>
                </a:cxn>
                <a:cxn ang="0">
                  <a:pos x="2438" y="2608"/>
                </a:cxn>
                <a:cxn ang="0">
                  <a:pos x="66" y="0"/>
                </a:cxn>
                <a:cxn ang="0">
                  <a:pos x="0" y="0"/>
                </a:cxn>
                <a:cxn ang="0">
                  <a:pos x="0" y="0"/>
                </a:cxn>
              </a:cxnLst>
              <a:rect l="0" t="0" r="0" b="0"/>
              <a:pathLst>
                <a:path w="2428" h="2614">
                  <a:moveTo>
                    <a:pt x="0" y="0"/>
                  </a:moveTo>
                  <a:lnTo>
                    <a:pt x="2428" y="2614"/>
                  </a:lnTo>
                  <a:lnTo>
                    <a:pt x="2428" y="2608"/>
                  </a:lnTo>
                  <a:lnTo>
                    <a:pt x="66" y="0"/>
                  </a:lnTo>
                  <a:lnTo>
                    <a:pt x="0" y="0"/>
                  </a:lnTo>
                  <a:close/>
                </a:path>
              </a:pathLst>
            </a:custGeom>
            <a:gradFill rotWithShape="0">
              <a:gsLst>
                <a:gs pos="0">
                  <a:srgbClr val="000082"/>
                </a:gs>
                <a:gs pos="100000">
                  <a:schemeClr val="bg1"/>
                </a:gs>
              </a:gsLst>
              <a:lin ang="2700000" scaled="1"/>
              <a:tileRect/>
            </a:gradFill>
            <a:ln w="9525">
              <a:noFill/>
            </a:ln>
          </p:spPr>
          <p:txBody>
            <a:bodyPr/>
            <a:lstStyle/>
            <a:p>
              <a:endParaRPr lang="en-US"/>
            </a:p>
          </p:txBody>
        </p:sp>
        <p:sp>
          <p:nvSpPr>
            <p:cNvPr id="10275" name="任意多边形 12322"/>
            <p:cNvSpPr/>
            <p:nvPr/>
          </p:nvSpPr>
          <p:spPr>
            <a:xfrm>
              <a:off x="3950" y="0"/>
              <a:ext cx="1804" cy="2464"/>
            </a:xfrm>
            <a:custGeom>
              <a:avLst/>
              <a:gdLst/>
              <a:ahLst/>
              <a:cxnLst>
                <a:cxn ang="0">
                  <a:pos x="487" y="0"/>
                </a:cxn>
                <a:cxn ang="0">
                  <a:pos x="0" y="0"/>
                </a:cxn>
                <a:cxn ang="0">
                  <a:pos x="1808" y="2464"/>
                </a:cxn>
                <a:cxn ang="0">
                  <a:pos x="1808" y="2248"/>
                </a:cxn>
                <a:cxn ang="0">
                  <a:pos x="1802" y="2248"/>
                </a:cxn>
                <a:cxn ang="0">
                  <a:pos x="487" y="0"/>
                </a:cxn>
                <a:cxn ang="0">
                  <a:pos x="487" y="0"/>
                </a:cxn>
              </a:cxnLst>
              <a:rect l="0" t="0" r="0" b="0"/>
              <a:pathLst>
                <a:path w="1800" h="2464">
                  <a:moveTo>
                    <a:pt x="485" y="0"/>
                  </a:moveTo>
                  <a:lnTo>
                    <a:pt x="0" y="0"/>
                  </a:lnTo>
                  <a:lnTo>
                    <a:pt x="1800" y="2464"/>
                  </a:lnTo>
                  <a:lnTo>
                    <a:pt x="1800" y="2248"/>
                  </a:lnTo>
                  <a:lnTo>
                    <a:pt x="1794" y="2248"/>
                  </a:lnTo>
                  <a:lnTo>
                    <a:pt x="485" y="0"/>
                  </a:lnTo>
                  <a:close/>
                </a:path>
              </a:pathLst>
            </a:custGeom>
            <a:gradFill rotWithShape="0">
              <a:gsLst>
                <a:gs pos="0">
                  <a:srgbClr val="000065"/>
                </a:gs>
                <a:gs pos="100000">
                  <a:schemeClr val="bg2"/>
                </a:gs>
              </a:gsLst>
              <a:lin ang="5400000" scaled="1"/>
              <a:tileRect/>
            </a:gradFill>
            <a:ln w="9525">
              <a:noFill/>
            </a:ln>
          </p:spPr>
          <p:txBody>
            <a:bodyPr/>
            <a:lstStyle/>
            <a:p>
              <a:endParaRPr lang="en-US"/>
            </a:p>
          </p:txBody>
        </p:sp>
        <p:sp>
          <p:nvSpPr>
            <p:cNvPr id="10276" name="任意多边形 12323"/>
            <p:cNvSpPr/>
            <p:nvPr/>
          </p:nvSpPr>
          <p:spPr>
            <a:xfrm>
              <a:off x="4519" y="0"/>
              <a:ext cx="1235" cy="2074"/>
            </a:xfrm>
            <a:custGeom>
              <a:avLst/>
              <a:gdLst/>
              <a:ahLst/>
              <a:cxnLst>
                <a:cxn ang="0">
                  <a:pos x="0" y="0"/>
                </a:cxn>
                <a:cxn ang="0">
                  <a:pos x="1238" y="2074"/>
                </a:cxn>
                <a:cxn ang="0">
                  <a:pos x="1238" y="2038"/>
                </a:cxn>
                <a:cxn ang="0">
                  <a:pos x="42" y="0"/>
                </a:cxn>
                <a:cxn ang="0">
                  <a:pos x="0" y="0"/>
                </a:cxn>
                <a:cxn ang="0">
                  <a:pos x="0" y="0"/>
                </a:cxn>
              </a:cxnLst>
              <a:rect l="0" t="0" r="0" b="0"/>
              <a:pathLst>
                <a:path w="1232" h="2074">
                  <a:moveTo>
                    <a:pt x="0" y="0"/>
                  </a:moveTo>
                  <a:lnTo>
                    <a:pt x="1232" y="2074"/>
                  </a:lnTo>
                  <a:lnTo>
                    <a:pt x="1232" y="2038"/>
                  </a:lnTo>
                  <a:lnTo>
                    <a:pt x="42" y="0"/>
                  </a:lnTo>
                  <a:lnTo>
                    <a:pt x="0" y="0"/>
                  </a:lnTo>
                  <a:close/>
                </a:path>
              </a:pathLst>
            </a:custGeom>
            <a:gradFill rotWithShape="0">
              <a:gsLst>
                <a:gs pos="0">
                  <a:srgbClr val="000058"/>
                </a:gs>
                <a:gs pos="100000">
                  <a:schemeClr val="bg1"/>
                </a:gs>
              </a:gsLst>
              <a:lin ang="2700000" scaled="1"/>
              <a:tileRect/>
            </a:gradFill>
            <a:ln w="9525">
              <a:noFill/>
            </a:ln>
          </p:spPr>
          <p:txBody>
            <a:bodyPr/>
            <a:lstStyle/>
            <a:p>
              <a:endParaRPr lang="en-US"/>
            </a:p>
          </p:txBody>
        </p:sp>
        <p:sp>
          <p:nvSpPr>
            <p:cNvPr id="10277" name="任意多边形 12324"/>
            <p:cNvSpPr/>
            <p:nvPr/>
          </p:nvSpPr>
          <p:spPr>
            <a:xfrm>
              <a:off x="4694" y="0"/>
              <a:ext cx="1060" cy="1936"/>
            </a:xfrm>
            <a:custGeom>
              <a:avLst/>
              <a:gdLst/>
              <a:ahLst/>
              <a:cxnLst>
                <a:cxn ang="0">
                  <a:pos x="0" y="0"/>
                </a:cxn>
                <a:cxn ang="0">
                  <a:pos x="1062" y="1936"/>
                </a:cxn>
                <a:cxn ang="0">
                  <a:pos x="1062" y="1930"/>
                </a:cxn>
                <a:cxn ang="0">
                  <a:pos x="54" y="0"/>
                </a:cxn>
                <a:cxn ang="0">
                  <a:pos x="0" y="0"/>
                </a:cxn>
                <a:cxn ang="0">
                  <a:pos x="0" y="0"/>
                </a:cxn>
              </a:cxnLst>
              <a:rect l="0" t="0" r="0" b="0"/>
              <a:pathLst>
                <a:path w="1058" h="1936">
                  <a:moveTo>
                    <a:pt x="0" y="0"/>
                  </a:moveTo>
                  <a:lnTo>
                    <a:pt x="1058" y="1936"/>
                  </a:lnTo>
                  <a:lnTo>
                    <a:pt x="1058" y="1930"/>
                  </a:lnTo>
                  <a:lnTo>
                    <a:pt x="54" y="0"/>
                  </a:lnTo>
                  <a:lnTo>
                    <a:pt x="0" y="0"/>
                  </a:lnTo>
                  <a:close/>
                </a:path>
              </a:pathLst>
            </a:custGeom>
            <a:gradFill rotWithShape="0">
              <a:gsLst>
                <a:gs pos="0">
                  <a:srgbClr val="00006F"/>
                </a:gs>
                <a:gs pos="100000">
                  <a:schemeClr val="bg1"/>
                </a:gs>
              </a:gsLst>
              <a:lin ang="2700000" scaled="1"/>
              <a:tileRect/>
            </a:gradFill>
            <a:ln w="9525">
              <a:noFill/>
            </a:ln>
          </p:spPr>
          <p:txBody>
            <a:bodyPr/>
            <a:lstStyle/>
            <a:p>
              <a:endParaRPr lang="en-US"/>
            </a:p>
          </p:txBody>
        </p:sp>
        <p:sp>
          <p:nvSpPr>
            <p:cNvPr id="10278" name="任意多边形 12325"/>
            <p:cNvSpPr/>
            <p:nvPr/>
          </p:nvSpPr>
          <p:spPr>
            <a:xfrm>
              <a:off x="4981" y="0"/>
              <a:ext cx="773" cy="1487"/>
            </a:xfrm>
            <a:custGeom>
              <a:avLst/>
              <a:gdLst/>
              <a:ahLst/>
              <a:cxnLst>
                <a:cxn ang="0">
                  <a:pos x="775" y="1433"/>
                </a:cxn>
                <a:cxn ang="0">
                  <a:pos x="42" y="0"/>
                </a:cxn>
                <a:cxn ang="0">
                  <a:pos x="0" y="0"/>
                </a:cxn>
                <a:cxn ang="0">
                  <a:pos x="775" y="1487"/>
                </a:cxn>
                <a:cxn ang="0">
                  <a:pos x="775" y="1433"/>
                </a:cxn>
                <a:cxn ang="0">
                  <a:pos x="775" y="1433"/>
                </a:cxn>
              </a:cxnLst>
              <a:rect l="0" t="0" r="0" b="0"/>
              <a:pathLst>
                <a:path w="771" h="1487">
                  <a:moveTo>
                    <a:pt x="771" y="1433"/>
                  </a:moveTo>
                  <a:lnTo>
                    <a:pt x="42" y="0"/>
                  </a:lnTo>
                  <a:lnTo>
                    <a:pt x="0" y="0"/>
                  </a:lnTo>
                  <a:lnTo>
                    <a:pt x="771" y="1487"/>
                  </a:lnTo>
                  <a:lnTo>
                    <a:pt x="771" y="1433"/>
                  </a:lnTo>
                  <a:close/>
                </a:path>
              </a:pathLst>
            </a:custGeom>
            <a:gradFill rotWithShape="0">
              <a:gsLst>
                <a:gs pos="0">
                  <a:srgbClr val="000079"/>
                </a:gs>
                <a:gs pos="100000">
                  <a:schemeClr val="bg1"/>
                </a:gs>
              </a:gsLst>
              <a:lin ang="2700000" scaled="1"/>
              <a:tileRect/>
            </a:gradFill>
            <a:ln w="9525">
              <a:noFill/>
            </a:ln>
          </p:spPr>
          <p:txBody>
            <a:bodyPr/>
            <a:lstStyle/>
            <a:p>
              <a:endParaRPr lang="en-US"/>
            </a:p>
          </p:txBody>
        </p:sp>
        <p:grpSp>
          <p:nvGrpSpPr>
            <p:cNvPr id="10279" name="组合 12326"/>
            <p:cNvGrpSpPr/>
            <p:nvPr userDrawn="1"/>
          </p:nvGrpSpPr>
          <p:grpSpPr>
            <a:xfrm>
              <a:off x="0" y="1632"/>
              <a:ext cx="5758" cy="1858"/>
              <a:chOff x="0" y="0"/>
              <a:chExt cx="5758" cy="1858"/>
            </a:xfrm>
          </p:grpSpPr>
          <p:sp>
            <p:nvSpPr>
              <p:cNvPr id="10280" name="任意多边形 12327"/>
              <p:cNvSpPr/>
              <p:nvPr/>
            </p:nvSpPr>
            <p:spPr>
              <a:xfrm>
                <a:off x="0" y="0"/>
                <a:ext cx="3670" cy="1313"/>
              </a:xfrm>
              <a:custGeom>
                <a:avLst/>
                <a:gdLst/>
                <a:ahLst/>
                <a:cxnLst>
                  <a:cxn ang="0">
                    <a:pos x="0" y="0"/>
                  </a:cxn>
                  <a:cxn ang="0">
                    <a:pos x="0" y="366"/>
                  </a:cxn>
                  <a:cxn ang="0">
                    <a:pos x="3657" y="1313"/>
                  </a:cxn>
                  <a:cxn ang="0">
                    <a:pos x="3669" y="1235"/>
                  </a:cxn>
                  <a:cxn ang="0">
                    <a:pos x="3681" y="1163"/>
                  </a:cxn>
                  <a:cxn ang="0">
                    <a:pos x="0" y="0"/>
                  </a:cxn>
                  <a:cxn ang="0">
                    <a:pos x="0" y="0"/>
                  </a:cxn>
                </a:cxnLst>
                <a:rect l="0" t="0" r="0" b="0"/>
                <a:pathLst>
                  <a:path w="3659" h="1313">
                    <a:moveTo>
                      <a:pt x="0" y="0"/>
                    </a:moveTo>
                    <a:lnTo>
                      <a:pt x="0" y="366"/>
                    </a:lnTo>
                    <a:lnTo>
                      <a:pt x="3635" y="1313"/>
                    </a:lnTo>
                    <a:lnTo>
                      <a:pt x="3647" y="1235"/>
                    </a:lnTo>
                    <a:lnTo>
                      <a:pt x="3659" y="1163"/>
                    </a:lnTo>
                    <a:lnTo>
                      <a:pt x="0" y="0"/>
                    </a:lnTo>
                    <a:close/>
                  </a:path>
                </a:pathLst>
              </a:custGeom>
              <a:gradFill rotWithShape="0">
                <a:gsLst>
                  <a:gs pos="0">
                    <a:srgbClr val="00006F"/>
                  </a:gs>
                  <a:gs pos="100000">
                    <a:schemeClr val="bg1"/>
                  </a:gs>
                </a:gsLst>
                <a:lin ang="0" scaled="1"/>
                <a:tileRect/>
              </a:gradFill>
              <a:ln w="9525">
                <a:noFill/>
              </a:ln>
            </p:spPr>
            <p:txBody>
              <a:bodyPr/>
              <a:lstStyle/>
              <a:p>
                <a:endParaRPr lang="en-US"/>
              </a:p>
            </p:txBody>
          </p:sp>
          <p:sp>
            <p:nvSpPr>
              <p:cNvPr id="10281" name="任意多边形 12328"/>
              <p:cNvSpPr/>
              <p:nvPr/>
            </p:nvSpPr>
            <p:spPr>
              <a:xfrm>
                <a:off x="3646" y="1163"/>
                <a:ext cx="2112" cy="695"/>
              </a:xfrm>
              <a:custGeom>
                <a:avLst/>
                <a:gdLst/>
                <a:ahLst/>
                <a:cxnLst>
                  <a:cxn ang="0">
                    <a:pos x="2119" y="665"/>
                  </a:cxn>
                  <a:cxn ang="0">
                    <a:pos x="24" y="0"/>
                  </a:cxn>
                  <a:cxn ang="0">
                    <a:pos x="12" y="72"/>
                  </a:cxn>
                  <a:cxn ang="0">
                    <a:pos x="0" y="150"/>
                  </a:cxn>
                  <a:cxn ang="0">
                    <a:pos x="2119" y="695"/>
                  </a:cxn>
                  <a:cxn ang="0">
                    <a:pos x="2119" y="665"/>
                  </a:cxn>
                  <a:cxn ang="0">
                    <a:pos x="2119" y="665"/>
                  </a:cxn>
                </a:cxnLst>
                <a:rect l="0" t="0" r="0" b="0"/>
                <a:pathLst>
                  <a:path w="2105" h="695">
                    <a:moveTo>
                      <a:pt x="2105" y="665"/>
                    </a:moveTo>
                    <a:lnTo>
                      <a:pt x="24" y="0"/>
                    </a:lnTo>
                    <a:lnTo>
                      <a:pt x="12" y="72"/>
                    </a:lnTo>
                    <a:lnTo>
                      <a:pt x="0" y="150"/>
                    </a:lnTo>
                    <a:lnTo>
                      <a:pt x="2105" y="695"/>
                    </a:lnTo>
                    <a:lnTo>
                      <a:pt x="2105" y="665"/>
                    </a:lnTo>
                    <a:close/>
                  </a:path>
                </a:pathLst>
              </a:custGeom>
              <a:gradFill rotWithShape="0">
                <a:gsLst>
                  <a:gs pos="0">
                    <a:schemeClr val="bg1"/>
                  </a:gs>
                  <a:gs pos="100000">
                    <a:srgbClr val="1717A2"/>
                  </a:gs>
                </a:gsLst>
                <a:lin ang="0" scaled="1"/>
                <a:tileRect/>
              </a:gradFill>
              <a:ln w="9525">
                <a:noFill/>
              </a:ln>
            </p:spPr>
            <p:txBody>
              <a:bodyPr/>
              <a:lstStyle/>
              <a:p>
                <a:endParaRPr lang="en-US"/>
              </a:p>
            </p:txBody>
          </p:sp>
        </p:grpSp>
      </p:grpSp>
      <p:sp>
        <p:nvSpPr>
          <p:cNvPr id="12330" name="标题 12329"/>
          <p:cNvSpPr>
            <a:spLocks noGrp="1"/>
          </p:cNvSpPr>
          <p:nvPr>
            <p:ph type="title"/>
          </p:nvPr>
        </p:nvSpPr>
        <p:spPr>
          <a:xfrm>
            <a:off x="457200" y="207963"/>
            <a:ext cx="8229600" cy="857250"/>
          </a:xfrm>
          <a:prstGeom prst="rect">
            <a:avLst/>
          </a:prstGeom>
          <a:noFill/>
          <a:ln w="9525">
            <a:noFill/>
            <a:miter/>
          </a:ln>
        </p:spPr>
        <p:txBody>
          <a:bodyPr anchor="ctr"/>
          <a:lstStyle/>
          <a:p>
            <a:pPr lvl="0" fontAlgn="base"/>
            <a:r>
              <a:rPr lang="zh-CN" altLang="en-US" strike="noStrike" noProof="1"/>
              <a:t>单击此处编辑母版标题样式</a:t>
            </a:r>
            <a:endParaRPr lang="zh-CN" altLang="en-US" strike="noStrike" noProof="1"/>
          </a:p>
        </p:txBody>
      </p:sp>
      <p:sp>
        <p:nvSpPr>
          <p:cNvPr id="12331" name="文本占位符 12330"/>
          <p:cNvSpPr>
            <a:spLocks noGrp="1"/>
          </p:cNvSpPr>
          <p:nvPr>
            <p:ph type="body" idx="1"/>
          </p:nvPr>
        </p:nvSpPr>
        <p:spPr>
          <a:xfrm>
            <a:off x="457200" y="1200150"/>
            <a:ext cx="8229600" cy="3398838"/>
          </a:xfrm>
          <a:prstGeom prst="rect">
            <a:avLst/>
          </a:prstGeom>
          <a:noFill/>
          <a:ln w="9525">
            <a:noFill/>
            <a:miter/>
          </a:ln>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12332" name="日期占位符 12331"/>
          <p:cNvSpPr>
            <a:spLocks noGrp="1"/>
          </p:cNvSpPr>
          <p:nvPr>
            <p:ph type="dt" sz="half" idx="2"/>
          </p:nvPr>
        </p:nvSpPr>
        <p:spPr>
          <a:xfrm>
            <a:off x="457200" y="4683125"/>
            <a:ext cx="2133600" cy="342900"/>
          </a:xfrm>
          <a:prstGeom prst="rect">
            <a:avLst/>
          </a:prstGeom>
          <a:noFill/>
          <a:ln w="9525">
            <a:noFill/>
            <a:miter/>
          </a:ln>
        </p:spPr>
        <p:txBody>
          <a:bodyPr anchor="b"/>
          <a:lstStyle>
            <a:lvl1pPr>
              <a:defRPr sz="900" noProof="1" dirty="0">
                <a:cs typeface="+mn-ea"/>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12333" name="页脚占位符 12332"/>
          <p:cNvSpPr>
            <a:spLocks noGrp="1"/>
          </p:cNvSpPr>
          <p:nvPr>
            <p:ph type="ftr" sz="quarter" idx="3"/>
          </p:nvPr>
        </p:nvSpPr>
        <p:spPr>
          <a:xfrm>
            <a:off x="3124200" y="4687888"/>
            <a:ext cx="2895600" cy="342900"/>
          </a:xfrm>
          <a:prstGeom prst="rect">
            <a:avLst/>
          </a:prstGeom>
          <a:noFill/>
          <a:ln w="9525">
            <a:noFill/>
            <a:miter/>
          </a:ln>
        </p:spPr>
        <p:txBody>
          <a:bodyPr anchor="b"/>
          <a:lstStyle>
            <a:lvl1pPr algn="ctr">
              <a:defRPr sz="900" noProof="1"/>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334" name="灯片编号占位符 12333"/>
          <p:cNvSpPr>
            <a:spLocks noGrp="1"/>
          </p:cNvSpPr>
          <p:nvPr>
            <p:ph type="sldNum" sz="quarter" idx="4"/>
          </p:nvPr>
        </p:nvSpPr>
        <p:spPr>
          <a:xfrm>
            <a:off x="6553200" y="4683125"/>
            <a:ext cx="2133600" cy="342900"/>
          </a:xfrm>
          <a:prstGeom prst="rect">
            <a:avLst/>
          </a:prstGeom>
          <a:noFill/>
          <a:ln w="9525">
            <a:noFill/>
            <a:miter/>
          </a:ln>
        </p:spPr>
        <p:txBody>
          <a:bodyPr vert="horz" wrap="square" lIns="91440" tIns="45720" rIns="91440" bIns="45720" numCol="1" anchor="b" anchorCtr="0" compatLnSpc="1"/>
          <a:lstStyle>
            <a:lvl1pPr algn="r">
              <a:defRPr sz="900"/>
            </a:lvl1p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sldNum="0" hdr="0" ftr="0" dt="0"/>
  <p:txStyles>
    <p:titleStyle>
      <a:lvl1pPr algn="ctr" rtl="0" eaLnBrk="0" fontAlgn="base" hangingPunct="0">
        <a:spcBef>
          <a:spcPct val="0"/>
        </a:spcBef>
        <a:spcAft>
          <a:spcPct val="0"/>
        </a:spcAft>
        <a:defRPr sz="3300" kern="1200">
          <a:solidFill>
            <a:schemeClr val="tx2"/>
          </a:solidFill>
          <a:effectLst>
            <a:outerShdw blurRad="38100" dist="38100" dir="2700000">
              <a:srgbClr val="C0C0C0"/>
            </a:outerShdw>
          </a:effectLst>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chemeClr val="hlink"/>
        </a:buClr>
        <a:buSzPct val="90000"/>
        <a:buFont typeface="Wingdings" panose="05000000000000000000" pitchFamily="2" charset="2"/>
        <a:buBlip>
          <a:blip r:embed="rId12"/>
        </a:buBlip>
        <a:defRPr sz="2400" kern="1200">
          <a:solidFill>
            <a:schemeClr val="tx1"/>
          </a:solidFill>
          <a:effectLst>
            <a:outerShdw blurRad="38100" dist="38100" dir="2700000">
              <a:srgbClr val="C0C0C0"/>
            </a:outerShdw>
          </a:effectLst>
          <a:latin typeface="+mn-lt"/>
          <a:ea typeface="+mn-ea"/>
          <a:cs typeface="+mn-cs"/>
        </a:defRPr>
      </a:lvl1pPr>
      <a:lvl2pPr marL="557530" lvl="1" indent="-214630" algn="l" rtl="0" eaLnBrk="0" fontAlgn="base" hangingPunct="0">
        <a:spcBef>
          <a:spcPct val="15000"/>
        </a:spcBef>
        <a:spcAft>
          <a:spcPct val="0"/>
        </a:spcAft>
        <a:buFont typeface="Wingdings" panose="05000000000000000000" pitchFamily="2" charset="2"/>
        <a:buChar char="–"/>
        <a:defRPr sz="2100" kern="1200">
          <a:solidFill>
            <a:schemeClr val="tx1"/>
          </a:solidFill>
          <a:effectLst>
            <a:outerShdw blurRad="38100" dist="38100" dir="2700000">
              <a:srgbClr val="C0C0C0"/>
            </a:outerShdw>
          </a:effectLst>
          <a:latin typeface="+mn-lt"/>
          <a:ea typeface="+mn-ea"/>
          <a:cs typeface="+mn-cs"/>
        </a:defRPr>
      </a:lvl2pPr>
      <a:lvl3pPr marL="857250" lvl="2" indent="-171450" algn="l" rtl="0" eaLnBrk="0" fontAlgn="base" hangingPunct="0">
        <a:spcBef>
          <a:spcPct val="15000"/>
        </a:spcBef>
        <a:spcAft>
          <a:spcPct val="0"/>
        </a:spcAft>
        <a:buClr>
          <a:schemeClr val="accent2"/>
        </a:buClr>
        <a:buSzPct val="90000"/>
        <a:buFont typeface="Wingdings" panose="05000000000000000000" pitchFamily="2" charset="2"/>
        <a:buBlip>
          <a:blip r:embed="rId13"/>
        </a:buBlip>
        <a:defRPr sz="1800" kern="1200">
          <a:solidFill>
            <a:schemeClr val="tx1"/>
          </a:solidFill>
          <a:effectLst>
            <a:outerShdw blurRad="38100" dist="38100" dir="2700000">
              <a:srgbClr val="C0C0C0"/>
            </a:outerShdw>
          </a:effectLst>
          <a:latin typeface="+mn-lt"/>
          <a:ea typeface="+mn-ea"/>
          <a:cs typeface="+mn-cs"/>
        </a:defRPr>
      </a:lvl3pPr>
      <a:lvl4pPr marL="1200150" lvl="3" indent="-171450" algn="l" rtl="0" eaLnBrk="0" fontAlgn="base" hangingPunct="0">
        <a:spcBef>
          <a:spcPct val="15000"/>
        </a:spcBef>
        <a:spcAft>
          <a:spcPct val="0"/>
        </a:spcAft>
        <a:buFont typeface="Wingdings" panose="05000000000000000000" pitchFamily="2" charset="2"/>
        <a:buChar char="–"/>
        <a:defRPr sz="1500" kern="1200">
          <a:solidFill>
            <a:schemeClr val="tx1"/>
          </a:solidFill>
          <a:effectLst>
            <a:outerShdw blurRad="38100" dist="38100" dir="2700000">
              <a:srgbClr val="C0C0C0"/>
            </a:outerShdw>
          </a:effectLst>
          <a:latin typeface="+mn-lt"/>
          <a:ea typeface="+mn-ea"/>
          <a:cs typeface="+mn-cs"/>
        </a:defRPr>
      </a:lvl4pPr>
      <a:lvl5pPr marL="1543050" lvl="4" indent="-171450" algn="l" rtl="0" eaLnBrk="0" fontAlgn="base" hangingPunct="0">
        <a:spcBef>
          <a:spcPct val="15000"/>
        </a:spcBef>
        <a:spcAft>
          <a:spcPct val="0"/>
        </a:spcAft>
        <a:buClr>
          <a:schemeClr val="folHlink"/>
        </a:buClr>
        <a:buSzPct val="90000"/>
        <a:buFont typeface="Wingdings" panose="05000000000000000000" pitchFamily="2" charset="2"/>
        <a:buBlip>
          <a:blip r:embed="rId14"/>
        </a:buBlip>
        <a:defRPr sz="1500" kern="1200">
          <a:solidFill>
            <a:schemeClr val="tx1"/>
          </a:solidFill>
          <a:effectLst>
            <a:outerShdw blurRad="38100" dist="38100" dir="2700000">
              <a:srgbClr val="C0C0C0"/>
            </a:outerShdw>
          </a:effectLst>
          <a:latin typeface="+mn-lt"/>
          <a:ea typeface="+mn-ea"/>
          <a:cs typeface="+mn-cs"/>
        </a:defRPr>
      </a:lvl5pPr>
      <a:lvl6pPr marL="1886585" lvl="5"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6pPr>
      <a:lvl7pPr marL="2229485" lvl="6"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7pPr>
      <a:lvl8pPr marL="2572385" lvl="7"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8pPr>
      <a:lvl9pPr marL="2915285" lvl="8"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4338" name="日期占位符 14337"/>
          <p:cNvSpPr>
            <a:spLocks noGrp="1"/>
          </p:cNvSpPr>
          <p:nvPr>
            <p:ph type="dt" sz="half" idx="2"/>
          </p:nvPr>
        </p:nvSpPr>
        <p:spPr>
          <a:xfrm>
            <a:off x="457200" y="4689475"/>
            <a:ext cx="2133600" cy="357188"/>
          </a:xfrm>
          <a:prstGeom prst="rect">
            <a:avLst/>
          </a:prstGeom>
          <a:noFill/>
          <a:ln w="9525">
            <a:noFill/>
            <a:miter/>
          </a:ln>
        </p:spPr>
        <p:txBody>
          <a:bodyPr anchor="b"/>
          <a:lstStyle>
            <a:lvl1pPr>
              <a:defRPr sz="900" noProof="1" dirty="0">
                <a:cs typeface="+mn-ea"/>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ea"/>
            </a:endParaRPr>
          </a:p>
        </p:txBody>
      </p:sp>
      <p:sp>
        <p:nvSpPr>
          <p:cNvPr id="14339" name="灯片编号占位符 14338"/>
          <p:cNvSpPr>
            <a:spLocks noGrp="1"/>
          </p:cNvSpPr>
          <p:nvPr>
            <p:ph type="sldNum" sz="quarter" idx="4"/>
          </p:nvPr>
        </p:nvSpPr>
        <p:spPr>
          <a:xfrm>
            <a:off x="6553200" y="4687888"/>
            <a:ext cx="2133600" cy="357188"/>
          </a:xfrm>
          <a:prstGeom prst="rect">
            <a:avLst/>
          </a:prstGeom>
          <a:noFill/>
          <a:ln w="9525">
            <a:noFill/>
            <a:miter/>
          </a:ln>
        </p:spPr>
        <p:txBody>
          <a:bodyPr vert="horz" wrap="square" lIns="91440" tIns="45720" rIns="91440" bIns="45720" numCol="1" anchor="b" anchorCtr="0" compatLnSpc="1"/>
          <a:lstStyle>
            <a:lvl1pPr algn="r">
              <a:defRPr sz="900"/>
            </a:lvl1p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grpSp>
        <p:nvGrpSpPr>
          <p:cNvPr id="11268" name="组合 14339"/>
          <p:cNvGrpSpPr/>
          <p:nvPr/>
        </p:nvGrpSpPr>
        <p:grpSpPr>
          <a:xfrm>
            <a:off x="0" y="0"/>
            <a:ext cx="9140825" cy="5138738"/>
            <a:chOff x="0" y="0"/>
            <a:chExt cx="5758" cy="4315"/>
          </a:xfrm>
        </p:grpSpPr>
        <p:grpSp>
          <p:nvGrpSpPr>
            <p:cNvPr id="11269" name="组合 14340"/>
            <p:cNvGrpSpPr/>
            <p:nvPr userDrawn="1"/>
          </p:nvGrpSpPr>
          <p:grpSpPr>
            <a:xfrm>
              <a:off x="1728" y="2230"/>
              <a:ext cx="4027" cy="2085"/>
              <a:chOff x="0" y="0"/>
              <a:chExt cx="4027" cy="2085"/>
            </a:xfrm>
          </p:grpSpPr>
          <p:sp>
            <p:nvSpPr>
              <p:cNvPr id="11270" name="任意多边形 14341"/>
              <p:cNvSpPr/>
              <p:nvPr/>
            </p:nvSpPr>
            <p:spPr>
              <a:xfrm>
                <a:off x="0" y="414"/>
                <a:ext cx="2882" cy="1671"/>
              </a:xfrm>
              <a:custGeom>
                <a:avLst/>
                <a:gdLst/>
                <a:ahLst/>
                <a:cxnLst>
                  <a:cxn ang="0">
                    <a:pos x="2740" y="528"/>
                  </a:cxn>
                  <a:cxn ang="0">
                    <a:pos x="2632" y="484"/>
                  </a:cxn>
                  <a:cxn ang="0">
                    <a:pos x="2480" y="424"/>
                  </a:cxn>
                  <a:cxn ang="0">
                    <a:pos x="2203" y="343"/>
                  </a:cxn>
                  <a:cxn ang="0">
                    <a:pos x="1970" y="277"/>
                  </a:cxn>
                  <a:cxn ang="0">
                    <a:pos x="1807" y="212"/>
                  </a:cxn>
                  <a:cxn ang="0">
                    <a:pos x="1693" y="152"/>
                  </a:cxn>
                  <a:cxn ang="0">
                    <a:pos x="1628" y="103"/>
                  </a:cxn>
                  <a:cxn ang="0">
                    <a:pos x="1590" y="60"/>
                  </a:cxn>
                  <a:cxn ang="0">
                    <a:pos x="1579" y="27"/>
                  </a:cxn>
                  <a:cxn ang="0">
                    <a:pos x="1585" y="0"/>
                  </a:cxn>
                  <a:cxn ang="0">
                    <a:pos x="1557" y="49"/>
                  </a:cxn>
                  <a:cxn ang="0">
                    <a:pos x="1568" y="98"/>
                  </a:cxn>
                  <a:cxn ang="0">
                    <a:pos x="1617" y="141"/>
                  </a:cxn>
                  <a:cxn ang="0">
                    <a:pos x="1688" y="185"/>
                  </a:cxn>
                  <a:cxn ang="0">
                    <a:pos x="1791" y="228"/>
                  </a:cxn>
                  <a:cxn ang="0">
                    <a:pos x="2040" y="310"/>
                  </a:cxn>
                  <a:cxn ang="0">
                    <a:pos x="2285" y="381"/>
                  </a:cxn>
                  <a:cxn ang="0">
                    <a:pos x="2464" y="435"/>
                  </a:cxn>
                  <a:cxn ang="0">
                    <a:pos x="2605" y="484"/>
                  </a:cxn>
                  <a:cxn ang="0">
                    <a:pos x="2708" y="528"/>
                  </a:cxn>
                  <a:cxn ang="0">
                    <a:pos x="2768" y="560"/>
                  </a:cxn>
                  <a:cxn ang="0">
                    <a:pos x="2795" y="593"/>
                  </a:cxn>
                  <a:cxn ang="0">
                    <a:pos x="2795" y="642"/>
                  </a:cxn>
                  <a:cxn ang="0">
                    <a:pos x="2762" y="691"/>
                  </a:cxn>
                  <a:cxn ang="0">
                    <a:pos x="2692" y="735"/>
                  </a:cxn>
                  <a:cxn ang="0">
                    <a:pos x="2589" y="778"/>
                  </a:cxn>
                  <a:cxn ang="0">
                    <a:pos x="2458" y="822"/>
                  </a:cxn>
                  <a:cxn ang="0">
                    <a:pos x="2301" y="865"/>
                  </a:cxn>
                  <a:cxn ang="0">
                    <a:pos x="2030" y="930"/>
                  </a:cxn>
                  <a:cxn ang="0">
                    <a:pos x="1606" y="1034"/>
                  </a:cxn>
                  <a:cxn ang="0">
                    <a:pos x="1145" y="1164"/>
                  </a:cxn>
                  <a:cxn ang="0">
                    <a:pos x="673" y="1328"/>
                  </a:cxn>
                  <a:cxn ang="0">
                    <a:pos x="217" y="1545"/>
                  </a:cxn>
                  <a:cxn ang="0">
                    <a:pos x="353" y="1671"/>
                  </a:cxn>
                  <a:cxn ang="0">
                    <a:pos x="754" y="1469"/>
                  </a:cxn>
                  <a:cxn ang="0">
                    <a:pos x="1145" y="1311"/>
                  </a:cxn>
                  <a:cxn ang="0">
                    <a:pos x="1519" y="1186"/>
                  </a:cxn>
                  <a:cxn ang="0">
                    <a:pos x="1861" y="1083"/>
                  </a:cxn>
                  <a:cxn ang="0">
                    <a:pos x="2165" y="1007"/>
                  </a:cxn>
                  <a:cxn ang="0">
                    <a:pos x="2426" y="947"/>
                  </a:cxn>
                  <a:cxn ang="0">
                    <a:pos x="2626" y="892"/>
                  </a:cxn>
                  <a:cxn ang="0">
                    <a:pos x="2762" y="838"/>
                  </a:cxn>
                  <a:cxn ang="0">
                    <a:pos x="2827" y="794"/>
                  </a:cxn>
                  <a:cxn ang="0">
                    <a:pos x="2865" y="745"/>
                  </a:cxn>
                  <a:cxn ang="0">
                    <a:pos x="2882" y="702"/>
                  </a:cxn>
                  <a:cxn ang="0">
                    <a:pos x="2854" y="620"/>
                  </a:cxn>
                  <a:cxn ang="0">
                    <a:pos x="2800" y="560"/>
                  </a:cxn>
                  <a:cxn ang="0">
                    <a:pos x="2773" y="544"/>
                  </a:cxn>
                </a:cxnLst>
                <a:rect l="0" t="0" r="0" b="0"/>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close/>
                  </a:path>
                </a:pathLst>
              </a:custGeom>
              <a:gradFill rotWithShape="0">
                <a:gsLst>
                  <a:gs pos="0">
                    <a:schemeClr val="bg1"/>
                  </a:gs>
                  <a:gs pos="100000">
                    <a:srgbClr val="002E8B"/>
                  </a:gs>
                </a:gsLst>
                <a:lin ang="0" scaled="1"/>
                <a:tileRect/>
              </a:gradFill>
              <a:ln w="9525">
                <a:noFill/>
              </a:ln>
            </p:spPr>
            <p:txBody>
              <a:bodyPr/>
              <a:lstStyle/>
              <a:p>
                <a:endParaRPr lang="en-US"/>
              </a:p>
            </p:txBody>
          </p:sp>
          <p:sp>
            <p:nvSpPr>
              <p:cNvPr id="11271" name="任意多边形 14342"/>
              <p:cNvSpPr/>
              <p:nvPr/>
            </p:nvSpPr>
            <p:spPr>
              <a:xfrm>
                <a:off x="2442" y="441"/>
                <a:ext cx="1259" cy="811"/>
              </a:xfrm>
              <a:custGeom>
                <a:avLst/>
                <a:gdLst/>
                <a:ahLst/>
                <a:cxnLst>
                  <a:cxn ang="0">
                    <a:pos x="1259" y="615"/>
                  </a:cxn>
                  <a:cxn ang="0">
                    <a:pos x="1248" y="588"/>
                  </a:cxn>
                  <a:cxn ang="0">
                    <a:pos x="1237" y="566"/>
                  </a:cxn>
                  <a:cxn ang="0">
                    <a:pos x="1216" y="539"/>
                  </a:cxn>
                  <a:cxn ang="0">
                    <a:pos x="1188" y="517"/>
                  </a:cxn>
                  <a:cxn ang="0">
                    <a:pos x="1123" y="479"/>
                  </a:cxn>
                  <a:cxn ang="0">
                    <a:pos x="1042" y="441"/>
                  </a:cxn>
                  <a:cxn ang="0">
                    <a:pos x="944" y="408"/>
                  </a:cxn>
                  <a:cxn ang="0">
                    <a:pos x="841" y="381"/>
                  </a:cxn>
                  <a:cxn ang="0">
                    <a:pos x="727" y="348"/>
                  </a:cxn>
                  <a:cxn ang="0">
                    <a:pos x="613" y="321"/>
                  </a:cxn>
                  <a:cxn ang="0">
                    <a:pos x="499" y="294"/>
                  </a:cxn>
                  <a:cxn ang="0">
                    <a:pos x="391" y="261"/>
                  </a:cxn>
                  <a:cxn ang="0">
                    <a:pos x="288" y="229"/>
                  </a:cxn>
                  <a:cxn ang="0">
                    <a:pos x="195" y="196"/>
                  </a:cxn>
                  <a:cxn ang="0">
                    <a:pos x="119" y="152"/>
                  </a:cxn>
                  <a:cxn ang="0">
                    <a:pos x="54" y="109"/>
                  </a:cxn>
                  <a:cxn ang="0">
                    <a:pos x="33" y="87"/>
                  </a:cxn>
                  <a:cxn ang="0">
                    <a:pos x="16" y="60"/>
                  </a:cxn>
                  <a:cxn ang="0">
                    <a:pos x="5" y="33"/>
                  </a:cxn>
                  <a:cxn ang="0">
                    <a:pos x="0" y="0"/>
                  </a:cxn>
                  <a:cxn ang="0">
                    <a:pos x="0" y="6"/>
                  </a:cxn>
                  <a:cxn ang="0">
                    <a:pos x="0" y="11"/>
                  </a:cxn>
                  <a:cxn ang="0">
                    <a:pos x="0" y="38"/>
                  </a:cxn>
                  <a:cxn ang="0">
                    <a:pos x="5" y="60"/>
                  </a:cxn>
                  <a:cxn ang="0">
                    <a:pos x="16" y="87"/>
                  </a:cxn>
                  <a:cxn ang="0">
                    <a:pos x="33" y="114"/>
                  </a:cxn>
                  <a:cxn ang="0">
                    <a:pos x="54" y="142"/>
                  </a:cxn>
                  <a:cxn ang="0">
                    <a:pos x="87" y="174"/>
                  </a:cxn>
                  <a:cxn ang="0">
                    <a:pos x="125" y="207"/>
                  </a:cxn>
                  <a:cxn ang="0">
                    <a:pos x="179" y="240"/>
                  </a:cxn>
                  <a:cxn ang="0">
                    <a:pos x="244" y="278"/>
                  </a:cxn>
                  <a:cxn ang="0">
                    <a:pos x="326" y="310"/>
                  </a:cxn>
                  <a:cxn ang="0">
                    <a:pos x="418" y="348"/>
                  </a:cxn>
                  <a:cxn ang="0">
                    <a:pos x="526" y="381"/>
                  </a:cxn>
                  <a:cxn ang="0">
                    <a:pos x="657" y="414"/>
                  </a:cxn>
                  <a:cxn ang="0">
                    <a:pos x="749" y="435"/>
                  </a:cxn>
                  <a:cxn ang="0">
                    <a:pos x="830" y="463"/>
                  </a:cxn>
                  <a:cxn ang="0">
                    <a:pos x="901" y="490"/>
                  </a:cxn>
                  <a:cxn ang="0">
                    <a:pos x="966" y="512"/>
                  </a:cxn>
                  <a:cxn ang="0">
                    <a:pos x="1015" y="539"/>
                  </a:cxn>
                  <a:cxn ang="0">
                    <a:pos x="1053" y="566"/>
                  </a:cxn>
                  <a:cxn ang="0">
                    <a:pos x="1080" y="593"/>
                  </a:cxn>
                  <a:cxn ang="0">
                    <a:pos x="1102" y="620"/>
                  </a:cxn>
                  <a:cxn ang="0">
                    <a:pos x="1112" y="648"/>
                  </a:cxn>
                  <a:cxn ang="0">
                    <a:pos x="1118" y="675"/>
                  </a:cxn>
                  <a:cxn ang="0">
                    <a:pos x="1112" y="697"/>
                  </a:cxn>
                  <a:cxn ang="0">
                    <a:pos x="1096" y="724"/>
                  </a:cxn>
                  <a:cxn ang="0">
                    <a:pos x="1080" y="746"/>
                  </a:cxn>
                  <a:cxn ang="0">
                    <a:pos x="1053" y="767"/>
                  </a:cxn>
                  <a:cxn ang="0">
                    <a:pos x="1015" y="789"/>
                  </a:cxn>
                  <a:cxn ang="0">
                    <a:pos x="977" y="811"/>
                  </a:cxn>
                  <a:cxn ang="0">
                    <a:pos x="1047" y="789"/>
                  </a:cxn>
                  <a:cxn ang="0">
                    <a:pos x="1107" y="767"/>
                  </a:cxn>
                  <a:cxn ang="0">
                    <a:pos x="1156" y="746"/>
                  </a:cxn>
                  <a:cxn ang="0">
                    <a:pos x="1199" y="724"/>
                  </a:cxn>
                  <a:cxn ang="0">
                    <a:pos x="1226" y="702"/>
                  </a:cxn>
                  <a:cxn ang="0">
                    <a:pos x="1248" y="675"/>
                  </a:cxn>
                  <a:cxn ang="0">
                    <a:pos x="1259" y="648"/>
                  </a:cxn>
                  <a:cxn ang="0">
                    <a:pos x="1259" y="615"/>
                  </a:cxn>
                  <a:cxn ang="0">
                    <a:pos x="1259" y="615"/>
                  </a:cxn>
                </a:cxnLst>
                <a:rect l="0" t="0" r="0" b="0"/>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close/>
                  </a:path>
                </a:pathLst>
              </a:custGeom>
              <a:gradFill rotWithShape="0">
                <a:gsLst>
                  <a:gs pos="0">
                    <a:schemeClr val="bg1"/>
                  </a:gs>
                  <a:gs pos="100000">
                    <a:srgbClr val="002E8B"/>
                  </a:gs>
                </a:gsLst>
                <a:lin ang="2700000" scaled="1"/>
                <a:tileRect/>
              </a:gradFill>
              <a:ln w="9525">
                <a:noFill/>
              </a:ln>
            </p:spPr>
            <p:txBody>
              <a:bodyPr/>
              <a:lstStyle/>
              <a:p>
                <a:endParaRPr lang="en-US"/>
              </a:p>
            </p:txBody>
          </p:sp>
          <p:sp>
            <p:nvSpPr>
              <p:cNvPr id="11272" name="任意多边形 14343"/>
              <p:cNvSpPr/>
              <p:nvPr/>
            </p:nvSpPr>
            <p:spPr>
              <a:xfrm>
                <a:off x="1172" y="1116"/>
                <a:ext cx="2849" cy="969"/>
              </a:xfrm>
              <a:custGeom>
                <a:avLst/>
                <a:gdLst/>
                <a:ahLst/>
                <a:cxnLst>
                  <a:cxn ang="0">
                    <a:pos x="92" y="958"/>
                  </a:cxn>
                  <a:cxn ang="0">
                    <a:pos x="0" y="969"/>
                  </a:cxn>
                  <a:cxn ang="0">
                    <a:pos x="391" y="969"/>
                  </a:cxn>
                  <a:cxn ang="0">
                    <a:pos x="434" y="947"/>
                  </a:cxn>
                  <a:cxn ang="0">
                    <a:pos x="483" y="914"/>
                  </a:cxn>
                  <a:cxn ang="0">
                    <a:pos x="554" y="876"/>
                  </a:cxn>
                  <a:cxn ang="0">
                    <a:pos x="635" y="838"/>
                  </a:cxn>
                  <a:cxn ang="0">
                    <a:pos x="727" y="794"/>
                  </a:cxn>
                  <a:cxn ang="0">
                    <a:pos x="836" y="745"/>
                  </a:cxn>
                  <a:cxn ang="0">
                    <a:pos x="961" y="696"/>
                  </a:cxn>
                  <a:cxn ang="0">
                    <a:pos x="1102" y="642"/>
                  </a:cxn>
                  <a:cxn ang="0">
                    <a:pos x="1259" y="582"/>
                  </a:cxn>
                  <a:cxn ang="0">
                    <a:pos x="1433" y="522"/>
                  </a:cxn>
                  <a:cxn ang="0">
                    <a:pos x="1623" y="462"/>
                  </a:cxn>
                  <a:cxn ang="0">
                    <a:pos x="1829" y="403"/>
                  </a:cxn>
                  <a:cxn ang="0">
                    <a:pos x="2057" y="343"/>
                  </a:cxn>
                  <a:cxn ang="0">
                    <a:pos x="2301" y="283"/>
                  </a:cxn>
                  <a:cxn ang="0">
                    <a:pos x="2567" y="223"/>
                  </a:cxn>
                  <a:cxn ang="0">
                    <a:pos x="2849" y="163"/>
                  </a:cxn>
                  <a:cxn ang="0">
                    <a:pos x="2849" y="0"/>
                  </a:cxn>
                  <a:cxn ang="0">
                    <a:pos x="2817" y="16"/>
                  </a:cxn>
                  <a:cxn ang="0">
                    <a:pos x="2773" y="33"/>
                  </a:cxn>
                  <a:cxn ang="0">
                    <a:pos x="2719" y="54"/>
                  </a:cxn>
                  <a:cxn ang="0">
                    <a:pos x="2648" y="76"/>
                  </a:cxn>
                  <a:cxn ang="0">
                    <a:pos x="2572" y="98"/>
                  </a:cxn>
                  <a:cxn ang="0">
                    <a:pos x="2491" y="120"/>
                  </a:cxn>
                  <a:cxn ang="0">
                    <a:pos x="2399" y="147"/>
                  </a:cxn>
                  <a:cxn ang="0">
                    <a:pos x="2301" y="169"/>
                  </a:cxn>
                  <a:cxn ang="0">
                    <a:pos x="2095" y="223"/>
                  </a:cxn>
                  <a:cxn ang="0">
                    <a:pos x="1889" y="277"/>
                  </a:cxn>
                  <a:cxn ang="0">
                    <a:pos x="1688" y="326"/>
                  </a:cxn>
                  <a:cxn ang="0">
                    <a:pos x="1590" y="354"/>
                  </a:cxn>
                  <a:cxn ang="0">
                    <a:pos x="1503" y="381"/>
                  </a:cxn>
                  <a:cxn ang="0">
                    <a:pos x="1107" y="506"/>
                  </a:cxn>
                  <a:cxn ang="0">
                    <a:pos x="912" y="577"/>
                  </a:cxn>
                  <a:cxn ang="0">
                    <a:pos x="727" y="647"/>
                  </a:cxn>
                  <a:cxn ang="0">
                    <a:pos x="548" y="718"/>
                  </a:cxn>
                  <a:cxn ang="0">
                    <a:pos x="380" y="794"/>
                  </a:cxn>
                  <a:cxn ang="0">
                    <a:pos x="228" y="876"/>
                  </a:cxn>
                  <a:cxn ang="0">
                    <a:pos x="92" y="958"/>
                  </a:cxn>
                  <a:cxn ang="0">
                    <a:pos x="92" y="958"/>
                  </a:cxn>
                </a:cxnLst>
                <a:rect l="0" t="0" r="0" b="0"/>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close/>
                  </a:path>
                </a:pathLst>
              </a:custGeom>
              <a:gradFill rotWithShape="0">
                <a:gsLst>
                  <a:gs pos="0">
                    <a:srgbClr val="002A7D"/>
                  </a:gs>
                  <a:gs pos="100000">
                    <a:schemeClr val="bg1"/>
                  </a:gs>
                </a:gsLst>
                <a:lin ang="5400000" scaled="1"/>
                <a:tileRect/>
              </a:gradFill>
              <a:ln w="9525">
                <a:noFill/>
              </a:ln>
            </p:spPr>
            <p:txBody>
              <a:bodyPr/>
              <a:lstStyle/>
              <a:p>
                <a:endParaRPr lang="en-US"/>
              </a:p>
            </p:txBody>
          </p:sp>
          <p:sp>
            <p:nvSpPr>
              <p:cNvPr id="11273" name="任意多边形 14344"/>
              <p:cNvSpPr/>
              <p:nvPr/>
            </p:nvSpPr>
            <p:spPr>
              <a:xfrm>
                <a:off x="1020" y="0"/>
                <a:ext cx="3007" cy="2085"/>
              </a:xfrm>
              <a:custGeom>
                <a:avLst/>
                <a:gdLst/>
                <a:ahLst/>
                <a:cxnLst>
                  <a:cxn ang="0">
                    <a:pos x="1433" y="474"/>
                  </a:cxn>
                  <a:cxn ang="0">
                    <a:pos x="1460" y="528"/>
                  </a:cxn>
                  <a:cxn ang="0">
                    <a:pos x="1541" y="593"/>
                  </a:cxn>
                  <a:cxn ang="0">
                    <a:pos x="1715" y="670"/>
                  </a:cxn>
                  <a:cxn ang="0">
                    <a:pos x="1927" y="735"/>
                  </a:cxn>
                  <a:cxn ang="0">
                    <a:pos x="2155" y="789"/>
                  </a:cxn>
                  <a:cxn ang="0">
                    <a:pos x="2372" y="849"/>
                  </a:cxn>
                  <a:cxn ang="0">
                    <a:pos x="2551" y="920"/>
                  </a:cxn>
                  <a:cxn ang="0">
                    <a:pos x="2638" y="980"/>
                  </a:cxn>
                  <a:cxn ang="0">
                    <a:pos x="2676" y="1029"/>
                  </a:cxn>
                  <a:cxn ang="0">
                    <a:pos x="2681" y="1083"/>
                  </a:cxn>
                  <a:cxn ang="0">
                    <a:pos x="2665" y="1127"/>
                  </a:cxn>
                  <a:cxn ang="0">
                    <a:pos x="2616" y="1170"/>
                  </a:cxn>
                  <a:cxn ang="0">
                    <a:pos x="2545" y="1208"/>
                  </a:cxn>
                  <a:cxn ang="0">
                    <a:pos x="2448" y="1241"/>
                  </a:cxn>
                  <a:cxn ang="0">
                    <a:pos x="2328" y="1274"/>
                  </a:cxn>
                  <a:cxn ang="0">
                    <a:pos x="2106" y="1328"/>
                  </a:cxn>
                  <a:cxn ang="0">
                    <a:pos x="1742" y="1421"/>
                  </a:cxn>
                  <a:cxn ang="0">
                    <a:pos x="1308" y="1540"/>
                  </a:cxn>
                  <a:cxn ang="0">
                    <a:pos x="820" y="1709"/>
                  </a:cxn>
                  <a:cxn ang="0">
                    <a:pos x="282" y="1943"/>
                  </a:cxn>
                  <a:cxn ang="0">
                    <a:pos x="152" y="2085"/>
                  </a:cxn>
                  <a:cxn ang="0">
                    <a:pos x="386" y="1992"/>
                  </a:cxn>
                  <a:cxn ang="0">
                    <a:pos x="700" y="1834"/>
                  </a:cxn>
                  <a:cxn ang="0">
                    <a:pos x="1064" y="1693"/>
                  </a:cxn>
                  <a:cxn ang="0">
                    <a:pos x="1661" y="1497"/>
                  </a:cxn>
                  <a:cxn ang="0">
                    <a:pos x="1845" y="1442"/>
                  </a:cxn>
                  <a:cxn ang="0">
                    <a:pos x="2252" y="1339"/>
                  </a:cxn>
                  <a:cxn ang="0">
                    <a:pos x="2551" y="1263"/>
                  </a:cxn>
                  <a:cxn ang="0">
                    <a:pos x="2730" y="1214"/>
                  </a:cxn>
                  <a:cxn ang="0">
                    <a:pos x="2876" y="1170"/>
                  </a:cxn>
                  <a:cxn ang="0">
                    <a:pos x="2974" y="1132"/>
                  </a:cxn>
                  <a:cxn ang="0">
                    <a:pos x="3007" y="871"/>
                  </a:cxn>
                  <a:cxn ang="0">
                    <a:pos x="2860" y="844"/>
                  </a:cxn>
                  <a:cxn ang="0">
                    <a:pos x="2670" y="806"/>
                  </a:cxn>
                  <a:cxn ang="0">
                    <a:pos x="2458" y="757"/>
                  </a:cxn>
                  <a:cxn ang="0">
                    <a:pos x="2138" y="670"/>
                  </a:cxn>
                  <a:cxn ang="0">
                    <a:pos x="1959" y="604"/>
                  </a:cxn>
                  <a:cxn ang="0">
                    <a:pos x="1824" y="534"/>
                  </a:cxn>
                  <a:cxn ang="0">
                    <a:pos x="1769" y="474"/>
                  </a:cxn>
                  <a:cxn ang="0">
                    <a:pos x="1753" y="436"/>
                  </a:cxn>
                  <a:cxn ang="0">
                    <a:pos x="1780" y="381"/>
                  </a:cxn>
                  <a:cxn ang="0">
                    <a:pos x="1862" y="316"/>
                  </a:cxn>
                  <a:cxn ang="0">
                    <a:pos x="1986" y="267"/>
                  </a:cxn>
                  <a:cxn ang="0">
                    <a:pos x="2149" y="229"/>
                  </a:cxn>
                  <a:cxn ang="0">
                    <a:pos x="2431" y="180"/>
                  </a:cxn>
                  <a:cxn ang="0">
                    <a:pos x="2827" y="125"/>
                  </a:cxn>
                  <a:cxn ang="0">
                    <a:pos x="3007" y="87"/>
                  </a:cxn>
                  <a:cxn ang="0">
                    <a:pos x="2909" y="22"/>
                  </a:cxn>
                  <a:cxn ang="0">
                    <a:pos x="2676" y="66"/>
                  </a:cxn>
                  <a:cxn ang="0">
                    <a:pos x="2285" y="120"/>
                  </a:cxn>
                  <a:cxn ang="0">
                    <a:pos x="2030" y="158"/>
                  </a:cxn>
                  <a:cxn ang="0">
                    <a:pos x="1791" y="202"/>
                  </a:cxn>
                  <a:cxn ang="0">
                    <a:pos x="1601" y="261"/>
                  </a:cxn>
                  <a:cxn ang="0">
                    <a:pos x="1471" y="338"/>
                  </a:cxn>
                  <a:cxn ang="0">
                    <a:pos x="1438" y="387"/>
                  </a:cxn>
                  <a:cxn ang="0">
                    <a:pos x="1427" y="441"/>
                  </a:cxn>
                </a:cxnLst>
                <a:rect l="0" t="0" r="0" b="0"/>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bg1"/>
              </a:solidFill>
              <a:ln w="9525">
                <a:noFill/>
              </a:ln>
            </p:spPr>
            <p:txBody>
              <a:bodyPr/>
              <a:lstStyle/>
              <a:p>
                <a:endParaRPr lang="en-US"/>
              </a:p>
            </p:txBody>
          </p:sp>
          <p:sp>
            <p:nvSpPr>
              <p:cNvPr id="11274" name="任意多边形 14345"/>
              <p:cNvSpPr/>
              <p:nvPr/>
            </p:nvSpPr>
            <p:spPr>
              <a:xfrm>
                <a:off x="2773" y="87"/>
                <a:ext cx="1248" cy="539"/>
              </a:xfrm>
              <a:custGeom>
                <a:avLst/>
                <a:gdLst/>
                <a:ahLst/>
                <a:cxnLst>
                  <a:cxn ang="0">
                    <a:pos x="0" y="332"/>
                  </a:cxn>
                  <a:cxn ang="0">
                    <a:pos x="0" y="360"/>
                  </a:cxn>
                  <a:cxn ang="0">
                    <a:pos x="5" y="387"/>
                  </a:cxn>
                  <a:cxn ang="0">
                    <a:pos x="27" y="414"/>
                  </a:cxn>
                  <a:cxn ang="0">
                    <a:pos x="54" y="436"/>
                  </a:cxn>
                  <a:cxn ang="0">
                    <a:pos x="92" y="463"/>
                  </a:cxn>
                  <a:cxn ang="0">
                    <a:pos x="141" y="490"/>
                  </a:cxn>
                  <a:cxn ang="0">
                    <a:pos x="195" y="512"/>
                  </a:cxn>
                  <a:cxn ang="0">
                    <a:pos x="255" y="539"/>
                  </a:cxn>
                  <a:cxn ang="0">
                    <a:pos x="212" y="517"/>
                  </a:cxn>
                  <a:cxn ang="0">
                    <a:pos x="179" y="490"/>
                  </a:cxn>
                  <a:cxn ang="0">
                    <a:pos x="157" y="468"/>
                  </a:cxn>
                  <a:cxn ang="0">
                    <a:pos x="141" y="447"/>
                  </a:cxn>
                  <a:cxn ang="0">
                    <a:pos x="136" y="425"/>
                  </a:cxn>
                  <a:cxn ang="0">
                    <a:pos x="136" y="403"/>
                  </a:cxn>
                  <a:cxn ang="0">
                    <a:pos x="141" y="381"/>
                  </a:cxn>
                  <a:cxn ang="0">
                    <a:pos x="157" y="365"/>
                  </a:cxn>
                  <a:cxn ang="0">
                    <a:pos x="179" y="343"/>
                  </a:cxn>
                  <a:cxn ang="0">
                    <a:pos x="201" y="327"/>
                  </a:cxn>
                  <a:cxn ang="0">
                    <a:pos x="266" y="294"/>
                  </a:cxn>
                  <a:cxn ang="0">
                    <a:pos x="353" y="262"/>
                  </a:cxn>
                  <a:cxn ang="0">
                    <a:pos x="445" y="234"/>
                  </a:cxn>
                  <a:cxn ang="0">
                    <a:pos x="554" y="213"/>
                  </a:cxn>
                  <a:cxn ang="0">
                    <a:pos x="662" y="191"/>
                  </a:cxn>
                  <a:cxn ang="0">
                    <a:pos x="890" y="153"/>
                  </a:cxn>
                  <a:cxn ang="0">
                    <a:pos x="993" y="136"/>
                  </a:cxn>
                  <a:cxn ang="0">
                    <a:pos x="1091" y="120"/>
                  </a:cxn>
                  <a:cxn ang="0">
                    <a:pos x="1178" y="115"/>
                  </a:cxn>
                  <a:cxn ang="0">
                    <a:pos x="1248" y="104"/>
                  </a:cxn>
                  <a:cxn ang="0">
                    <a:pos x="1248" y="0"/>
                  </a:cxn>
                  <a:cxn ang="0">
                    <a:pos x="1161" y="22"/>
                  </a:cxn>
                  <a:cxn ang="0">
                    <a:pos x="1069" y="38"/>
                  </a:cxn>
                  <a:cxn ang="0">
                    <a:pos x="874" y="71"/>
                  </a:cxn>
                  <a:cxn ang="0">
                    <a:pos x="673" y="93"/>
                  </a:cxn>
                  <a:cxn ang="0">
                    <a:pos x="483" y="126"/>
                  </a:cxn>
                  <a:cxn ang="0">
                    <a:pos x="391" y="142"/>
                  </a:cxn>
                  <a:cxn ang="0">
                    <a:pos x="309" y="158"/>
                  </a:cxn>
                  <a:cxn ang="0">
                    <a:pos x="228" y="180"/>
                  </a:cxn>
                  <a:cxn ang="0">
                    <a:pos x="163" y="202"/>
                  </a:cxn>
                  <a:cxn ang="0">
                    <a:pos x="103" y="229"/>
                  </a:cxn>
                  <a:cxn ang="0">
                    <a:pos x="54" y="256"/>
                  </a:cxn>
                  <a:cxn ang="0">
                    <a:pos x="22" y="294"/>
                  </a:cxn>
                  <a:cxn ang="0">
                    <a:pos x="0" y="332"/>
                  </a:cxn>
                  <a:cxn ang="0">
                    <a:pos x="0" y="332"/>
                  </a:cxn>
                </a:cxnLst>
                <a:rect l="0" t="0" r="0" b="0"/>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close/>
                  </a:path>
                </a:pathLst>
              </a:custGeom>
              <a:gradFill rotWithShape="0">
                <a:gsLst>
                  <a:gs pos="0">
                    <a:srgbClr val="002D86"/>
                  </a:gs>
                  <a:gs pos="100000">
                    <a:schemeClr val="bg1"/>
                  </a:gs>
                </a:gsLst>
                <a:lin ang="2700000" scaled="1"/>
                <a:tileRect/>
              </a:gradFill>
              <a:ln w="9525">
                <a:noFill/>
              </a:ln>
            </p:spPr>
            <p:txBody>
              <a:bodyPr/>
              <a:lstStyle/>
              <a:p>
                <a:endParaRPr lang="en-US"/>
              </a:p>
            </p:txBody>
          </p:sp>
        </p:grpSp>
        <p:sp>
          <p:nvSpPr>
            <p:cNvPr id="11275" name="任意多边形 14346"/>
            <p:cNvSpPr/>
            <p:nvPr/>
          </p:nvSpPr>
          <p:spPr>
            <a:xfrm>
              <a:off x="3322" y="1341"/>
              <a:ext cx="1825" cy="1537"/>
            </a:xfrm>
            <a:custGeom>
              <a:avLst/>
              <a:gdLst/>
              <a:ahLst/>
              <a:cxnLst>
                <a:cxn ang="0">
                  <a:pos x="621" y="1161"/>
                </a:cxn>
                <a:cxn ang="0">
                  <a:pos x="858" y="1108"/>
                </a:cxn>
                <a:cxn ang="0">
                  <a:pos x="1052" y="1047"/>
                </a:cxn>
                <a:cxn ang="0">
                  <a:pos x="1211" y="982"/>
                </a:cxn>
                <a:cxn ang="0">
                  <a:pos x="1327" y="911"/>
                </a:cxn>
                <a:cxn ang="0">
                  <a:pos x="1403" y="828"/>
                </a:cxn>
                <a:cxn ang="0">
                  <a:pos x="1443" y="732"/>
                </a:cxn>
                <a:cxn ang="0">
                  <a:pos x="1447" y="613"/>
                </a:cxn>
                <a:cxn ang="0">
                  <a:pos x="1416" y="500"/>
                </a:cxn>
                <a:cxn ang="0">
                  <a:pos x="1354" y="399"/>
                </a:cxn>
                <a:cxn ang="0">
                  <a:pos x="1269" y="303"/>
                </a:cxn>
                <a:cxn ang="0">
                  <a:pos x="1118" y="172"/>
                </a:cxn>
                <a:cxn ang="0">
                  <a:pos x="1018" y="100"/>
                </a:cxn>
                <a:cxn ang="0">
                  <a:pos x="932" y="47"/>
                </a:cxn>
                <a:cxn ang="0">
                  <a:pos x="874" y="10"/>
                </a:cxn>
                <a:cxn ang="0">
                  <a:pos x="851" y="0"/>
                </a:cxn>
                <a:cxn ang="0">
                  <a:pos x="1045" y="131"/>
                </a:cxn>
                <a:cxn ang="0">
                  <a:pos x="1230" y="279"/>
                </a:cxn>
                <a:cxn ang="0">
                  <a:pos x="1307" y="357"/>
                </a:cxn>
                <a:cxn ang="0">
                  <a:pos x="1372" y="440"/>
                </a:cxn>
                <a:cxn ang="0">
                  <a:pos x="1412" y="523"/>
                </a:cxn>
                <a:cxn ang="0">
                  <a:pos x="1430" y="613"/>
                </a:cxn>
                <a:cxn ang="0">
                  <a:pos x="1416" y="696"/>
                </a:cxn>
                <a:cxn ang="0">
                  <a:pos x="1372" y="768"/>
                </a:cxn>
                <a:cxn ang="0">
                  <a:pos x="1303" y="828"/>
                </a:cxn>
                <a:cxn ang="0">
                  <a:pos x="1214" y="876"/>
                </a:cxn>
                <a:cxn ang="0">
                  <a:pos x="1104" y="923"/>
                </a:cxn>
                <a:cxn ang="0">
                  <a:pos x="854" y="994"/>
                </a:cxn>
                <a:cxn ang="0">
                  <a:pos x="583" y="1060"/>
                </a:cxn>
                <a:cxn ang="0">
                  <a:pos x="329" y="1126"/>
                </a:cxn>
                <a:cxn ang="0">
                  <a:pos x="223" y="1167"/>
                </a:cxn>
                <a:cxn ang="0">
                  <a:pos x="130" y="1208"/>
                </a:cxn>
                <a:cxn ang="0">
                  <a:pos x="58" y="1257"/>
                </a:cxn>
                <a:cxn ang="0">
                  <a:pos x="14" y="1316"/>
                </a:cxn>
                <a:cxn ang="0">
                  <a:pos x="0" y="1381"/>
                </a:cxn>
                <a:cxn ang="0">
                  <a:pos x="17" y="1452"/>
                </a:cxn>
                <a:cxn ang="0">
                  <a:pos x="62" y="1513"/>
                </a:cxn>
                <a:cxn ang="0">
                  <a:pos x="124" y="1560"/>
                </a:cxn>
                <a:cxn ang="0">
                  <a:pos x="206" y="1608"/>
                </a:cxn>
                <a:cxn ang="0">
                  <a:pos x="137" y="1547"/>
                </a:cxn>
                <a:cxn ang="0">
                  <a:pos x="93" y="1489"/>
                </a:cxn>
                <a:cxn ang="0">
                  <a:pos x="76" y="1429"/>
                </a:cxn>
                <a:cxn ang="0">
                  <a:pos x="89" y="1376"/>
                </a:cxn>
                <a:cxn ang="0">
                  <a:pos x="134" y="1323"/>
                </a:cxn>
                <a:cxn ang="0">
                  <a:pos x="216" y="1274"/>
                </a:cxn>
                <a:cxn ang="0">
                  <a:pos x="333" y="1227"/>
                </a:cxn>
                <a:cxn ang="0">
                  <a:pos x="487" y="1191"/>
                </a:cxn>
              </a:cxnLst>
              <a:rect l="0" t="0" r="0" b="0"/>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close/>
                </a:path>
              </a:pathLst>
            </a:custGeom>
            <a:gradFill rotWithShape="0">
              <a:gsLst>
                <a:gs pos="0">
                  <a:srgbClr val="002B82"/>
                </a:gs>
                <a:gs pos="100000">
                  <a:schemeClr val="bg1"/>
                </a:gs>
              </a:gsLst>
              <a:lin ang="2700000" scaled="1"/>
              <a:tileRect/>
            </a:gradFill>
            <a:ln w="9525">
              <a:noFill/>
            </a:ln>
          </p:spPr>
          <p:txBody>
            <a:bodyPr/>
            <a:lstStyle/>
            <a:p>
              <a:endParaRPr lang="en-US"/>
            </a:p>
          </p:txBody>
        </p:sp>
        <p:sp>
          <p:nvSpPr>
            <p:cNvPr id="11276" name="任意多边形 14347"/>
            <p:cNvSpPr/>
            <p:nvPr/>
          </p:nvSpPr>
          <p:spPr>
            <a:xfrm>
              <a:off x="0" y="0"/>
              <a:ext cx="5758" cy="1776"/>
            </a:xfrm>
            <a:custGeom>
              <a:avLst/>
              <a:gdLst/>
              <a:ahLst/>
              <a:cxnLst>
                <a:cxn ang="0">
                  <a:pos x="0" y="0"/>
                </a:cxn>
                <a:cxn ang="0">
                  <a:pos x="0" y="1655"/>
                </a:cxn>
                <a:cxn ang="0">
                  <a:pos x="5776" y="1655"/>
                </a:cxn>
                <a:cxn ang="0">
                  <a:pos x="5776" y="0"/>
                </a:cxn>
                <a:cxn ang="0">
                  <a:pos x="0" y="0"/>
                </a:cxn>
                <a:cxn ang="0">
                  <a:pos x="0" y="0"/>
                </a:cxn>
              </a:cxnLst>
              <a:rect l="0" t="0" r="0" b="0"/>
              <a:pathLst>
                <a:path w="5740" h="1906">
                  <a:moveTo>
                    <a:pt x="0" y="0"/>
                  </a:moveTo>
                  <a:lnTo>
                    <a:pt x="0" y="1906"/>
                  </a:lnTo>
                  <a:lnTo>
                    <a:pt x="5740" y="1906"/>
                  </a:lnTo>
                  <a:lnTo>
                    <a:pt x="5740" y="0"/>
                  </a:lnTo>
                  <a:lnTo>
                    <a:pt x="0" y="0"/>
                  </a:lnTo>
                  <a:close/>
                </a:path>
              </a:pathLst>
            </a:custGeom>
            <a:gradFill rotWithShape="0">
              <a:gsLst>
                <a:gs pos="0">
                  <a:schemeClr val="bg2"/>
                </a:gs>
                <a:gs pos="100000">
                  <a:schemeClr val="bg1"/>
                </a:gs>
              </a:gsLst>
              <a:lin ang="5400000" scaled="1"/>
              <a:tileRect/>
            </a:gradFill>
            <a:ln w="9525">
              <a:noFill/>
            </a:ln>
          </p:spPr>
          <p:txBody>
            <a:bodyPr/>
            <a:lstStyle/>
            <a:p>
              <a:endParaRPr lang="en-US"/>
            </a:p>
          </p:txBody>
        </p:sp>
      </p:grpSp>
      <p:sp>
        <p:nvSpPr>
          <p:cNvPr id="14349" name="标题 14348"/>
          <p:cNvSpPr>
            <a:spLocks noGrp="1" noRot="1"/>
          </p:cNvSpPr>
          <p:nvPr>
            <p:ph type="title"/>
          </p:nvPr>
        </p:nvSpPr>
        <p:spPr>
          <a:xfrm>
            <a:off x="457200" y="206375"/>
            <a:ext cx="8229600" cy="857250"/>
          </a:xfrm>
          <a:prstGeom prst="rect">
            <a:avLst/>
          </a:prstGeom>
          <a:noFill/>
          <a:ln w="9525">
            <a:noFill/>
            <a:miter/>
          </a:ln>
        </p:spPr>
        <p:txBody>
          <a:bodyPr anchor="ctr"/>
          <a:lstStyle/>
          <a:p>
            <a:pPr lvl="0" fontAlgn="base"/>
            <a:r>
              <a:rPr lang="zh-CN" altLang="en-US" strike="noStrike" noProof="1"/>
              <a:t>单击此处编辑母版标题样式</a:t>
            </a:r>
            <a:endParaRPr lang="zh-CN" altLang="en-US" strike="noStrike" noProof="1"/>
          </a:p>
        </p:txBody>
      </p:sp>
      <p:sp>
        <p:nvSpPr>
          <p:cNvPr id="14350" name="页脚占位符 14349"/>
          <p:cNvSpPr>
            <a:spLocks noGrp="1"/>
          </p:cNvSpPr>
          <p:nvPr>
            <p:ph type="ftr" sz="quarter" idx="3"/>
          </p:nvPr>
        </p:nvSpPr>
        <p:spPr>
          <a:xfrm>
            <a:off x="3124200" y="4687888"/>
            <a:ext cx="2895600" cy="357188"/>
          </a:xfrm>
          <a:prstGeom prst="rect">
            <a:avLst/>
          </a:prstGeom>
          <a:noFill/>
          <a:ln w="9525">
            <a:noFill/>
            <a:miter/>
          </a:ln>
        </p:spPr>
        <p:txBody>
          <a:bodyPr anchor="b"/>
          <a:lstStyle>
            <a:lvl1pPr algn="ctr">
              <a:defRPr sz="900" noProof="1"/>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351" name="文本占位符 14350"/>
          <p:cNvSpPr>
            <a:spLocks noGrp="1"/>
          </p:cNvSpPr>
          <p:nvPr>
            <p:ph type="body" idx="1"/>
          </p:nvPr>
        </p:nvSpPr>
        <p:spPr>
          <a:xfrm>
            <a:off x="457200" y="1200150"/>
            <a:ext cx="8229600" cy="3395663"/>
          </a:xfrm>
          <a:prstGeom prst="rect">
            <a:avLst/>
          </a:prstGeom>
          <a:noFill/>
          <a:ln w="9525">
            <a:noFill/>
            <a:miter/>
          </a:ln>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ftr="0" dt="0"/>
  <p:txStyles>
    <p:titleStyle>
      <a:lvl1pPr algn="ctr" rtl="0" eaLnBrk="0" fontAlgn="base" hangingPunct="0">
        <a:spcBef>
          <a:spcPct val="0"/>
        </a:spcBef>
        <a:spcAft>
          <a:spcPct val="0"/>
        </a:spcAft>
        <a:defRPr sz="3300" b="1" kern="1200">
          <a:solidFill>
            <a:schemeClr val="tx2"/>
          </a:solidFill>
          <a:effectLst>
            <a:outerShdw blurRad="38100" dist="38100" dir="2700000">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chemeClr val="tx2"/>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chemeClr val="hlink"/>
        </a:buClr>
        <a:buSzPct val="70000"/>
        <a:buFont typeface="Wingdings" panose="05000000000000000000" pitchFamily="2" charset="2"/>
        <a:buChar char="n"/>
        <a:defRPr sz="2400" kern="1200">
          <a:solidFill>
            <a:schemeClr val="tx1"/>
          </a:solidFill>
          <a:effectLst>
            <a:outerShdw blurRad="38100" dist="38100" dir="2700000">
              <a:srgbClr val="000000"/>
            </a:outerShdw>
          </a:effectLst>
          <a:latin typeface="+mn-lt"/>
          <a:ea typeface="+mn-ea"/>
          <a:cs typeface="+mn-cs"/>
        </a:defRPr>
      </a:lvl1pPr>
      <a:lvl2pPr marL="557530" lvl="1" indent="-214630" algn="l" rtl="0" eaLnBrk="0" fontAlgn="base" hangingPunct="0">
        <a:spcBef>
          <a:spcPct val="15000"/>
        </a:spcBef>
        <a:spcAft>
          <a:spcPct val="0"/>
        </a:spcAft>
        <a:buClr>
          <a:schemeClr val="accent2"/>
        </a:buClr>
        <a:buSzPct val="70000"/>
        <a:buFont typeface="Wingdings" panose="05000000000000000000" pitchFamily="2" charset="2"/>
        <a:buChar char="n"/>
        <a:defRPr sz="2100" kern="1200">
          <a:solidFill>
            <a:schemeClr val="tx1"/>
          </a:solidFill>
          <a:effectLst>
            <a:outerShdw blurRad="38100" dist="38100" dir="2700000">
              <a:srgbClr val="000000"/>
            </a:outerShdw>
          </a:effectLst>
          <a:latin typeface="+mn-lt"/>
          <a:ea typeface="+mn-ea"/>
          <a:cs typeface="+mn-cs"/>
        </a:defRPr>
      </a:lvl2pPr>
      <a:lvl3pPr marL="857250" lvl="2" indent="-171450" algn="l" rtl="0" eaLnBrk="0" fontAlgn="base" hangingPunct="0">
        <a:spcBef>
          <a:spcPct val="15000"/>
        </a:spcBef>
        <a:spcAft>
          <a:spcPct val="0"/>
        </a:spcAft>
        <a:buClr>
          <a:schemeClr val="tx2"/>
        </a:buClr>
        <a:buSzPct val="70000"/>
        <a:buFont typeface="Wingdings" panose="05000000000000000000" pitchFamily="2" charset="2"/>
        <a:buChar char="n"/>
        <a:defRPr sz="1800" kern="1200">
          <a:solidFill>
            <a:schemeClr val="tx1"/>
          </a:solidFill>
          <a:effectLst>
            <a:outerShdw blurRad="38100" dist="38100" dir="2700000">
              <a:srgbClr val="000000"/>
            </a:outerShdw>
          </a:effectLst>
          <a:latin typeface="+mn-lt"/>
          <a:ea typeface="+mn-ea"/>
          <a:cs typeface="+mn-cs"/>
        </a:defRPr>
      </a:lvl3pPr>
      <a:lvl4pPr marL="1200150" lvl="3" indent="-171450" algn="l" rtl="0" eaLnBrk="0" fontAlgn="base" hangingPunct="0">
        <a:spcBef>
          <a:spcPct val="15000"/>
        </a:spcBef>
        <a:spcAft>
          <a:spcPct val="0"/>
        </a:spcAft>
        <a:buClr>
          <a:schemeClr val="accent2"/>
        </a:buClr>
        <a:buSzPct val="70000"/>
        <a:buFont typeface="Wingdings" panose="05000000000000000000" pitchFamily="2" charset="2"/>
        <a:buChar char="n"/>
        <a:defRPr sz="1500" kern="1200">
          <a:solidFill>
            <a:schemeClr val="tx1"/>
          </a:solidFill>
          <a:effectLst>
            <a:outerShdw blurRad="38100" dist="38100" dir="2700000">
              <a:srgbClr val="000000"/>
            </a:outerShdw>
          </a:effectLst>
          <a:latin typeface="+mn-lt"/>
          <a:ea typeface="+mn-ea"/>
          <a:cs typeface="+mn-cs"/>
        </a:defRPr>
      </a:lvl4pPr>
      <a:lvl5pPr marL="1543050" lvl="4" indent="-171450" algn="l" rtl="0" eaLnBrk="0" fontAlgn="base" hangingPunct="0">
        <a:spcBef>
          <a:spcPct val="15000"/>
        </a:spcBef>
        <a:spcAft>
          <a:spcPct val="0"/>
        </a:spcAft>
        <a:buClr>
          <a:schemeClr val="hlink"/>
        </a:buClr>
        <a:buSzPct val="70000"/>
        <a:buFont typeface="Wingdings" panose="05000000000000000000" pitchFamily="2" charset="2"/>
        <a:buChar char="n"/>
        <a:defRPr sz="1500" kern="1200">
          <a:solidFill>
            <a:schemeClr val="tx1"/>
          </a:solidFill>
          <a:effectLst>
            <a:outerShdw blurRad="38100" dist="38100" dir="2700000">
              <a:srgbClr val="000000"/>
            </a:outerShdw>
          </a:effectLst>
          <a:latin typeface="+mn-lt"/>
          <a:ea typeface="+mn-ea"/>
          <a:cs typeface="+mn-cs"/>
        </a:defRPr>
      </a:lvl5pPr>
      <a:lvl6pPr marL="1886585" lvl="5" indent="-171450" algn="l" defTabSz="685800" eaLnBrk="1" fontAlgn="base" latinLnBrk="0" hangingPunct="1">
        <a:spcBef>
          <a:spcPct val="15000"/>
        </a:spcBef>
        <a:spcAft>
          <a:spcPct val="0"/>
        </a:spcAft>
        <a:buClr>
          <a:schemeClr val="hlink"/>
        </a:buClr>
        <a:buSzPct val="70000"/>
        <a:buFont typeface="Wingdings" panose="05000000000000000000" pitchFamily="2" charset="2"/>
        <a:buChar char="n"/>
        <a:defRPr sz="1500" b="0" i="0" u="none" kern="1200" baseline="0">
          <a:solidFill>
            <a:schemeClr val="tx1"/>
          </a:solidFill>
          <a:effectLst>
            <a:outerShdw blurRad="38100" dist="38100" dir="2700000">
              <a:srgbClr val="000000"/>
            </a:outerShdw>
          </a:effectLst>
          <a:latin typeface="+mn-lt"/>
          <a:ea typeface="+mn-ea"/>
          <a:cs typeface="+mn-cs"/>
        </a:defRPr>
      </a:lvl6pPr>
      <a:lvl7pPr marL="2229485" lvl="6" indent="-171450" algn="l" defTabSz="685800" eaLnBrk="1" fontAlgn="base" latinLnBrk="0" hangingPunct="1">
        <a:spcBef>
          <a:spcPct val="15000"/>
        </a:spcBef>
        <a:spcAft>
          <a:spcPct val="0"/>
        </a:spcAft>
        <a:buClr>
          <a:schemeClr val="hlink"/>
        </a:buClr>
        <a:buSzPct val="70000"/>
        <a:buFont typeface="Wingdings" panose="05000000000000000000" pitchFamily="2" charset="2"/>
        <a:buChar char="n"/>
        <a:defRPr sz="1500" b="0" i="0" u="none" kern="1200" baseline="0">
          <a:solidFill>
            <a:schemeClr val="tx1"/>
          </a:solidFill>
          <a:effectLst>
            <a:outerShdw blurRad="38100" dist="38100" dir="2700000">
              <a:srgbClr val="000000"/>
            </a:outerShdw>
          </a:effectLst>
          <a:latin typeface="+mn-lt"/>
          <a:ea typeface="+mn-ea"/>
          <a:cs typeface="+mn-cs"/>
        </a:defRPr>
      </a:lvl7pPr>
      <a:lvl8pPr marL="2572385" lvl="7" indent="-171450" algn="l" defTabSz="685800" eaLnBrk="1" fontAlgn="base" latinLnBrk="0" hangingPunct="1">
        <a:spcBef>
          <a:spcPct val="15000"/>
        </a:spcBef>
        <a:spcAft>
          <a:spcPct val="0"/>
        </a:spcAft>
        <a:buClr>
          <a:schemeClr val="hlink"/>
        </a:buClr>
        <a:buSzPct val="70000"/>
        <a:buFont typeface="Wingdings" panose="05000000000000000000" pitchFamily="2" charset="2"/>
        <a:buChar char="n"/>
        <a:defRPr sz="1500" b="0" i="0" u="none" kern="1200" baseline="0">
          <a:solidFill>
            <a:schemeClr val="tx1"/>
          </a:solidFill>
          <a:effectLst>
            <a:outerShdw blurRad="38100" dist="38100" dir="2700000">
              <a:srgbClr val="000000"/>
            </a:outerShdw>
          </a:effectLst>
          <a:latin typeface="+mn-lt"/>
          <a:ea typeface="+mn-ea"/>
          <a:cs typeface="+mn-cs"/>
        </a:defRPr>
      </a:lvl8pPr>
      <a:lvl9pPr marL="2915285" lvl="8" indent="-171450" algn="l" defTabSz="685800" eaLnBrk="1" fontAlgn="base" latinLnBrk="0" hangingPunct="1">
        <a:spcBef>
          <a:spcPct val="15000"/>
        </a:spcBef>
        <a:spcAft>
          <a:spcPct val="0"/>
        </a:spcAft>
        <a:buClr>
          <a:schemeClr val="hlink"/>
        </a:buClr>
        <a:buSzPct val="70000"/>
        <a:buFont typeface="Wingdings" panose="05000000000000000000" pitchFamily="2" charset="2"/>
        <a:buChar char="n"/>
        <a:defRPr sz="1500" b="0" i="0" u="none" kern="1200" baseline="0">
          <a:solidFill>
            <a:schemeClr val="tx1"/>
          </a:solidFill>
          <a:effectLst>
            <a:outerShdw blurRad="38100" dist="38100" dir="2700000">
              <a:srgbClr val="000000"/>
            </a:outerShdw>
          </a:effectLst>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code\&#25235;&#29392;&#29432;2.py" TargetMode="External"/><Relationship Id="rId1" Type="http://schemas.openxmlformats.org/officeDocument/2006/relationships/hyperlink" Target="code/&#25235;&#29392;&#29432;.py" TargetMode="Externa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7409"/>
          <p:cNvSpPr>
            <a:spLocks noGrp="1"/>
          </p:cNvSpPr>
          <p:nvPr>
            <p:ph type="ctrTitle"/>
          </p:nvPr>
        </p:nvSpPr>
        <p:spPr>
          <a:xfrm>
            <a:off x="2000250" y="1919288"/>
            <a:ext cx="5143500" cy="1790700"/>
          </a:xfrm>
        </p:spPr>
        <p:txBody>
          <a:bodyPr wrap="square" lIns="68591" tIns="34295" rIns="68591" bIns="34295" anchor="ctr"/>
          <a:lstStyle/>
          <a:p>
            <a:pPr eaLnBrk="1" fontAlgn="base" hangingPunct="1"/>
            <a:r>
              <a:rPr lang="zh-CN" altLang="en-US" sz="3375" strike="noStrike" kern="1200" noProof="1">
                <a:solidFill>
                  <a:schemeClr val="tx1"/>
                </a:solidFill>
                <a:latin typeface="隶书" panose="02010509060101010101" pitchFamily="49" charset="-122"/>
                <a:ea typeface="+mj-ea"/>
                <a:cs typeface="+mj-cs"/>
              </a:rPr>
              <a:t>第</a:t>
            </a:r>
            <a:r>
              <a:rPr lang="en-US" altLang="zh-CN" sz="3375" strike="noStrike" kern="1200" noProof="1">
                <a:solidFill>
                  <a:schemeClr val="tx1"/>
                </a:solidFill>
                <a:latin typeface="隶书" panose="02010509060101010101" pitchFamily="49" charset="-122"/>
                <a:ea typeface="+mj-ea"/>
                <a:cs typeface="+mj-cs"/>
              </a:rPr>
              <a:t>5</a:t>
            </a:r>
            <a:r>
              <a:rPr lang="zh-CN" altLang="en-US" sz="3375" strike="noStrike" kern="1200" noProof="1">
                <a:solidFill>
                  <a:schemeClr val="tx1"/>
                </a:solidFill>
                <a:latin typeface="隶书" panose="02010509060101010101" pitchFamily="49" charset="-122"/>
                <a:ea typeface="+mj-ea"/>
                <a:cs typeface="+mj-cs"/>
              </a:rPr>
              <a:t>章　函数的设计和使用</a:t>
            </a:r>
            <a:br>
              <a:rPr lang="zh-CN" altLang="en-US" kern="1200" dirty="0">
                <a:solidFill>
                  <a:schemeClr val="tx1"/>
                </a:solidFill>
                <a:latin typeface="隶书" panose="02010509060101010101" pitchFamily="49" charset="-122"/>
                <a:ea typeface="+mj-ea"/>
                <a:cs typeface="+mj-cs"/>
              </a:rPr>
            </a:br>
            <a:br>
              <a:rPr lang="zh-CN" altLang="en-US" kern="1200" dirty="0">
                <a:solidFill>
                  <a:schemeClr val="tx1"/>
                </a:solidFill>
                <a:latin typeface="隶书" panose="02010509060101010101" pitchFamily="49" charset="-122"/>
                <a:ea typeface="+mj-ea"/>
                <a:cs typeface="+mj-cs"/>
              </a:rPr>
            </a:br>
            <a:endParaRPr lang="zh-CN" altLang="en-US" sz="2400" strike="noStrike" kern="1200" noProof="1">
              <a:solidFill>
                <a:schemeClr val="tx1"/>
              </a:solidFill>
              <a:latin typeface="隶书" panose="02010509060101010101" pitchFamily="49" charset="-122"/>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文本占位符 18434"/>
          <p:cNvSpPr>
            <a:spLocks noGrp="1"/>
          </p:cNvSpPr>
          <p:nvPr>
            <p:ph idx="1"/>
          </p:nvPr>
        </p:nvSpPr>
        <p:spPr/>
        <p:txBody>
          <a:bodyPr wrap="square" lIns="68591" tIns="34295" rIns="68591" bIns="34295" anchor="t"/>
          <a:lstStyle/>
          <a:p>
            <a:pPr eaLnBrk="1" hangingPunct="1">
              <a:lnSpc>
                <a:spcPct val="130000"/>
              </a:lnSpc>
              <a:spcBef>
                <a:spcPts val="600"/>
              </a:spcBef>
              <a:spcAft>
                <a:spcPts val="600"/>
              </a:spcAft>
              <a:buSzPct val="90000"/>
              <a:buFont typeface="Wingdings" panose="05000000000000000000" pitchFamily="2" charset="2"/>
              <a:buChar char="n"/>
            </a:pPr>
            <a:r>
              <a:rPr lang="zh-CN" altLang="en-US" sz="1800" dirty="0"/>
              <a:t>将可能需要反复执行的代码封装为函数，并在需要该功能的地方进行调用，不仅可以实现</a:t>
            </a:r>
            <a:r>
              <a:rPr lang="zh-CN" altLang="en-US" sz="1800" dirty="0">
                <a:solidFill>
                  <a:srgbClr val="FF0000"/>
                </a:solidFill>
              </a:rPr>
              <a:t>代码复用</a:t>
            </a:r>
            <a:r>
              <a:rPr lang="zh-CN" altLang="en-US" sz="1800" dirty="0"/>
              <a:t>，更重要的是可以</a:t>
            </a:r>
            <a:r>
              <a:rPr lang="zh-CN" altLang="en-US" sz="1800" dirty="0">
                <a:solidFill>
                  <a:srgbClr val="FF0000"/>
                </a:solidFill>
              </a:rPr>
              <a:t>保证代码的一致性</a:t>
            </a:r>
            <a:r>
              <a:rPr lang="zh-CN" altLang="en-US" sz="1800" dirty="0"/>
              <a:t>，只需要修改该函数代码则所有调用均受到影响。</a:t>
            </a:r>
            <a:endParaRPr lang="zh-CN" altLang="en-US" sz="1800" dirty="0"/>
          </a:p>
          <a:p>
            <a:pPr eaLnBrk="1" hangingPunct="1">
              <a:lnSpc>
                <a:spcPct val="130000"/>
              </a:lnSpc>
              <a:spcBef>
                <a:spcPts val="600"/>
              </a:spcBef>
              <a:spcAft>
                <a:spcPts val="600"/>
              </a:spcAft>
              <a:buSzPct val="90000"/>
              <a:buFont typeface="Wingdings" panose="05000000000000000000" pitchFamily="2" charset="2"/>
              <a:buChar char="n"/>
            </a:pPr>
            <a:r>
              <a:rPr lang="zh-CN" altLang="en-US" sz="1800" dirty="0"/>
              <a:t>设计函数时，应注意</a:t>
            </a:r>
            <a:r>
              <a:rPr lang="zh-CN" altLang="en-US" sz="1800" dirty="0">
                <a:solidFill>
                  <a:srgbClr val="FF0000"/>
                </a:solidFill>
              </a:rPr>
              <a:t>提高模块的内聚性</a:t>
            </a:r>
            <a:r>
              <a:rPr lang="zh-CN" altLang="en-US" sz="1800" dirty="0"/>
              <a:t>，同时</a:t>
            </a:r>
            <a:r>
              <a:rPr lang="zh-CN" altLang="en-US" sz="1800" dirty="0">
                <a:solidFill>
                  <a:srgbClr val="FF0000"/>
                </a:solidFill>
              </a:rPr>
              <a:t>降低模块之间的隐式耦合</a:t>
            </a:r>
            <a:r>
              <a:rPr lang="zh-CN" altLang="en-US" sz="1800" dirty="0"/>
              <a:t>。</a:t>
            </a:r>
            <a:endParaRPr lang="zh-CN" altLang="en-US" sz="1800" dirty="0"/>
          </a:p>
          <a:p>
            <a:pPr eaLnBrk="1" hangingPunct="1">
              <a:lnSpc>
                <a:spcPct val="130000"/>
              </a:lnSpc>
              <a:spcBef>
                <a:spcPts val="600"/>
              </a:spcBef>
              <a:spcAft>
                <a:spcPts val="600"/>
              </a:spcAft>
              <a:buSzPct val="90000"/>
              <a:buFont typeface="Wingdings" panose="05000000000000000000" pitchFamily="2" charset="2"/>
              <a:buChar char="n"/>
            </a:pPr>
            <a:r>
              <a:rPr lang="zh-CN" altLang="en-US" sz="1800" dirty="0"/>
              <a:t>在实际项目开发中，往往会把一些通用的函数封装到一个模块中，并把这个通用模块文件放到顶层文件夹中，这样更方便管理。</a:t>
            </a:r>
            <a:endParaRPr lang="zh-CN" altLang="en-US" sz="1800" dirty="0"/>
          </a:p>
        </p:txBody>
      </p:sp>
      <p:sp>
        <p:nvSpPr>
          <p:cNvPr id="2" name="Title 1"/>
          <p:cNvSpPr>
            <a:spLocks noGrp="1"/>
          </p:cNvSpPr>
          <p:nvPr>
            <p:ph type="title"/>
          </p:nvPr>
        </p:nvSpPr>
        <p:spPr/>
        <p:txBody>
          <a:bodyPr/>
          <a:lstStyle/>
          <a:p>
            <a:r>
              <a:rPr lang="en-US" altLang="zh-CN" noProof="0" smtClean="0">
                <a:ln>
                  <a:noFill/>
                </a:ln>
                <a:effectLst/>
                <a:uLnTx/>
                <a:uFillTx/>
                <a:sym typeface="+mn-ea"/>
              </a:rPr>
              <a:t>5.1  </a:t>
            </a:r>
            <a:r>
              <a:rPr lang="zh-CN" altLang="en-US" noProof="0" smtClean="0">
                <a:ln>
                  <a:noFill/>
                </a:ln>
                <a:effectLst/>
                <a:uLnTx/>
                <a:uFillTx/>
                <a:sym typeface="+mn-ea"/>
              </a:rPr>
              <a:t>函数定义</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Content Placeholder 2"/>
          <p:cNvSpPr>
            <a:spLocks noGrp="1"/>
          </p:cNvSpPr>
          <p:nvPr>
            <p:ph idx="1"/>
          </p:nvPr>
        </p:nvSpPr>
        <p:spPr/>
        <p:txBody>
          <a:bodyPr wrap="square" lIns="68591" tIns="34295" rIns="68591" bIns="34295" anchor="t"/>
          <a:lstStyle/>
          <a:p>
            <a:pPr eaLnBrk="1" latinLnBrk="0" hangingPunct="1">
              <a:lnSpc>
                <a:spcPct val="130000"/>
              </a:lnSpc>
              <a:spcBef>
                <a:spcPts val="0"/>
              </a:spcBef>
              <a:spcAft>
                <a:spcPts val="0"/>
              </a:spcAft>
              <a:buFont typeface="Wingdings" panose="05000000000000000000" pitchFamily="2" charset="2"/>
              <a:buChar char="n"/>
            </a:pPr>
            <a:r>
              <a:rPr lang="en-US" altLang="en-US" sz="1800" dirty="0"/>
              <a:t>在编写函数时，应尽量减少副作用，尽量</a:t>
            </a:r>
            <a:r>
              <a:rPr lang="en-US" altLang="en-US" sz="1800" dirty="0">
                <a:solidFill>
                  <a:srgbClr val="FF0000"/>
                </a:solidFill>
              </a:rPr>
              <a:t>不要修改参数本身</a:t>
            </a:r>
            <a:r>
              <a:rPr lang="en-US" altLang="en-US" sz="1800" dirty="0"/>
              <a:t>，不要修改除返回值以外的其他内容。</a:t>
            </a:r>
            <a:endParaRPr lang="en-US" altLang="en-US" sz="1800" dirty="0"/>
          </a:p>
          <a:p>
            <a:pPr eaLnBrk="1" latinLnBrk="0" hangingPunct="1">
              <a:lnSpc>
                <a:spcPct val="130000"/>
              </a:lnSpc>
              <a:spcBef>
                <a:spcPts val="0"/>
              </a:spcBef>
              <a:spcAft>
                <a:spcPts val="0"/>
              </a:spcAft>
              <a:buFont typeface="Wingdings" panose="05000000000000000000" pitchFamily="2" charset="2"/>
              <a:buChar char="n"/>
            </a:pPr>
            <a:r>
              <a:rPr lang="zh-CN" altLang="en-US" sz="1800" dirty="0"/>
              <a:t>不要在一个函数中执行太多的功能，尽量只让一个函数完成一个高度相关且大小合适的任务，一个函数的代码尽量能在</a:t>
            </a:r>
            <a:r>
              <a:rPr lang="zh-CN" altLang="en-US" sz="1800" dirty="0">
                <a:solidFill>
                  <a:srgbClr val="FF0000"/>
                </a:solidFill>
              </a:rPr>
              <a:t>一个屏幕</a:t>
            </a:r>
            <a:r>
              <a:rPr lang="zh-CN" altLang="en-US" sz="1800" dirty="0"/>
              <a:t>内完整</a:t>
            </a:r>
            <a:r>
              <a:rPr lang="zh-CN" altLang="en-US" sz="1800" dirty="0"/>
              <a:t>显示</a:t>
            </a:r>
            <a:r>
              <a:rPr lang="zh-CN" altLang="en-US" sz="1800" dirty="0"/>
              <a:t>。</a:t>
            </a:r>
            <a:endParaRPr lang="zh-CN" altLang="en-US" sz="1800" dirty="0"/>
          </a:p>
          <a:p>
            <a:pPr eaLnBrk="1" latinLnBrk="0" hangingPunct="1">
              <a:lnSpc>
                <a:spcPct val="130000"/>
              </a:lnSpc>
              <a:spcBef>
                <a:spcPts val="0"/>
              </a:spcBef>
              <a:spcAft>
                <a:spcPts val="0"/>
              </a:spcAft>
              <a:buFont typeface="Wingdings" panose="05000000000000000000" pitchFamily="2" charset="2"/>
              <a:buChar char="n"/>
            </a:pPr>
            <a:r>
              <a:rPr lang="zh-CN" altLang="en-US" sz="1800" dirty="0"/>
              <a:t>尽量减少不同函数之间的隐式耦合，减少全局变量的使用，使得函数之间仅通过</a:t>
            </a:r>
            <a:r>
              <a:rPr lang="zh-CN" altLang="en-US" sz="1800" dirty="0">
                <a:solidFill>
                  <a:srgbClr val="FF0000"/>
                </a:solidFill>
              </a:rPr>
              <a:t>调用</a:t>
            </a:r>
            <a:r>
              <a:rPr lang="zh-CN" altLang="en-US" sz="1800" dirty="0"/>
              <a:t>和</a:t>
            </a:r>
            <a:r>
              <a:rPr lang="zh-CN" altLang="en-US" sz="1800" dirty="0">
                <a:solidFill>
                  <a:srgbClr val="FF0000"/>
                </a:solidFill>
              </a:rPr>
              <a:t>参数传递</a:t>
            </a:r>
            <a:r>
              <a:rPr lang="zh-CN" altLang="en-US" sz="1800" dirty="0"/>
              <a:t>来显式体现其相互关系。</a:t>
            </a:r>
            <a:endParaRPr lang="en-US" altLang="en-US" sz="1800" dirty="0"/>
          </a:p>
          <a:p>
            <a:pPr eaLnBrk="1" latinLnBrk="0" hangingPunct="1">
              <a:lnSpc>
                <a:spcPct val="130000"/>
              </a:lnSpc>
              <a:spcBef>
                <a:spcPts val="0"/>
              </a:spcBef>
              <a:spcAft>
                <a:spcPts val="0"/>
              </a:spcAft>
              <a:buFont typeface="Wingdings" panose="05000000000000000000" pitchFamily="2" charset="2"/>
              <a:buChar char="n"/>
            </a:pPr>
            <a:r>
              <a:rPr lang="en-US" altLang="en-US" sz="1800" dirty="0"/>
              <a:t>应充分利用Python函数式编程的特点，让自己定义的函数尽量符合纯函数式编程的要求，例如保证</a:t>
            </a:r>
            <a:r>
              <a:rPr lang="en-US" altLang="en-US" sz="1800" dirty="0">
                <a:solidFill>
                  <a:srgbClr val="FF0000"/>
                </a:solidFill>
              </a:rPr>
              <a:t>线程安全</a:t>
            </a:r>
            <a:r>
              <a:rPr lang="en-US" altLang="en-US" sz="1800" dirty="0"/>
              <a:t>、可以</a:t>
            </a:r>
            <a:r>
              <a:rPr lang="en-US" altLang="en-US" sz="1800" dirty="0">
                <a:solidFill>
                  <a:srgbClr val="FF0000"/>
                </a:solidFill>
              </a:rPr>
              <a:t>并行运行</a:t>
            </a:r>
            <a:r>
              <a:rPr lang="en-US" altLang="en-US" sz="1800" dirty="0"/>
              <a:t>等等。</a:t>
            </a:r>
            <a:endParaRPr lang="en-US" altLang="en-US" sz="1800" dirty="0"/>
          </a:p>
        </p:txBody>
      </p:sp>
      <p:sp>
        <p:nvSpPr>
          <p:cNvPr id="23554" name="标题 19457"/>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5.1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函数定义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9457"/>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5.1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函数定义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23554" name="文本占位符 19458"/>
          <p:cNvSpPr>
            <a:spLocks noGrp="1"/>
          </p:cNvSpPr>
          <p:nvPr>
            <p:ph idx="1"/>
          </p:nvPr>
        </p:nvSpPr>
        <p:spPr/>
        <p:txBody>
          <a:bodyPr wrap="square" lIns="68591" tIns="34295" rIns="68591" bIns="34295" anchor="t"/>
          <a:lstStyle/>
          <a:p>
            <a:pPr eaLnBrk="1" fontAlgn="base" hangingPunct="1">
              <a:buSzPct val="90000"/>
              <a:buFont typeface="Wingdings" panose="05000000000000000000" pitchFamily="2" charset="2"/>
              <a:buChar char="v"/>
            </a:pPr>
            <a:r>
              <a:rPr lang="zh-CN" altLang="en-US" sz="1800" strike="noStrike" noProof="1"/>
              <a:t>函数定义语法：</a:t>
            </a:r>
            <a:endParaRPr lang="zh-CN" altLang="en-US" sz="1800" strike="noStrike" noProof="1"/>
          </a:p>
          <a:p>
            <a:pPr eaLnBrk="1" latinLnBrk="0" hangingPunct="1">
              <a:spcBef>
                <a:spcPts val="0"/>
              </a:spcBef>
              <a:buSzPct val="90000"/>
              <a:buFont typeface="Wingdings" panose="05000000000000000000" pitchFamily="2" charset="2"/>
              <a:buNone/>
            </a:pPr>
            <a:r>
              <a:rPr lang="en-US" altLang="zh-CN" sz="1600" strike="noStrike" noProof="1">
                <a:latin typeface="Consolas" panose="020B0609020204030204" pitchFamily="49" charset="0"/>
              </a:rPr>
              <a:t>def </a:t>
            </a:r>
            <a:r>
              <a:rPr lang="zh-CN" altLang="en-US" sz="1600" strike="noStrike" noProof="1">
                <a:latin typeface="Consolas" panose="020B0609020204030204" pitchFamily="49" charset="0"/>
              </a:rPr>
              <a:t>函数名</a:t>
            </a:r>
            <a:r>
              <a:rPr lang="en-US" altLang="zh-CN" sz="1600" strike="noStrike" noProof="1">
                <a:latin typeface="Consolas" panose="020B0609020204030204" pitchFamily="49" charset="0"/>
              </a:rPr>
              <a:t>([</a:t>
            </a:r>
            <a:r>
              <a:rPr lang="zh-CN" altLang="en-US" sz="1600" strike="noStrike" noProof="1">
                <a:latin typeface="Consolas" panose="020B0609020204030204" pitchFamily="49" charset="0"/>
              </a:rPr>
              <a:t>参数列表</a:t>
            </a:r>
            <a:r>
              <a:rPr lang="en-US" altLang="zh-CN" sz="1600" strike="noStrike" noProof="1">
                <a:latin typeface="Consolas" panose="020B0609020204030204" pitchFamily="49" charset="0"/>
              </a:rPr>
              <a:t>]):</a:t>
            </a:r>
            <a:endParaRPr lang="en-US" altLang="zh-CN" sz="1600" strike="noStrike" noProof="1">
              <a:latin typeface="Consolas" panose="020B0609020204030204" pitchFamily="49" charset="0"/>
            </a:endParaRPr>
          </a:p>
          <a:p>
            <a:pPr eaLnBrk="1" latinLnBrk="0" hangingPunct="1">
              <a:spcBef>
                <a:spcPts val="0"/>
              </a:spcBef>
              <a:buSzPct val="90000"/>
              <a:buFont typeface="Wingdings" panose="05000000000000000000" pitchFamily="2" charset="2"/>
              <a:buNone/>
            </a:pPr>
            <a:r>
              <a:rPr lang="en-US" altLang="zh-CN" sz="1600" strike="noStrike" noProof="1">
                <a:latin typeface="Consolas" panose="020B0609020204030204" pitchFamily="49" charset="0"/>
              </a:rPr>
              <a:t>    '''</a:t>
            </a:r>
            <a:r>
              <a:rPr lang="zh-CN" altLang="en-US" sz="1600" strike="noStrike" noProof="1">
                <a:latin typeface="Consolas" panose="020B0609020204030204" pitchFamily="49" charset="0"/>
              </a:rPr>
              <a:t>注释</a:t>
            </a:r>
            <a:r>
              <a:rPr lang="en-US" altLang="zh-CN" sz="1600" strike="noStrike" noProof="1">
                <a:latin typeface="Consolas" panose="020B0609020204030204" pitchFamily="49" charset="0"/>
              </a:rPr>
              <a:t>'''</a:t>
            </a:r>
            <a:endParaRPr lang="en-US" altLang="zh-CN" sz="1600" strike="noStrike" noProof="1">
              <a:latin typeface="Consolas" panose="020B0609020204030204" pitchFamily="49" charset="0"/>
            </a:endParaRPr>
          </a:p>
          <a:p>
            <a:pPr eaLnBrk="1" latinLnBrk="0" hangingPunct="1">
              <a:spcBef>
                <a:spcPts val="0"/>
              </a:spcBef>
              <a:buSzPct val="90000"/>
              <a:buFont typeface="Wingdings" panose="05000000000000000000" pitchFamily="2" charset="2"/>
              <a:buNone/>
            </a:pPr>
            <a:r>
              <a:rPr lang="en-US" altLang="zh-CN" sz="1600" strike="noStrike" noProof="1">
                <a:latin typeface="Consolas" panose="020B0609020204030204" pitchFamily="49" charset="0"/>
              </a:rPr>
              <a:t>    </a:t>
            </a:r>
            <a:r>
              <a:rPr lang="zh-CN" altLang="en-US" sz="1600" strike="noStrike" noProof="1">
                <a:latin typeface="Consolas" panose="020B0609020204030204" pitchFamily="49" charset="0"/>
              </a:rPr>
              <a:t>函数体</a:t>
            </a:r>
            <a:endParaRPr lang="zh-CN" altLang="en-US" sz="1350" strike="noStrike" noProof="1">
              <a:latin typeface="Consolas" panose="020B0609020204030204" pitchFamily="49" charset="0"/>
            </a:endParaRPr>
          </a:p>
          <a:p>
            <a:pPr eaLnBrk="1" fontAlgn="base" hangingPunct="1">
              <a:buSzPct val="90000"/>
              <a:buFont typeface="Wingdings" panose="05000000000000000000" pitchFamily="2" charset="2"/>
              <a:buNone/>
            </a:pPr>
            <a:endParaRPr lang="zh-CN" altLang="en-US" sz="1350" strike="noStrike" noProof="1"/>
          </a:p>
          <a:p>
            <a:pPr eaLnBrk="1" fontAlgn="base" hangingPunct="1">
              <a:buSzPct val="90000"/>
              <a:buFont typeface="Wingdings" panose="05000000000000000000" pitchFamily="2" charset="2"/>
              <a:buChar char="v"/>
            </a:pPr>
            <a:r>
              <a:rPr lang="zh-CN" altLang="en-US" sz="1800" strike="noStrike" noProof="1"/>
              <a:t>注意事项：</a:t>
            </a:r>
            <a:endParaRPr lang="zh-CN" altLang="en-US" sz="1800" strike="noStrike" noProof="1"/>
          </a:p>
          <a:p>
            <a:pPr eaLnBrk="1" latinLnBrk="0" hangingPunct="1">
              <a:spcBef>
                <a:spcPts val="0"/>
              </a:spcBef>
              <a:spcAft>
                <a:spcPts val="0"/>
              </a:spcAft>
              <a:buSzPct val="90000"/>
              <a:buFont typeface="Wingdings" panose="05000000000000000000" pitchFamily="2" charset="2"/>
              <a:buChar char="ü"/>
            </a:pPr>
            <a:r>
              <a:rPr lang="zh-CN" altLang="en-US" sz="1600" strike="noStrike" noProof="1"/>
              <a:t>函数形参</a:t>
            </a:r>
            <a:r>
              <a:rPr lang="zh-CN" altLang="en-US" sz="1600" strike="noStrike" noProof="1">
                <a:solidFill>
                  <a:srgbClr val="FF0000"/>
                </a:solidFill>
              </a:rPr>
              <a:t>不需要</a:t>
            </a:r>
            <a:r>
              <a:rPr lang="zh-CN" altLang="en-US" sz="1600" strike="noStrike" noProof="1"/>
              <a:t>声明类型，也</a:t>
            </a:r>
            <a:r>
              <a:rPr lang="zh-CN" altLang="en-US" sz="1600" strike="noStrike" noProof="1">
                <a:solidFill>
                  <a:srgbClr val="FF0000"/>
                </a:solidFill>
              </a:rPr>
              <a:t>不需要</a:t>
            </a:r>
            <a:r>
              <a:rPr lang="zh-CN" altLang="en-US" sz="1600" strike="noStrike" noProof="1"/>
              <a:t>指定函数返回值类型</a:t>
            </a:r>
            <a:endParaRPr lang="zh-CN" altLang="en-US" sz="1600" strike="noStrike" noProof="1"/>
          </a:p>
          <a:p>
            <a:pPr eaLnBrk="1" latinLnBrk="0" hangingPunct="1">
              <a:spcBef>
                <a:spcPts val="0"/>
              </a:spcBef>
              <a:spcAft>
                <a:spcPts val="0"/>
              </a:spcAft>
              <a:buSzPct val="90000"/>
              <a:buFont typeface="Wingdings" panose="05000000000000000000" pitchFamily="2" charset="2"/>
              <a:buChar char="ü"/>
            </a:pPr>
            <a:r>
              <a:rPr lang="zh-CN" altLang="en-US" sz="1600" strike="noStrike" noProof="1"/>
              <a:t>即使该函数不需要接收任何参数，也</a:t>
            </a:r>
            <a:r>
              <a:rPr lang="zh-CN" altLang="en-US" sz="1600" strike="noStrike" noProof="1">
                <a:solidFill>
                  <a:srgbClr val="FF0000"/>
                </a:solidFill>
              </a:rPr>
              <a:t>必须</a:t>
            </a:r>
            <a:r>
              <a:rPr lang="zh-CN" altLang="en-US" sz="1600" strike="noStrike" noProof="1"/>
              <a:t>保留一对空的圆括号</a:t>
            </a:r>
            <a:endParaRPr lang="zh-CN" altLang="en-US" sz="1600" strike="noStrike" noProof="1"/>
          </a:p>
          <a:p>
            <a:pPr eaLnBrk="1" latinLnBrk="0" hangingPunct="1">
              <a:spcBef>
                <a:spcPts val="0"/>
              </a:spcBef>
              <a:spcAft>
                <a:spcPts val="0"/>
              </a:spcAft>
              <a:buSzPct val="90000"/>
              <a:buFont typeface="Wingdings" panose="05000000000000000000" pitchFamily="2" charset="2"/>
              <a:buChar char="ü"/>
            </a:pPr>
            <a:r>
              <a:rPr lang="zh-CN" altLang="en-US" sz="1600" strike="noStrike" noProof="1"/>
              <a:t>括号后面的</a:t>
            </a:r>
            <a:r>
              <a:rPr lang="zh-CN" altLang="en-US" sz="1600" strike="noStrike" noProof="1">
                <a:solidFill>
                  <a:srgbClr val="FF0000"/>
                </a:solidFill>
              </a:rPr>
              <a:t>冒号</a:t>
            </a:r>
            <a:r>
              <a:rPr lang="zh-CN" altLang="en-US" sz="1600" strike="noStrike" noProof="1"/>
              <a:t>必不可少</a:t>
            </a:r>
            <a:endParaRPr lang="zh-CN" altLang="en-US" sz="1600" strike="noStrike" noProof="1"/>
          </a:p>
          <a:p>
            <a:pPr eaLnBrk="1" latinLnBrk="0" hangingPunct="1">
              <a:spcBef>
                <a:spcPts val="0"/>
              </a:spcBef>
              <a:spcAft>
                <a:spcPts val="0"/>
              </a:spcAft>
              <a:buSzPct val="90000"/>
              <a:buFont typeface="Wingdings" panose="05000000000000000000" pitchFamily="2" charset="2"/>
              <a:buChar char="ü"/>
            </a:pPr>
            <a:r>
              <a:rPr lang="zh-CN" altLang="en-US" sz="1600" strike="noStrike" noProof="1"/>
              <a:t>函数体相对于def关键字必须保持一定的空格</a:t>
            </a:r>
            <a:r>
              <a:rPr lang="zh-CN" altLang="en-US" sz="1600" strike="noStrike" noProof="1">
                <a:solidFill>
                  <a:srgbClr val="FF0000"/>
                </a:solidFill>
              </a:rPr>
              <a:t>缩进</a:t>
            </a:r>
            <a:endParaRPr lang="zh-CN" altLang="en-US" sz="1600" strike="noStrike" noProof="1">
              <a:solidFill>
                <a:srgbClr val="FF0000"/>
              </a:solidFill>
            </a:endParaRPr>
          </a:p>
          <a:p>
            <a:pPr eaLnBrk="1" latinLnBrk="0" hangingPunct="1">
              <a:spcBef>
                <a:spcPts val="0"/>
              </a:spcBef>
              <a:spcAft>
                <a:spcPts val="0"/>
              </a:spcAft>
              <a:buSzPct val="90000"/>
              <a:buFont typeface="Wingdings" panose="05000000000000000000" pitchFamily="2" charset="2"/>
              <a:buChar char="ü"/>
            </a:pPr>
            <a:r>
              <a:rPr lang="zh-CN" altLang="en-US" sz="1600" strike="noStrike" noProof="1"/>
              <a:t>Python</a:t>
            </a:r>
            <a:r>
              <a:rPr lang="zh-CN" altLang="en-US" sz="1600" strike="noStrike" noProof="1">
                <a:solidFill>
                  <a:srgbClr val="FF0000"/>
                </a:solidFill>
              </a:rPr>
              <a:t>允许嵌套定义函数</a:t>
            </a:r>
            <a:endParaRPr lang="zh-CN" altLang="en-US" sz="1600" strike="noStrike" noProof="1">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2048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5.1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函数定义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24578" name="文本占位符 20482"/>
          <p:cNvSpPr>
            <a:spLocks noGrp="1"/>
          </p:cNvSpPr>
          <p:nvPr>
            <p:ph idx="1"/>
          </p:nvPr>
        </p:nvSpPr>
        <p:spPr>
          <a:xfrm>
            <a:off x="440690" y="1168400"/>
            <a:ext cx="6172200" cy="447675"/>
          </a:xfrm>
        </p:spPr>
        <p:txBody>
          <a:bodyPr wrap="square" lIns="68591" tIns="34295" rIns="68591" bIns="34295" anchor="t"/>
          <a:lstStyle/>
          <a:p>
            <a:pPr eaLnBrk="1" fontAlgn="base" hangingPunct="1">
              <a:lnSpc>
                <a:spcPct val="90000"/>
              </a:lnSpc>
              <a:buSzPct val="90000"/>
              <a:buFont typeface="Wingdings" panose="05000000000000000000" pitchFamily="2" charset="2"/>
              <a:buChar char="§"/>
            </a:pPr>
            <a:r>
              <a:rPr lang="zh-CN" altLang="en-US" sz="1800" strike="noStrike" noProof="1"/>
              <a:t>生成斐波那契数列中小于</a:t>
            </a:r>
            <a:r>
              <a:rPr lang="en-US" altLang="zh-CN" sz="1800" strike="noStrike" noProof="1"/>
              <a:t>n</a:t>
            </a:r>
            <a:r>
              <a:rPr lang="zh-CN" altLang="en-US" sz="1800" strike="noStrike" noProof="1"/>
              <a:t>的所有数值的函数定义：</a:t>
            </a:r>
            <a:endParaRPr lang="zh-CN" altLang="en-US" sz="1800" strike="noStrike" noProof="1"/>
          </a:p>
        </p:txBody>
      </p:sp>
      <p:sp>
        <p:nvSpPr>
          <p:cNvPr id="2" name="线形标注 2 1"/>
          <p:cNvSpPr/>
          <p:nvPr/>
        </p:nvSpPr>
        <p:spPr>
          <a:xfrm>
            <a:off x="2309813" y="4211638"/>
            <a:ext cx="1206500" cy="355600"/>
          </a:xfrm>
          <a:prstGeom prst="borderCallout2">
            <a:avLst>
              <a:gd name="adj1" fmla="val -291"/>
              <a:gd name="adj2" fmla="val 48580"/>
              <a:gd name="adj3" fmla="val -55642"/>
              <a:gd name="adj4" fmla="val 55717"/>
              <a:gd name="adj5" fmla="val -185214"/>
              <a:gd name="adj6" fmla="val 73186"/>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350" b="0" i="0" u="none" strike="noStrike" kern="1200" cap="none" spc="0" normalizeH="0" baseline="0" noProof="1">
                <a:ln>
                  <a:noFill/>
                </a:ln>
                <a:solidFill>
                  <a:schemeClr val="lt1"/>
                </a:solidFill>
                <a:effectLst/>
                <a:uLnTx/>
                <a:uFillTx/>
                <a:latin typeface="+mn-lt"/>
                <a:ea typeface="+mn-ea"/>
                <a:cs typeface="+mn-cs"/>
              </a:rPr>
              <a:t>调用函数</a:t>
            </a:r>
            <a:endParaRPr kumimoji="0" lang="zh-CN" altLang="en-US" sz="1350" b="0" i="0" u="none" strike="noStrike" kern="1200" cap="none" spc="0" normalizeH="0" baseline="0" noProof="1">
              <a:ln>
                <a:noFill/>
              </a:ln>
              <a:solidFill>
                <a:schemeClr val="lt1"/>
              </a:solidFill>
              <a:effectLst/>
              <a:uLnTx/>
              <a:uFillTx/>
              <a:latin typeface="+mn-lt"/>
              <a:ea typeface="+mn-ea"/>
              <a:cs typeface="+mn-cs"/>
            </a:endParaRPr>
          </a:p>
        </p:txBody>
      </p:sp>
      <p:sp>
        <p:nvSpPr>
          <p:cNvPr id="3" name="线形标注 2 2"/>
          <p:cNvSpPr/>
          <p:nvPr/>
        </p:nvSpPr>
        <p:spPr>
          <a:xfrm>
            <a:off x="4440238" y="4131945"/>
            <a:ext cx="1208088" cy="365125"/>
          </a:xfrm>
          <a:prstGeom prst="borderCallout2">
            <a:avLst>
              <a:gd name="adj1" fmla="val 18750"/>
              <a:gd name="adj2" fmla="val -8333"/>
              <a:gd name="adj3" fmla="val 18750"/>
              <a:gd name="adj4" fmla="val -16667"/>
              <a:gd name="adj5" fmla="val -155816"/>
              <a:gd name="adj6" fmla="val -5272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350" b="0" i="0" u="none" strike="noStrike" kern="1200" cap="none" spc="0" normalizeH="0" baseline="0" noProof="1">
                <a:ln>
                  <a:noFill/>
                </a:ln>
                <a:solidFill>
                  <a:schemeClr val="lt1"/>
                </a:solidFill>
                <a:effectLst/>
                <a:uLnTx/>
                <a:uFillTx/>
                <a:latin typeface="+mn-lt"/>
                <a:ea typeface="+mn-ea"/>
                <a:cs typeface="+mn-cs"/>
              </a:rPr>
              <a:t>1000</a:t>
            </a:r>
            <a:r>
              <a:rPr kumimoji="0" lang="zh-CN" altLang="en-US" sz="1350" b="0" i="0" u="none" strike="noStrike" kern="1200" cap="none" spc="0" normalizeH="0" baseline="0" noProof="1">
                <a:ln>
                  <a:noFill/>
                </a:ln>
                <a:solidFill>
                  <a:schemeClr val="lt1"/>
                </a:solidFill>
                <a:effectLst/>
                <a:uLnTx/>
                <a:uFillTx/>
                <a:latin typeface="+mn-lt"/>
                <a:ea typeface="+mn-ea"/>
                <a:cs typeface="+mn-cs"/>
              </a:rPr>
              <a:t>是实参</a:t>
            </a:r>
            <a:endParaRPr kumimoji="0" lang="zh-CN" altLang="en-US" sz="1350" b="0" i="0" u="none" strike="noStrike" kern="1200" cap="none" spc="0" normalizeH="0" baseline="0" noProof="1">
              <a:ln>
                <a:noFill/>
              </a:ln>
              <a:solidFill>
                <a:schemeClr val="lt1"/>
              </a:solidFill>
              <a:effectLst/>
              <a:uLnTx/>
              <a:uFillTx/>
              <a:latin typeface="+mn-lt"/>
              <a:ea typeface="+mn-ea"/>
              <a:cs typeface="+mn-cs"/>
            </a:endParaRPr>
          </a:p>
        </p:txBody>
      </p:sp>
      <p:sp>
        <p:nvSpPr>
          <p:cNvPr id="4" name="线形标注 2 3"/>
          <p:cNvSpPr/>
          <p:nvPr/>
        </p:nvSpPr>
        <p:spPr>
          <a:xfrm>
            <a:off x="4865688" y="1531938"/>
            <a:ext cx="1208088" cy="385763"/>
          </a:xfrm>
          <a:prstGeom prst="borderCallout2">
            <a:avLst>
              <a:gd name="adj1" fmla="val 18750"/>
              <a:gd name="adj2" fmla="val -8333"/>
              <a:gd name="adj3" fmla="val 18750"/>
              <a:gd name="adj4" fmla="val -16667"/>
              <a:gd name="adj5" fmla="val 140175"/>
              <a:gd name="adj6" fmla="val -75118"/>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350" b="0" i="0" u="none" strike="noStrike" kern="1200" cap="none" spc="0" normalizeH="0" baseline="0" noProof="1">
                <a:ln>
                  <a:noFill/>
                </a:ln>
                <a:solidFill>
                  <a:schemeClr val="lt1"/>
                </a:solidFill>
                <a:effectLst/>
                <a:uLnTx/>
                <a:uFillTx/>
                <a:latin typeface="+mn-lt"/>
                <a:ea typeface="+mn-ea"/>
                <a:cs typeface="+mn-cs"/>
              </a:rPr>
              <a:t>n</a:t>
            </a:r>
            <a:r>
              <a:rPr kumimoji="0" lang="zh-CN" altLang="en-US" sz="1350" b="0" i="0" u="none" strike="noStrike" kern="1200" cap="none" spc="0" normalizeH="0" baseline="0" noProof="1">
                <a:ln>
                  <a:noFill/>
                </a:ln>
                <a:solidFill>
                  <a:schemeClr val="lt1"/>
                </a:solidFill>
                <a:effectLst/>
                <a:uLnTx/>
                <a:uFillTx/>
                <a:latin typeface="+mn-lt"/>
                <a:ea typeface="+mn-ea"/>
                <a:cs typeface="+mn-cs"/>
              </a:rPr>
              <a:t>是形参</a:t>
            </a:r>
            <a:endParaRPr kumimoji="0" lang="zh-CN" altLang="en-US" sz="1350" b="0" i="0" u="none" strike="noStrike" kern="1200" cap="none" spc="0" normalizeH="0" baseline="0" noProof="1">
              <a:ln>
                <a:noFill/>
              </a:ln>
              <a:solidFill>
                <a:schemeClr val="lt1"/>
              </a:solidFill>
              <a:effectLst/>
              <a:uLnTx/>
              <a:uFillTx/>
              <a:latin typeface="+mn-lt"/>
              <a:ea typeface="+mn-ea"/>
              <a:cs typeface="+mn-cs"/>
            </a:endParaRPr>
          </a:p>
        </p:txBody>
      </p:sp>
      <p:sp>
        <p:nvSpPr>
          <p:cNvPr id="24582" name="文本框 4"/>
          <p:cNvSpPr txBox="1"/>
          <p:nvPr/>
        </p:nvSpPr>
        <p:spPr>
          <a:xfrm>
            <a:off x="3052763" y="2012950"/>
            <a:ext cx="2655887" cy="1855470"/>
          </a:xfrm>
          <a:prstGeom prst="rect">
            <a:avLst/>
          </a:prstGeom>
          <a:noFill/>
          <a:ln w="22225" cap="flat" cmpd="sng">
            <a:solidFill>
              <a:schemeClr val="accent1"/>
            </a:solidFill>
            <a:prstDash val="solid"/>
            <a:round/>
            <a:headEnd type="none" w="med" len="med"/>
            <a:tailEnd type="none" w="med" len="med"/>
          </a:ln>
        </p:spPr>
        <p:txBody>
          <a:bodyPr anchor="t">
            <a:spAutoFit/>
          </a:bodyPr>
          <a:lstStyle/>
          <a:p>
            <a:pPr>
              <a:lnSpc>
                <a:spcPct val="90000"/>
              </a:lnSpc>
              <a:buSzPct val="90000"/>
              <a:buFont typeface="Wingdings" panose="05000000000000000000" pitchFamily="2" charset="2"/>
              <a:buNone/>
            </a:pPr>
            <a:r>
              <a:rPr lang="en-US" altLang="zh-CN" sz="1400" dirty="0">
                <a:latin typeface="Consolas" panose="020B0609020204030204" pitchFamily="49" charset="0"/>
                <a:ea typeface="宋体" panose="02010600030101010101" pitchFamily="2" charset="-122"/>
              </a:rPr>
              <a:t>def fib(n):</a:t>
            </a:r>
            <a:endParaRPr lang="en-US" altLang="zh-CN" sz="1400" dirty="0">
              <a:latin typeface="Consolas" panose="020B0609020204030204" pitchFamily="49" charset="0"/>
              <a:ea typeface="宋体" panose="02010600030101010101" pitchFamily="2" charset="-122"/>
            </a:endParaRPr>
          </a:p>
          <a:p>
            <a:pPr>
              <a:lnSpc>
                <a:spcPct val="90000"/>
              </a:lnSpc>
              <a:buSzPct val="90000"/>
              <a:buFont typeface="Wingdings" panose="05000000000000000000" pitchFamily="2" charset="2"/>
              <a:buNone/>
            </a:pPr>
            <a:r>
              <a:rPr lang="en-US" altLang="zh-CN" sz="1400" dirty="0">
                <a:latin typeface="Consolas" panose="020B0609020204030204" pitchFamily="49" charset="0"/>
                <a:ea typeface="宋体" panose="02010600030101010101" pitchFamily="2" charset="-122"/>
              </a:rPr>
              <a:t>    a, b = 1, 1</a:t>
            </a:r>
            <a:endParaRPr lang="en-US" altLang="zh-CN" sz="1400" dirty="0">
              <a:latin typeface="Consolas" panose="020B0609020204030204" pitchFamily="49" charset="0"/>
              <a:ea typeface="宋体" panose="02010600030101010101" pitchFamily="2" charset="-122"/>
            </a:endParaRPr>
          </a:p>
          <a:p>
            <a:pPr>
              <a:lnSpc>
                <a:spcPct val="90000"/>
              </a:lnSpc>
              <a:buSzPct val="90000"/>
              <a:buFont typeface="Wingdings" panose="05000000000000000000" pitchFamily="2" charset="2"/>
              <a:buNone/>
            </a:pPr>
            <a:r>
              <a:rPr lang="en-US" altLang="zh-CN" sz="1400" dirty="0">
                <a:latin typeface="Consolas" panose="020B0609020204030204" pitchFamily="49" charset="0"/>
                <a:ea typeface="宋体" panose="02010600030101010101" pitchFamily="2" charset="-122"/>
              </a:rPr>
              <a:t>    while a &lt; n:</a:t>
            </a:r>
            <a:endParaRPr lang="en-US" altLang="zh-CN" sz="1400" dirty="0">
              <a:latin typeface="Consolas" panose="020B0609020204030204" pitchFamily="49" charset="0"/>
              <a:ea typeface="宋体" panose="02010600030101010101" pitchFamily="2" charset="-122"/>
            </a:endParaRPr>
          </a:p>
          <a:p>
            <a:pPr>
              <a:lnSpc>
                <a:spcPct val="90000"/>
              </a:lnSpc>
              <a:buSzPct val="90000"/>
              <a:buFont typeface="Wingdings" panose="05000000000000000000" pitchFamily="2" charset="2"/>
              <a:buNone/>
            </a:pPr>
            <a:r>
              <a:rPr lang="en-US" altLang="zh-CN" sz="1400" dirty="0">
                <a:latin typeface="Consolas" panose="020B0609020204030204" pitchFamily="49" charset="0"/>
                <a:ea typeface="宋体" panose="02010600030101010101" pitchFamily="2" charset="-122"/>
              </a:rPr>
              <a:t>        print(a, end=' ')</a:t>
            </a:r>
            <a:endParaRPr lang="en-US" altLang="zh-CN" sz="1400" dirty="0">
              <a:latin typeface="Consolas" panose="020B0609020204030204" pitchFamily="49" charset="0"/>
              <a:ea typeface="宋体" panose="02010600030101010101" pitchFamily="2" charset="-122"/>
            </a:endParaRPr>
          </a:p>
          <a:p>
            <a:pPr>
              <a:lnSpc>
                <a:spcPct val="90000"/>
              </a:lnSpc>
              <a:buSzPct val="90000"/>
              <a:buFont typeface="Wingdings" panose="05000000000000000000" pitchFamily="2" charset="2"/>
              <a:buNone/>
            </a:pPr>
            <a:r>
              <a:rPr lang="en-US" altLang="zh-CN" sz="1400" dirty="0">
                <a:latin typeface="Consolas" panose="020B0609020204030204" pitchFamily="49" charset="0"/>
                <a:ea typeface="宋体" panose="02010600030101010101" pitchFamily="2" charset="-122"/>
              </a:rPr>
              <a:t>        a, b = b, a+b</a:t>
            </a:r>
            <a:endParaRPr lang="en-US" altLang="zh-CN" sz="1400" dirty="0">
              <a:latin typeface="Consolas" panose="020B0609020204030204" pitchFamily="49" charset="0"/>
              <a:ea typeface="宋体" panose="02010600030101010101" pitchFamily="2" charset="-122"/>
            </a:endParaRPr>
          </a:p>
          <a:p>
            <a:pPr>
              <a:lnSpc>
                <a:spcPct val="90000"/>
              </a:lnSpc>
              <a:buSzPct val="90000"/>
              <a:buFont typeface="Wingdings" panose="05000000000000000000" pitchFamily="2" charset="2"/>
              <a:buNone/>
            </a:pPr>
            <a:r>
              <a:rPr lang="en-US" altLang="zh-CN" sz="1400" dirty="0">
                <a:latin typeface="Consolas" panose="020B0609020204030204" pitchFamily="49" charset="0"/>
                <a:ea typeface="宋体" panose="02010600030101010101" pitchFamily="2" charset="-122"/>
              </a:rPr>
              <a:t>    print()</a:t>
            </a:r>
            <a:endParaRPr lang="en-US" altLang="zh-CN" sz="1400" dirty="0">
              <a:latin typeface="Consolas" panose="020B0609020204030204" pitchFamily="49" charset="0"/>
              <a:ea typeface="宋体" panose="02010600030101010101" pitchFamily="2" charset="-122"/>
            </a:endParaRPr>
          </a:p>
          <a:p>
            <a:pPr>
              <a:lnSpc>
                <a:spcPct val="90000"/>
              </a:lnSpc>
              <a:buSzPct val="90000"/>
              <a:buFont typeface="Wingdings" panose="05000000000000000000" pitchFamily="2" charset="2"/>
              <a:buNone/>
            </a:pPr>
            <a:endParaRPr lang="en-US" altLang="zh-CN" sz="1400" dirty="0">
              <a:latin typeface="Consolas" panose="020B0609020204030204" pitchFamily="49" charset="0"/>
              <a:ea typeface="宋体" panose="02010600030101010101" pitchFamily="2" charset="-122"/>
            </a:endParaRPr>
          </a:p>
          <a:p>
            <a:pPr>
              <a:lnSpc>
                <a:spcPct val="90000"/>
              </a:lnSpc>
              <a:buSzPct val="90000"/>
              <a:buFont typeface="Wingdings" panose="05000000000000000000" pitchFamily="2" charset="2"/>
              <a:buNone/>
            </a:pPr>
            <a:r>
              <a:rPr lang="en-US" altLang="zh-CN" sz="1400" dirty="0">
                <a:latin typeface="Consolas" panose="020B0609020204030204" pitchFamily="49" charset="0"/>
                <a:ea typeface="宋体" panose="02010600030101010101" pitchFamily="2" charset="-122"/>
              </a:rPr>
              <a:t>fib(1000)</a:t>
            </a:r>
            <a:endParaRPr lang="en-US" altLang="zh-CN" sz="1400" dirty="0">
              <a:latin typeface="Consolas" panose="020B0609020204030204" pitchFamily="49" charset="0"/>
              <a:ea typeface="宋体" panose="02010600030101010101" pitchFamily="2" charset="-122"/>
            </a:endParaRPr>
          </a:p>
          <a:p>
            <a:endParaRPr lang="zh-CN" altLang="en-US" sz="1400" dirty="0">
              <a:latin typeface="Arial" panose="020B0604020202020204" pitchFamily="34" charset="0"/>
              <a:ea typeface="宋体" panose="02010600030101010101" pitchFamily="2" charset="-122"/>
            </a:endParaRPr>
          </a:p>
        </p:txBody>
      </p:sp>
      <p:sp>
        <p:nvSpPr>
          <p:cNvPr id="6" name="线形标注 1 5"/>
          <p:cNvSpPr/>
          <p:nvPr/>
        </p:nvSpPr>
        <p:spPr>
          <a:xfrm>
            <a:off x="1914525" y="2713038"/>
            <a:ext cx="944563" cy="374650"/>
          </a:xfrm>
          <a:prstGeom prst="borderCallout1">
            <a:avLst>
              <a:gd name="adj1" fmla="val -4574"/>
              <a:gd name="adj2" fmla="val 48895"/>
              <a:gd name="adj3" fmla="val -136276"/>
              <a:gd name="adj4" fmla="val 1447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350" b="0" i="0" u="none" strike="noStrike" kern="1200" cap="none" spc="0" normalizeH="0" baseline="0" noProof="1">
                <a:ln>
                  <a:noFill/>
                </a:ln>
                <a:solidFill>
                  <a:schemeClr val="lt1"/>
                </a:solidFill>
                <a:effectLst/>
                <a:uLnTx/>
                <a:uFillTx/>
                <a:latin typeface="+mn-lt"/>
                <a:ea typeface="+mn-ea"/>
                <a:cs typeface="+mn-cs"/>
              </a:rPr>
              <a:t>定义头</a:t>
            </a:r>
            <a:endParaRPr kumimoji="0" lang="zh-CN" altLang="en-US" sz="1350" b="0" i="0" u="none" strike="noStrike" kern="1200" cap="none" spc="0" normalizeH="0" baseline="0" noProof="1">
              <a:ln>
                <a:noFill/>
              </a:ln>
              <a:solidFill>
                <a:schemeClr val="lt1"/>
              </a:solidFill>
              <a:effectLst/>
              <a:uLnTx/>
              <a:uFillTx/>
              <a:latin typeface="+mn-lt"/>
              <a:ea typeface="+mn-ea"/>
              <a:cs typeface="+mn-cs"/>
            </a:endParaRPr>
          </a:p>
        </p:txBody>
      </p:sp>
      <p:sp>
        <p:nvSpPr>
          <p:cNvPr id="7" name="矩形 6"/>
          <p:cNvSpPr/>
          <p:nvPr/>
        </p:nvSpPr>
        <p:spPr>
          <a:xfrm>
            <a:off x="3435350" y="2238375"/>
            <a:ext cx="2167255" cy="979805"/>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350" b="0" i="0" u="none" strike="noStrike" kern="1200" cap="none" spc="0" normalizeH="0" baseline="0" noProof="1">
              <a:ln>
                <a:noFill/>
              </a:ln>
              <a:solidFill>
                <a:schemeClr val="lt1"/>
              </a:solidFill>
              <a:effectLst/>
              <a:uLnTx/>
              <a:uFillTx/>
              <a:latin typeface="+mn-lt"/>
              <a:ea typeface="+mn-ea"/>
              <a:cs typeface="+mn-cs"/>
            </a:endParaRPr>
          </a:p>
        </p:txBody>
      </p:sp>
      <p:sp>
        <p:nvSpPr>
          <p:cNvPr id="8" name="线形标注 2 7"/>
          <p:cNvSpPr/>
          <p:nvPr/>
        </p:nvSpPr>
        <p:spPr>
          <a:xfrm>
            <a:off x="6366510" y="1852295"/>
            <a:ext cx="1208088" cy="385763"/>
          </a:xfrm>
          <a:prstGeom prst="borderCallout2">
            <a:avLst>
              <a:gd name="adj1" fmla="val 18750"/>
              <a:gd name="adj2" fmla="val -8333"/>
              <a:gd name="adj3" fmla="val 18750"/>
              <a:gd name="adj4" fmla="val -16667"/>
              <a:gd name="adj5" fmla="val 99629"/>
              <a:gd name="adj6" fmla="val -6565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350" b="0" i="0" u="none" strike="noStrike" kern="1200" cap="none" spc="0" normalizeH="0" baseline="0" noProof="1">
                <a:ln>
                  <a:noFill/>
                </a:ln>
                <a:solidFill>
                  <a:schemeClr val="lt1"/>
                </a:solidFill>
                <a:effectLst/>
                <a:uLnTx/>
                <a:uFillTx/>
                <a:latin typeface="+mn-lt"/>
                <a:ea typeface="+mn-ea"/>
                <a:cs typeface="+mn-cs"/>
              </a:rPr>
              <a:t>函数体</a:t>
            </a:r>
            <a:endParaRPr kumimoji="0" lang="zh-CN" altLang="en-US" sz="1350" b="0" i="0" u="none" strike="noStrike" kern="1200" cap="none" spc="0" normalizeH="0" baseline="0" noProof="1">
              <a:ln>
                <a:noFill/>
              </a:ln>
              <a:solidFill>
                <a:schemeClr val="lt1"/>
              </a:solidFill>
              <a:effectLst/>
              <a:uLnTx/>
              <a:uFillTx/>
              <a:latin typeface="+mn-lt"/>
              <a:ea typeface="+mn-ea"/>
              <a:cs typeface="+mn-cs"/>
            </a:endParaRPr>
          </a:p>
        </p:txBody>
      </p:sp>
      <p:sp>
        <p:nvSpPr>
          <p:cNvPr id="5" name="线形标注 2 1"/>
          <p:cNvSpPr/>
          <p:nvPr/>
        </p:nvSpPr>
        <p:spPr>
          <a:xfrm>
            <a:off x="695325" y="3729355"/>
            <a:ext cx="1473200" cy="402590"/>
          </a:xfrm>
          <a:prstGeom prst="borderCallout2">
            <a:avLst>
              <a:gd name="adj1" fmla="val -291"/>
              <a:gd name="adj2" fmla="val 48580"/>
              <a:gd name="adj3" fmla="val -55642"/>
              <a:gd name="adj4" fmla="val 55717"/>
              <a:gd name="adj5" fmla="val -96529"/>
              <a:gd name="adj6" fmla="val 172801"/>
            </a:avLst>
          </a:prstGeom>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350" b="0" i="0" u="none" strike="noStrike" kern="1200" cap="none" spc="0" normalizeH="0" baseline="0" noProof="1">
                <a:ln>
                  <a:noFill/>
                </a:ln>
                <a:solidFill>
                  <a:schemeClr val="lt1"/>
                </a:solidFill>
                <a:effectLst/>
                <a:uLnTx/>
                <a:uFillTx/>
                <a:latin typeface="+mn-lt"/>
                <a:ea typeface="+mn-ea"/>
                <a:cs typeface="+mn-cs"/>
              </a:rPr>
              <a:t>函数定义结束后增加一个空行</a:t>
            </a:r>
            <a:endParaRPr kumimoji="0" lang="zh-CN" altLang="en-US" sz="1350" b="0" i="0" u="none" strike="noStrike" kern="1200" cap="none" spc="0" normalizeH="0" baseline="0" noProof="1">
              <a:ln>
                <a:noFill/>
              </a:ln>
              <a:solidFill>
                <a:schemeClr val="lt1"/>
              </a:solidFill>
              <a:effectLst/>
              <a:uLnTx/>
              <a:uFillTx/>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标题 21505"/>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5.1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函数定义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25602" name="文本占位符 21506"/>
          <p:cNvSpPr>
            <a:spLocks noGrp="1"/>
          </p:cNvSpPr>
          <p:nvPr>
            <p:ph idx="1"/>
          </p:nvPr>
        </p:nvSpPr>
        <p:spPr>
          <a:xfrm>
            <a:off x="332105" y="1109980"/>
            <a:ext cx="7325995" cy="3395345"/>
          </a:xfrm>
        </p:spPr>
        <p:txBody>
          <a:bodyPr wrap="square" lIns="68591" tIns="34295" rIns="68591" bIns="34295" anchor="t"/>
          <a:lstStyle/>
          <a:p>
            <a:pPr eaLnBrk="1" hangingPunct="1">
              <a:lnSpc>
                <a:spcPct val="150000"/>
              </a:lnSpc>
              <a:spcBef>
                <a:spcPct val="0"/>
              </a:spcBef>
              <a:buSzPct val="90000"/>
              <a:buFont typeface="Wingdings" panose="05000000000000000000" pitchFamily="2" charset="2"/>
              <a:buChar char="§"/>
            </a:pPr>
            <a:r>
              <a:rPr lang="zh-CN" altLang="en-US" sz="1800" dirty="0"/>
              <a:t>在定义函数时，开头部分的注释并不是必需的，但如果为函数的定义加上注释的话，可以为用户提供</a:t>
            </a:r>
            <a:r>
              <a:rPr lang="zh-CN" altLang="en-US" sz="1800" dirty="0">
                <a:solidFill>
                  <a:srgbClr val="FF0000"/>
                </a:solidFill>
              </a:rPr>
              <a:t>友好的提示</a:t>
            </a:r>
            <a:r>
              <a:rPr lang="zh-CN" altLang="en-US" sz="1800" dirty="0"/>
              <a:t>。</a:t>
            </a:r>
            <a:endParaRPr lang="zh-CN" altLang="en-US" sz="1800" dirty="0"/>
          </a:p>
          <a:p>
            <a:pPr eaLnBrk="1" hangingPunct="1">
              <a:lnSpc>
                <a:spcPct val="80000"/>
              </a:lnSpc>
              <a:buSzPct val="90000"/>
              <a:buFont typeface="Wingdings" panose="05000000000000000000" pitchFamily="2" charset="2"/>
              <a:buNone/>
            </a:pPr>
            <a:endParaRPr lang="en-US" altLang="zh-CN" sz="1500" dirty="0"/>
          </a:p>
        </p:txBody>
      </p:sp>
      <p:pic>
        <p:nvPicPr>
          <p:cNvPr id="25603" name="图片 43"/>
          <p:cNvPicPr>
            <a:picLocks noGrp="1" noChangeAspect="1"/>
          </p:cNvPicPr>
          <p:nvPr/>
        </p:nvPicPr>
        <p:blipFill>
          <a:blip r:embed="rId1">
            <a:clrChange>
              <a:clrFrom>
                <a:srgbClr val="FFFFFF"/>
              </a:clrFrom>
              <a:clrTo>
                <a:srgbClr val="FFFFFF">
                  <a:alpha val="0"/>
                </a:srgbClr>
              </a:clrTo>
            </a:clrChange>
          </a:blip>
          <a:stretch>
            <a:fillRect/>
          </a:stretch>
        </p:blipFill>
        <p:spPr>
          <a:xfrm>
            <a:off x="903605" y="1979295"/>
            <a:ext cx="6585585" cy="281178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3220" y="1100455"/>
            <a:ext cx="8179435" cy="3395980"/>
          </a:xfrm>
        </p:spPr>
        <p:txBody>
          <a:bodyPr vert="horz" wrap="square" lIns="68591" tIns="34295" rIns="68591" bIns="34295" numCol="1" anchor="t" anchorCtr="0" compatLnSpc="1"/>
          <a:lstStyle/>
          <a:p>
            <a:pPr marL="285750" marR="0" lvl="0" indent="-285750" algn="l" defTabSz="914400" rtl="0" eaLnBrk="1" latinLnBrk="0" hangingPunct="1">
              <a:lnSpc>
                <a:spcPct val="100000"/>
              </a:lnSpc>
              <a:spcBef>
                <a:spcPts val="0"/>
              </a:spcBef>
              <a:spcAft>
                <a:spcPct val="0"/>
              </a:spcAft>
              <a:buClrTx/>
              <a:buSzTx/>
              <a:buFont typeface="Wingdings" panose="05000000000000000000" charset="0"/>
              <a:buChar char="§"/>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选讲：</a:t>
            </a:r>
            <a:r>
              <a:rPr kumimoji="0" lang="en-US" sz="1800" b="0" i="0" u="none" strike="noStrike" kern="1200" cap="none" spc="0" normalizeH="0" baseline="0" noProof="1">
                <a:ln>
                  <a:noFill/>
                </a:ln>
                <a:solidFill>
                  <a:schemeClr val="tx1"/>
                </a:solidFill>
                <a:effectLst/>
                <a:uLnTx/>
                <a:uFillTx/>
                <a:latin typeface="+mn-lt"/>
                <a:ea typeface="+mn-ea"/>
                <a:cs typeface="+mn-cs"/>
              </a:rPr>
              <a:t>Python中的函数和自定义对象的成员也是可以随时发生改变的，</a:t>
            </a:r>
            <a:r>
              <a:rPr kumimoji="0" lang="en-US" sz="1800" b="0" i="0" u="none" strike="noStrike" kern="1200" cap="none" spc="0" normalizeH="0" baseline="0" noProof="1">
                <a:ln>
                  <a:noFill/>
                </a:ln>
                <a:solidFill>
                  <a:srgbClr val="FF0000"/>
                </a:solidFill>
                <a:effectLst/>
                <a:uLnTx/>
                <a:uFillTx/>
                <a:latin typeface="+mn-lt"/>
                <a:ea typeface="+mn-ea"/>
                <a:cs typeface="+mn-cs"/>
              </a:rPr>
              <a:t>可以为函数和自定义对象动态增加新成员</a:t>
            </a:r>
            <a:r>
              <a:rPr kumimoji="0" lang="en-US" sz="1800" b="0" i="0" u="none" strike="noStrike" kern="1200" cap="none" spc="0" normalizeH="0" baseline="0" noProof="1">
                <a:ln>
                  <a:noFill/>
                </a:ln>
                <a:solidFill>
                  <a:schemeClr val="tx1"/>
                </a:solidFill>
                <a:effectLst/>
                <a:uLnTx/>
                <a:uFillTx/>
                <a:latin typeface="+mn-lt"/>
                <a:ea typeface="+mn-ea"/>
                <a:cs typeface="+mn-cs"/>
              </a:rPr>
              <a:t>。</a:t>
            </a:r>
            <a:endParaRPr kumimoji="0" lang="en-US" sz="18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def func():</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print(func.x)                 #查看函数func的成员x</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func()                            #现在函数func还没有成员x，出错</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rPr>
              <a:t>AttributeError: 'function' object has no attribute 'x'</a:t>
            </a:r>
            <a:endParaRPr kumimoji="0" 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func.x = 3                        #动态为函数增加新成员</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func()</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3</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func.x                            #在外部也可以直接访问函数的成员</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3</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del func.x                        #删除函数成员</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func()                            #删除之后不可访问</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rPr>
              <a:t>AttributeError: 'function' object has no attribute 'x'</a:t>
            </a:r>
            <a:endParaRPr kumimoji="0" 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endParaRPr>
          </a:p>
        </p:txBody>
      </p:sp>
      <p:sp>
        <p:nvSpPr>
          <p:cNvPr id="27650" name="标题 21505"/>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5.1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函数定义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Content Placeholder 2"/>
          <p:cNvSpPr>
            <a:spLocks noGrp="1"/>
          </p:cNvSpPr>
          <p:nvPr>
            <p:ph idx="1"/>
          </p:nvPr>
        </p:nvSpPr>
        <p:spPr>
          <a:xfrm>
            <a:off x="389890" y="1096010"/>
            <a:ext cx="8063865" cy="3395980"/>
          </a:xfrm>
        </p:spPr>
        <p:txBody>
          <a:bodyPr vert="horz" wrap="square" lIns="68591" tIns="34295" rIns="68591" bIns="34295" numCol="1" anchor="t" anchorCtr="0" compatLnSpc="1"/>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charset="0"/>
              <a:buChar char="§"/>
              <a:defRPr/>
            </a:pPr>
            <a:r>
              <a:rPr kumimoji="0" lang="en-US" altLang="en-US" sz="16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函数的</a:t>
            </a:r>
            <a:r>
              <a:rPr kumimoji="0" lang="en-US" altLang="en-US" sz="1600" b="0" i="0" u="none" strike="noStrike" kern="1200" cap="none" spc="0" normalizeH="0" baseline="0" noProof="1">
                <a:ln>
                  <a:noFill/>
                </a:ln>
                <a:solidFill>
                  <a:srgbClr val="FF0000"/>
                </a:solidFill>
                <a:effectLst/>
                <a:uLnTx/>
                <a:uFillTx/>
                <a:latin typeface="宋体" panose="02010600030101010101" pitchFamily="2" charset="-122"/>
                <a:ea typeface="+mn-ea"/>
                <a:cs typeface="+mn-cs"/>
              </a:rPr>
              <a:t>递归调用</a:t>
            </a:r>
            <a:r>
              <a:rPr kumimoji="0" lang="en-US" altLang="en-US" sz="16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是函数调用的一种特殊情况，函数调用自己，自己再调用自己，自己再调用自己，...，当</a:t>
            </a:r>
            <a:r>
              <a:rPr kumimoji="0" lang="en-US" altLang="en-US" sz="1600" b="0" i="0" u="none" strike="noStrike" kern="1200" cap="none" spc="0" normalizeH="0" baseline="0" noProof="1">
                <a:ln>
                  <a:noFill/>
                </a:ln>
                <a:solidFill>
                  <a:srgbClr val="FF0000"/>
                </a:solidFill>
                <a:effectLst/>
                <a:uLnTx/>
                <a:uFillTx/>
                <a:latin typeface="宋体" panose="02010600030101010101" pitchFamily="2" charset="-122"/>
                <a:ea typeface="+mn-ea"/>
                <a:cs typeface="+mn-cs"/>
              </a:rPr>
              <a:t>某个条件得到满足的时候就不再调用了</a:t>
            </a:r>
            <a:r>
              <a:rPr kumimoji="0" lang="en-US" altLang="en-US" sz="16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，然后再</a:t>
            </a:r>
            <a:r>
              <a:rPr kumimoji="0" lang="en-US" altLang="en-US" sz="1600" b="0" i="0" u="none" strike="noStrike" kern="1200" cap="none" spc="0" normalizeH="0" baseline="0" noProof="1">
                <a:ln>
                  <a:noFill/>
                </a:ln>
                <a:solidFill>
                  <a:srgbClr val="FF0000"/>
                </a:solidFill>
                <a:effectLst/>
                <a:uLnTx/>
                <a:uFillTx/>
                <a:latin typeface="宋体" panose="02010600030101010101" pitchFamily="2" charset="-122"/>
                <a:ea typeface="+mn-ea"/>
                <a:cs typeface="+mn-cs"/>
              </a:rPr>
              <a:t>一层一层地返回</a:t>
            </a:r>
            <a:r>
              <a:rPr kumimoji="0" lang="en-US" altLang="en-US" sz="16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直到该函数第一次调用</a:t>
            </a:r>
            <a:r>
              <a:rPr kumimoji="0" lang="zh-CN" altLang="en-US" sz="16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的位置。</a:t>
            </a:r>
            <a:endParaRPr kumimoji="0" lang="zh-CN" altLang="en-US" sz="1500" b="0" i="0" u="none" strike="noStrike" kern="1200" cap="none" spc="0" normalizeH="0" baseline="0" noProof="1">
              <a:ln>
                <a:noFill/>
              </a:ln>
              <a:solidFill>
                <a:schemeClr val="tx1"/>
              </a:solidFill>
              <a:effectLst/>
              <a:uLnTx/>
              <a:uFillTx/>
              <a:latin typeface="宋体" panose="02010600030101010101" pitchFamily="2" charset="-122"/>
              <a:ea typeface="+mn-ea"/>
              <a:cs typeface="+mn-cs"/>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charset="0"/>
              <a:buChar char="§"/>
              <a:defRPr/>
            </a:pPr>
            <a:r>
              <a:rPr kumimoji="0" lang="zh-CN" altLang="en-US" sz="15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设置递归深度：</a:t>
            </a:r>
            <a:endParaRPr kumimoji="0" lang="zh-CN" altLang="en-US" sz="1500" b="0" i="0" u="none" strike="noStrike" kern="1200" cap="none" spc="0" normalizeH="0" baseline="0" noProof="1">
              <a:ln>
                <a:noFill/>
              </a:ln>
              <a:solidFill>
                <a:schemeClr val="tx1"/>
              </a:solidFill>
              <a:effectLst/>
              <a:uLnTx/>
              <a:uFillTx/>
              <a:latin typeface="宋体" panose="02010600030101010101" pitchFamily="2" charset="-122"/>
              <a:ea typeface="+mn-ea"/>
              <a:cs typeface="+mn-cs"/>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charset="0"/>
              <a:buNone/>
              <a:defRPr/>
            </a:pPr>
            <a:r>
              <a:rPr kumimoji="0" lang="zh-CN" altLang="en-US" sz="15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import sys</a:t>
            </a:r>
            <a:endParaRPr kumimoji="0" lang="zh-CN" altLang="en-US" sz="15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charset="0"/>
              <a:buNone/>
              <a:defRPr/>
            </a:pPr>
            <a:r>
              <a:rPr kumimoji="0" lang="zh-CN" altLang="en-US" sz="15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sys.setrecursionlimit(3000)</a:t>
            </a:r>
            <a:endParaRPr kumimoji="0" lang="zh-CN" altLang="en-US" sz="15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p:txBody>
      </p:sp>
      <p:grpSp>
        <p:nvGrpSpPr>
          <p:cNvPr id="27650" name="画布 110"/>
          <p:cNvGrpSpPr/>
          <p:nvPr/>
        </p:nvGrpSpPr>
        <p:grpSpPr>
          <a:xfrm>
            <a:off x="1966913" y="2562225"/>
            <a:ext cx="4938712" cy="2049463"/>
            <a:chOff x="0" y="0"/>
            <a:chExt cx="6253" cy="4219"/>
          </a:xfrm>
        </p:grpSpPr>
        <p:sp>
          <p:nvSpPr>
            <p:cNvPr id="27651" name="Rectangle 1073743955"/>
            <p:cNvSpPr/>
            <p:nvPr/>
          </p:nvSpPr>
          <p:spPr>
            <a:xfrm>
              <a:off x="0" y="0"/>
              <a:ext cx="6241" cy="4219"/>
            </a:xfrm>
            <a:prstGeom prst="rect">
              <a:avLst/>
            </a:prstGeom>
            <a:noFill/>
            <a:ln w="9525">
              <a:noFill/>
            </a:ln>
          </p:spPr>
          <p:txBody>
            <a:bodyPr anchor="t"/>
            <a:lstStyle/>
            <a:p>
              <a:endParaRPr lang="en-US" altLang="en-US" sz="1200" dirty="0">
                <a:latin typeface="Arial" panose="020B0604020202020204" pitchFamily="34" charset="0"/>
                <a:ea typeface="宋体" panose="02010600030101010101" pitchFamily="2" charset="-122"/>
              </a:endParaRPr>
            </a:p>
          </p:txBody>
        </p:sp>
        <p:cxnSp>
          <p:nvCxnSpPr>
            <p:cNvPr id="27652" name="直接箭头连接符 99"/>
            <p:cNvCxnSpPr/>
            <p:nvPr/>
          </p:nvCxnSpPr>
          <p:spPr>
            <a:xfrm>
              <a:off x="381" y="472"/>
              <a:ext cx="0" cy="1095"/>
            </a:xfrm>
            <a:prstGeom prst="straightConnector1">
              <a:avLst/>
            </a:prstGeom>
            <a:ln w="6350" cap="flat" cmpd="sng">
              <a:solidFill>
                <a:srgbClr val="5B9BD5"/>
              </a:solidFill>
              <a:prstDash val="solid"/>
              <a:round/>
              <a:headEnd type="none" w="med" len="med"/>
              <a:tailEnd type="arrow" w="med" len="med"/>
            </a:ln>
          </p:spPr>
        </p:cxnSp>
        <p:cxnSp>
          <p:nvCxnSpPr>
            <p:cNvPr id="27653" name="直接箭头连接符 100"/>
            <p:cNvCxnSpPr/>
            <p:nvPr/>
          </p:nvCxnSpPr>
          <p:spPr>
            <a:xfrm flipV="1">
              <a:off x="516" y="622"/>
              <a:ext cx="485" cy="840"/>
            </a:xfrm>
            <a:prstGeom prst="straightConnector1">
              <a:avLst/>
            </a:prstGeom>
            <a:ln w="6350" cap="flat" cmpd="sng">
              <a:solidFill>
                <a:srgbClr val="5B9BD5"/>
              </a:solidFill>
              <a:prstDash val="solid"/>
              <a:round/>
              <a:headEnd type="none" w="med" len="med"/>
              <a:tailEnd type="arrow" w="med" len="med"/>
            </a:ln>
          </p:spPr>
        </p:cxnSp>
        <p:cxnSp>
          <p:nvCxnSpPr>
            <p:cNvPr id="27654" name="直接箭头连接符 101"/>
            <p:cNvCxnSpPr/>
            <p:nvPr/>
          </p:nvCxnSpPr>
          <p:spPr>
            <a:xfrm>
              <a:off x="1086" y="517"/>
              <a:ext cx="0" cy="1530"/>
            </a:xfrm>
            <a:prstGeom prst="straightConnector1">
              <a:avLst/>
            </a:prstGeom>
            <a:ln w="6350" cap="flat" cmpd="sng">
              <a:solidFill>
                <a:srgbClr val="5B9BD5"/>
              </a:solidFill>
              <a:prstDash val="solid"/>
              <a:round/>
              <a:headEnd type="none" w="med" len="med"/>
              <a:tailEnd type="arrow" w="med" len="med"/>
            </a:ln>
          </p:spPr>
        </p:cxnSp>
        <p:cxnSp>
          <p:nvCxnSpPr>
            <p:cNvPr id="27655" name="直接箭头连接符 102"/>
            <p:cNvCxnSpPr/>
            <p:nvPr/>
          </p:nvCxnSpPr>
          <p:spPr>
            <a:xfrm flipV="1">
              <a:off x="1191" y="682"/>
              <a:ext cx="693" cy="1200"/>
            </a:xfrm>
            <a:prstGeom prst="straightConnector1">
              <a:avLst/>
            </a:prstGeom>
            <a:ln w="6350" cap="flat" cmpd="sng">
              <a:solidFill>
                <a:srgbClr val="5B9BD5"/>
              </a:solidFill>
              <a:prstDash val="solid"/>
              <a:round/>
              <a:headEnd type="none" w="med" len="med"/>
              <a:tailEnd type="arrow" w="med" len="med"/>
            </a:ln>
          </p:spPr>
        </p:cxnSp>
        <p:cxnSp>
          <p:nvCxnSpPr>
            <p:cNvPr id="27656" name="直接箭头连接符 103"/>
            <p:cNvCxnSpPr/>
            <p:nvPr/>
          </p:nvCxnSpPr>
          <p:spPr>
            <a:xfrm>
              <a:off x="1918" y="553"/>
              <a:ext cx="0" cy="1530"/>
            </a:xfrm>
            <a:prstGeom prst="straightConnector1">
              <a:avLst/>
            </a:prstGeom>
            <a:ln w="6350" cap="flat" cmpd="sng">
              <a:solidFill>
                <a:srgbClr val="5B9BD5"/>
              </a:solidFill>
              <a:prstDash val="solid"/>
              <a:round/>
              <a:headEnd type="none" w="med" len="med"/>
              <a:tailEnd type="arrow" w="med" len="med"/>
            </a:ln>
          </p:spPr>
        </p:cxnSp>
        <p:cxnSp>
          <p:nvCxnSpPr>
            <p:cNvPr id="27657" name="直接箭头连接符 104"/>
            <p:cNvCxnSpPr/>
            <p:nvPr/>
          </p:nvCxnSpPr>
          <p:spPr>
            <a:xfrm flipV="1">
              <a:off x="2023" y="718"/>
              <a:ext cx="693" cy="1200"/>
            </a:xfrm>
            <a:prstGeom prst="straightConnector1">
              <a:avLst/>
            </a:prstGeom>
            <a:ln w="6350" cap="flat" cmpd="sng">
              <a:solidFill>
                <a:srgbClr val="5B9BD5"/>
              </a:solidFill>
              <a:prstDash val="solid"/>
              <a:round/>
              <a:headEnd type="none" w="med" len="med"/>
              <a:tailEnd type="arrow" w="med" len="med"/>
            </a:ln>
          </p:spPr>
        </p:cxnSp>
        <p:cxnSp>
          <p:nvCxnSpPr>
            <p:cNvPr id="27658" name="直接箭头连接符 105"/>
            <p:cNvCxnSpPr/>
            <p:nvPr/>
          </p:nvCxnSpPr>
          <p:spPr>
            <a:xfrm>
              <a:off x="2758" y="478"/>
              <a:ext cx="0" cy="1530"/>
            </a:xfrm>
            <a:prstGeom prst="straightConnector1">
              <a:avLst/>
            </a:prstGeom>
            <a:ln w="6350" cap="flat" cmpd="sng">
              <a:solidFill>
                <a:srgbClr val="5B9BD5"/>
              </a:solidFill>
              <a:prstDash val="solid"/>
              <a:round/>
              <a:headEnd type="none" w="med" len="med"/>
              <a:tailEnd type="arrow" w="med" len="med"/>
            </a:ln>
          </p:spPr>
        </p:cxnSp>
        <p:cxnSp>
          <p:nvCxnSpPr>
            <p:cNvPr id="27659" name="直接箭头连接符 106"/>
            <p:cNvCxnSpPr/>
            <p:nvPr/>
          </p:nvCxnSpPr>
          <p:spPr>
            <a:xfrm flipV="1">
              <a:off x="2863" y="643"/>
              <a:ext cx="693" cy="1200"/>
            </a:xfrm>
            <a:prstGeom prst="straightConnector1">
              <a:avLst/>
            </a:prstGeom>
            <a:ln w="6350" cap="flat" cmpd="sng">
              <a:solidFill>
                <a:srgbClr val="5B9BD5"/>
              </a:solidFill>
              <a:prstDash val="solid"/>
              <a:round/>
              <a:headEnd type="none" w="med" len="med"/>
              <a:tailEnd type="arrow" w="med" len="med"/>
            </a:ln>
          </p:spPr>
        </p:cxnSp>
        <p:cxnSp>
          <p:nvCxnSpPr>
            <p:cNvPr id="27660" name="直接箭头连接符 107"/>
            <p:cNvCxnSpPr/>
            <p:nvPr/>
          </p:nvCxnSpPr>
          <p:spPr>
            <a:xfrm>
              <a:off x="5053" y="478"/>
              <a:ext cx="0" cy="1530"/>
            </a:xfrm>
            <a:prstGeom prst="straightConnector1">
              <a:avLst/>
            </a:prstGeom>
            <a:ln w="6350" cap="flat" cmpd="sng">
              <a:solidFill>
                <a:srgbClr val="5B9BD5"/>
              </a:solidFill>
              <a:prstDash val="solid"/>
              <a:round/>
              <a:headEnd type="none" w="med" len="med"/>
              <a:tailEnd type="arrow" w="med" len="med"/>
            </a:ln>
          </p:spPr>
        </p:cxnSp>
        <p:cxnSp>
          <p:nvCxnSpPr>
            <p:cNvPr id="27661" name="直接箭头连接符 108"/>
            <p:cNvCxnSpPr/>
            <p:nvPr/>
          </p:nvCxnSpPr>
          <p:spPr>
            <a:xfrm flipV="1">
              <a:off x="5158" y="643"/>
              <a:ext cx="693" cy="1200"/>
            </a:xfrm>
            <a:prstGeom prst="straightConnector1">
              <a:avLst/>
            </a:prstGeom>
            <a:ln w="6350" cap="flat" cmpd="sng">
              <a:solidFill>
                <a:srgbClr val="5B9BD5"/>
              </a:solidFill>
              <a:prstDash val="solid"/>
              <a:round/>
              <a:headEnd type="none" w="med" len="med"/>
              <a:tailEnd type="arrow" w="med" len="med"/>
            </a:ln>
          </p:spPr>
        </p:cxnSp>
        <p:cxnSp>
          <p:nvCxnSpPr>
            <p:cNvPr id="27662" name="直接箭头连接符 109"/>
            <p:cNvCxnSpPr/>
            <p:nvPr/>
          </p:nvCxnSpPr>
          <p:spPr>
            <a:xfrm>
              <a:off x="5953" y="463"/>
              <a:ext cx="0" cy="3609"/>
            </a:xfrm>
            <a:prstGeom prst="straightConnector1">
              <a:avLst/>
            </a:prstGeom>
            <a:ln w="6350" cap="flat" cmpd="sng">
              <a:solidFill>
                <a:srgbClr val="5B9BD5"/>
              </a:solidFill>
              <a:prstDash val="solid"/>
              <a:round/>
              <a:headEnd type="none" w="med" len="med"/>
              <a:tailEnd type="arrow" w="med" len="med"/>
            </a:ln>
          </p:spPr>
        </p:cxnSp>
        <p:cxnSp>
          <p:nvCxnSpPr>
            <p:cNvPr id="27663" name="直接箭头连接符 110"/>
            <p:cNvCxnSpPr/>
            <p:nvPr/>
          </p:nvCxnSpPr>
          <p:spPr>
            <a:xfrm flipH="1" flipV="1">
              <a:off x="5076" y="2092"/>
              <a:ext cx="750" cy="1860"/>
            </a:xfrm>
            <a:prstGeom prst="straightConnector1">
              <a:avLst/>
            </a:prstGeom>
            <a:ln w="6350" cap="flat" cmpd="sng">
              <a:solidFill>
                <a:srgbClr val="5B9BD5"/>
              </a:solidFill>
              <a:prstDash val="solid"/>
              <a:round/>
              <a:headEnd type="none" w="med" len="med"/>
              <a:tailEnd type="arrow" w="med" len="med"/>
            </a:ln>
          </p:spPr>
        </p:cxnSp>
        <p:cxnSp>
          <p:nvCxnSpPr>
            <p:cNvPr id="27664" name="直接箭头连接符 111"/>
            <p:cNvCxnSpPr/>
            <p:nvPr/>
          </p:nvCxnSpPr>
          <p:spPr>
            <a:xfrm>
              <a:off x="5061" y="2122"/>
              <a:ext cx="0" cy="1905"/>
            </a:xfrm>
            <a:prstGeom prst="straightConnector1">
              <a:avLst/>
            </a:prstGeom>
            <a:ln w="6350" cap="flat" cmpd="sng">
              <a:solidFill>
                <a:srgbClr val="5B9BD5"/>
              </a:solidFill>
              <a:prstDash val="solid"/>
              <a:round/>
              <a:headEnd type="none" w="med" len="med"/>
              <a:tailEnd type="arrow" w="med" len="med"/>
            </a:ln>
          </p:spPr>
        </p:cxnSp>
        <p:cxnSp>
          <p:nvCxnSpPr>
            <p:cNvPr id="27665" name="直接箭头连接符 112"/>
            <p:cNvCxnSpPr/>
            <p:nvPr/>
          </p:nvCxnSpPr>
          <p:spPr>
            <a:xfrm flipV="1">
              <a:off x="4258" y="703"/>
              <a:ext cx="693" cy="1200"/>
            </a:xfrm>
            <a:prstGeom prst="straightConnector1">
              <a:avLst/>
            </a:prstGeom>
            <a:ln w="6350" cap="flat" cmpd="sng">
              <a:solidFill>
                <a:srgbClr val="5B9BD5"/>
              </a:solidFill>
              <a:prstDash val="solid"/>
              <a:round/>
              <a:headEnd type="none" w="med" len="med"/>
              <a:tailEnd type="arrow" w="med" len="med"/>
            </a:ln>
          </p:spPr>
        </p:cxnSp>
        <p:cxnSp>
          <p:nvCxnSpPr>
            <p:cNvPr id="27666" name="直接箭头连接符 113"/>
            <p:cNvCxnSpPr/>
            <p:nvPr/>
          </p:nvCxnSpPr>
          <p:spPr>
            <a:xfrm flipH="1" flipV="1">
              <a:off x="4213" y="2113"/>
              <a:ext cx="750" cy="1860"/>
            </a:xfrm>
            <a:prstGeom prst="straightConnector1">
              <a:avLst/>
            </a:prstGeom>
            <a:ln w="6350" cap="flat" cmpd="sng">
              <a:solidFill>
                <a:srgbClr val="5B9BD5"/>
              </a:solidFill>
              <a:prstDash val="solid"/>
              <a:round/>
              <a:headEnd type="none" w="med" len="med"/>
              <a:tailEnd type="arrow" w="med" len="med"/>
            </a:ln>
          </p:spPr>
        </p:cxnSp>
        <p:cxnSp>
          <p:nvCxnSpPr>
            <p:cNvPr id="27667" name="直接箭头连接符 114"/>
            <p:cNvCxnSpPr/>
            <p:nvPr/>
          </p:nvCxnSpPr>
          <p:spPr>
            <a:xfrm>
              <a:off x="4198" y="2143"/>
              <a:ext cx="0" cy="1905"/>
            </a:xfrm>
            <a:prstGeom prst="straightConnector1">
              <a:avLst/>
            </a:prstGeom>
            <a:ln w="6350" cap="flat" cmpd="sng">
              <a:solidFill>
                <a:srgbClr val="5B9BD5"/>
              </a:solidFill>
              <a:prstDash val="solid"/>
              <a:round/>
              <a:headEnd type="none" w="med" len="med"/>
              <a:tailEnd type="arrow" w="med" len="med"/>
            </a:ln>
          </p:spPr>
        </p:cxnSp>
        <p:cxnSp>
          <p:nvCxnSpPr>
            <p:cNvPr id="27668" name="直接箭头连接符 132"/>
            <p:cNvCxnSpPr/>
            <p:nvPr/>
          </p:nvCxnSpPr>
          <p:spPr>
            <a:xfrm flipH="1" flipV="1">
              <a:off x="2788" y="2173"/>
              <a:ext cx="750" cy="1860"/>
            </a:xfrm>
            <a:prstGeom prst="straightConnector1">
              <a:avLst/>
            </a:prstGeom>
            <a:ln w="6350" cap="flat" cmpd="sng">
              <a:solidFill>
                <a:srgbClr val="5B9BD5"/>
              </a:solidFill>
              <a:prstDash val="solid"/>
              <a:round/>
              <a:headEnd type="none" w="med" len="med"/>
              <a:tailEnd type="arrow" w="med" len="med"/>
            </a:ln>
          </p:spPr>
        </p:cxnSp>
        <p:cxnSp>
          <p:nvCxnSpPr>
            <p:cNvPr id="27669" name="直接箭头连接符 133"/>
            <p:cNvCxnSpPr/>
            <p:nvPr/>
          </p:nvCxnSpPr>
          <p:spPr>
            <a:xfrm>
              <a:off x="2773" y="2203"/>
              <a:ext cx="0" cy="1905"/>
            </a:xfrm>
            <a:prstGeom prst="straightConnector1">
              <a:avLst/>
            </a:prstGeom>
            <a:ln w="6350" cap="flat" cmpd="sng">
              <a:solidFill>
                <a:srgbClr val="5B9BD5"/>
              </a:solidFill>
              <a:prstDash val="solid"/>
              <a:round/>
              <a:headEnd type="none" w="med" len="med"/>
              <a:tailEnd type="arrow" w="med" len="med"/>
            </a:ln>
          </p:spPr>
        </p:cxnSp>
        <p:cxnSp>
          <p:nvCxnSpPr>
            <p:cNvPr id="27670" name="直接箭头连接符 134"/>
            <p:cNvCxnSpPr/>
            <p:nvPr/>
          </p:nvCxnSpPr>
          <p:spPr>
            <a:xfrm flipH="1" flipV="1">
              <a:off x="1933" y="2173"/>
              <a:ext cx="750" cy="1860"/>
            </a:xfrm>
            <a:prstGeom prst="straightConnector1">
              <a:avLst/>
            </a:prstGeom>
            <a:ln w="6350" cap="flat" cmpd="sng">
              <a:solidFill>
                <a:srgbClr val="5B9BD5"/>
              </a:solidFill>
              <a:prstDash val="solid"/>
              <a:round/>
              <a:headEnd type="none" w="med" len="med"/>
              <a:tailEnd type="arrow" w="med" len="med"/>
            </a:ln>
          </p:spPr>
        </p:cxnSp>
        <p:cxnSp>
          <p:nvCxnSpPr>
            <p:cNvPr id="27671" name="直接箭头连接符 135"/>
            <p:cNvCxnSpPr/>
            <p:nvPr/>
          </p:nvCxnSpPr>
          <p:spPr>
            <a:xfrm>
              <a:off x="1918" y="2203"/>
              <a:ext cx="0" cy="1905"/>
            </a:xfrm>
            <a:prstGeom prst="straightConnector1">
              <a:avLst/>
            </a:prstGeom>
            <a:ln w="6350" cap="flat" cmpd="sng">
              <a:solidFill>
                <a:srgbClr val="5B9BD5"/>
              </a:solidFill>
              <a:prstDash val="solid"/>
              <a:round/>
              <a:headEnd type="none" w="med" len="med"/>
              <a:tailEnd type="arrow" w="med" len="med"/>
            </a:ln>
          </p:spPr>
        </p:cxnSp>
        <p:cxnSp>
          <p:nvCxnSpPr>
            <p:cNvPr id="27672" name="直接箭头连接符 136"/>
            <p:cNvCxnSpPr/>
            <p:nvPr/>
          </p:nvCxnSpPr>
          <p:spPr>
            <a:xfrm flipH="1" flipV="1">
              <a:off x="1093" y="2218"/>
              <a:ext cx="750" cy="1860"/>
            </a:xfrm>
            <a:prstGeom prst="straightConnector1">
              <a:avLst/>
            </a:prstGeom>
            <a:ln w="6350" cap="flat" cmpd="sng">
              <a:solidFill>
                <a:srgbClr val="5B9BD5"/>
              </a:solidFill>
              <a:prstDash val="solid"/>
              <a:round/>
              <a:headEnd type="none" w="med" len="med"/>
              <a:tailEnd type="arrow" w="med" len="med"/>
            </a:ln>
          </p:spPr>
        </p:cxnSp>
        <p:cxnSp>
          <p:nvCxnSpPr>
            <p:cNvPr id="27673" name="直接箭头连接符 137"/>
            <p:cNvCxnSpPr/>
            <p:nvPr/>
          </p:nvCxnSpPr>
          <p:spPr>
            <a:xfrm>
              <a:off x="1078" y="2248"/>
              <a:ext cx="0" cy="1905"/>
            </a:xfrm>
            <a:prstGeom prst="straightConnector1">
              <a:avLst/>
            </a:prstGeom>
            <a:ln w="6350" cap="flat" cmpd="sng">
              <a:solidFill>
                <a:srgbClr val="5B9BD5"/>
              </a:solidFill>
              <a:prstDash val="solid"/>
              <a:round/>
              <a:headEnd type="none" w="med" len="med"/>
              <a:tailEnd type="arrow" w="med" len="med"/>
            </a:ln>
          </p:spPr>
        </p:cxnSp>
        <p:cxnSp>
          <p:nvCxnSpPr>
            <p:cNvPr id="27674" name="直接箭头连接符 140"/>
            <p:cNvCxnSpPr/>
            <p:nvPr/>
          </p:nvCxnSpPr>
          <p:spPr>
            <a:xfrm flipH="1" flipV="1">
              <a:off x="411" y="1605"/>
              <a:ext cx="570" cy="2355"/>
            </a:xfrm>
            <a:prstGeom prst="straightConnector1">
              <a:avLst/>
            </a:prstGeom>
            <a:ln w="6350" cap="flat" cmpd="sng">
              <a:solidFill>
                <a:srgbClr val="5B9BD5"/>
              </a:solidFill>
              <a:prstDash val="solid"/>
              <a:round/>
              <a:headEnd type="none" w="med" len="med"/>
              <a:tailEnd type="arrow" w="med" len="med"/>
            </a:ln>
          </p:spPr>
        </p:cxnSp>
        <p:cxnSp>
          <p:nvCxnSpPr>
            <p:cNvPr id="27675" name="直接箭头连接符 141"/>
            <p:cNvCxnSpPr/>
            <p:nvPr/>
          </p:nvCxnSpPr>
          <p:spPr>
            <a:xfrm>
              <a:off x="366" y="1680"/>
              <a:ext cx="0" cy="2385"/>
            </a:xfrm>
            <a:prstGeom prst="straightConnector1">
              <a:avLst/>
            </a:prstGeom>
            <a:ln w="6350" cap="flat" cmpd="sng">
              <a:solidFill>
                <a:srgbClr val="5B9BD5"/>
              </a:solidFill>
              <a:prstDash val="solid"/>
              <a:round/>
              <a:headEnd type="none" w="med" len="med"/>
              <a:tailEnd type="arrow" w="med" len="med"/>
            </a:ln>
          </p:spPr>
        </p:cxnSp>
        <p:sp>
          <p:nvSpPr>
            <p:cNvPr id="27676" name="文本框 142"/>
            <p:cNvSpPr/>
            <p:nvPr/>
          </p:nvSpPr>
          <p:spPr>
            <a:xfrm>
              <a:off x="3561" y="1860"/>
              <a:ext cx="614" cy="435"/>
            </a:xfrm>
            <a:prstGeom prst="rect">
              <a:avLst/>
            </a:prstGeom>
            <a:solidFill>
              <a:srgbClr val="FFFFFF"/>
            </a:solidFill>
            <a:ln w="9525">
              <a:noFill/>
            </a:ln>
          </p:spPr>
          <p:txBody>
            <a:bodyPr lIns="0" rIns="0" anchor="t"/>
            <a:lstStyle/>
            <a:p>
              <a:r>
                <a:rPr lang="en-US" altLang="en-US" sz="1200" dirty="0">
                  <a:latin typeface="Arial" panose="020B0604020202020204" pitchFamily="34" charset="0"/>
                  <a:ea typeface="宋体" panose="02010600030101010101" pitchFamily="2" charset="-122"/>
                </a:rPr>
                <a:t>......</a:t>
              </a:r>
              <a:endParaRPr lang="en-US" altLang="en-US" sz="1200" dirty="0">
                <a:latin typeface="Arial" panose="020B0604020202020204" pitchFamily="34" charset="0"/>
                <a:ea typeface="宋体" panose="02010600030101010101" pitchFamily="2" charset="-122"/>
              </a:endParaRPr>
            </a:p>
            <a:p>
              <a:endParaRPr lang="en-US" altLang="en-US" sz="1200" dirty="0">
                <a:latin typeface="Arial" panose="020B0604020202020204" pitchFamily="34" charset="0"/>
                <a:ea typeface="宋体" panose="02010600030101010101" pitchFamily="2" charset="-122"/>
              </a:endParaRPr>
            </a:p>
          </p:txBody>
        </p:sp>
        <p:sp>
          <p:nvSpPr>
            <p:cNvPr id="27677" name="文本框 143"/>
            <p:cNvSpPr/>
            <p:nvPr/>
          </p:nvSpPr>
          <p:spPr>
            <a:xfrm>
              <a:off x="137" y="60"/>
              <a:ext cx="570" cy="270"/>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函数A</a:t>
              </a:r>
              <a:endParaRPr lang="en-US" altLang="en-US" sz="1200" dirty="0">
                <a:latin typeface="Arial" panose="020B0604020202020204" pitchFamily="34" charset="0"/>
                <a:ea typeface="宋体" panose="02010600030101010101" pitchFamily="2" charset="-122"/>
              </a:endParaRPr>
            </a:p>
            <a:p>
              <a:endParaRPr lang="en-US" altLang="en-US" sz="1200" dirty="0">
                <a:latin typeface="Arial" panose="020B0604020202020204" pitchFamily="34" charset="0"/>
                <a:ea typeface="宋体" panose="02010600030101010101" pitchFamily="2" charset="-122"/>
              </a:endParaRPr>
            </a:p>
          </p:txBody>
        </p:sp>
        <p:sp>
          <p:nvSpPr>
            <p:cNvPr id="27678" name="文本框 144"/>
            <p:cNvSpPr/>
            <p:nvPr/>
          </p:nvSpPr>
          <p:spPr>
            <a:xfrm>
              <a:off x="823" y="73"/>
              <a:ext cx="570" cy="270"/>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函数B</a:t>
              </a:r>
              <a:endParaRPr lang="en-US" altLang="en-US" sz="1200" dirty="0">
                <a:latin typeface="Arial" panose="020B0604020202020204" pitchFamily="34" charset="0"/>
                <a:ea typeface="宋体" panose="02010600030101010101" pitchFamily="2" charset="-122"/>
              </a:endParaRPr>
            </a:p>
            <a:p>
              <a:endParaRPr lang="en-US" altLang="en-US" sz="1200" dirty="0">
                <a:latin typeface="Arial" panose="020B0604020202020204" pitchFamily="34" charset="0"/>
                <a:ea typeface="宋体" panose="02010600030101010101" pitchFamily="2" charset="-122"/>
              </a:endParaRPr>
            </a:p>
          </p:txBody>
        </p:sp>
        <p:sp>
          <p:nvSpPr>
            <p:cNvPr id="27679" name="文本框 145"/>
            <p:cNvSpPr/>
            <p:nvPr/>
          </p:nvSpPr>
          <p:spPr>
            <a:xfrm>
              <a:off x="1603" y="58"/>
              <a:ext cx="570" cy="270"/>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函数B</a:t>
              </a:r>
              <a:endParaRPr lang="en-US" altLang="en-US" sz="1200" dirty="0">
                <a:latin typeface="Arial" panose="020B0604020202020204" pitchFamily="34" charset="0"/>
                <a:ea typeface="宋体" panose="02010600030101010101" pitchFamily="2" charset="-122"/>
              </a:endParaRPr>
            </a:p>
            <a:p>
              <a:endParaRPr lang="en-US" altLang="en-US" sz="1200" dirty="0">
                <a:latin typeface="Arial" panose="020B0604020202020204" pitchFamily="34" charset="0"/>
                <a:ea typeface="宋体" panose="02010600030101010101" pitchFamily="2" charset="-122"/>
              </a:endParaRPr>
            </a:p>
          </p:txBody>
        </p:sp>
        <p:sp>
          <p:nvSpPr>
            <p:cNvPr id="27680" name="文本框 146"/>
            <p:cNvSpPr/>
            <p:nvPr/>
          </p:nvSpPr>
          <p:spPr>
            <a:xfrm>
              <a:off x="2428" y="43"/>
              <a:ext cx="570" cy="270"/>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函数B</a:t>
              </a:r>
              <a:endParaRPr lang="en-US" altLang="en-US" sz="1200" dirty="0">
                <a:latin typeface="Arial" panose="020B0604020202020204" pitchFamily="34" charset="0"/>
                <a:ea typeface="宋体" panose="02010600030101010101" pitchFamily="2" charset="-122"/>
              </a:endParaRPr>
            </a:p>
            <a:p>
              <a:endParaRPr lang="en-US" altLang="en-US" sz="1200" dirty="0">
                <a:latin typeface="Arial" panose="020B0604020202020204" pitchFamily="34" charset="0"/>
                <a:ea typeface="宋体" panose="02010600030101010101" pitchFamily="2" charset="-122"/>
              </a:endParaRPr>
            </a:p>
          </p:txBody>
        </p:sp>
        <p:sp>
          <p:nvSpPr>
            <p:cNvPr id="27681" name="文本框 147"/>
            <p:cNvSpPr/>
            <p:nvPr/>
          </p:nvSpPr>
          <p:spPr>
            <a:xfrm>
              <a:off x="4738" y="28"/>
              <a:ext cx="570" cy="270"/>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函数B</a:t>
              </a:r>
              <a:endParaRPr lang="en-US" altLang="en-US" sz="1200" dirty="0">
                <a:latin typeface="Arial" panose="020B0604020202020204" pitchFamily="34" charset="0"/>
                <a:ea typeface="宋体" panose="02010600030101010101" pitchFamily="2" charset="-122"/>
              </a:endParaRPr>
            </a:p>
            <a:p>
              <a:endParaRPr lang="en-US" altLang="en-US" sz="1200" dirty="0">
                <a:latin typeface="Arial" panose="020B0604020202020204" pitchFamily="34" charset="0"/>
                <a:ea typeface="宋体" panose="02010600030101010101" pitchFamily="2" charset="-122"/>
              </a:endParaRPr>
            </a:p>
          </p:txBody>
        </p:sp>
        <p:sp>
          <p:nvSpPr>
            <p:cNvPr id="27682" name="文本框 148"/>
            <p:cNvSpPr/>
            <p:nvPr/>
          </p:nvSpPr>
          <p:spPr>
            <a:xfrm>
              <a:off x="5683" y="58"/>
              <a:ext cx="570" cy="270"/>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函数B</a:t>
              </a:r>
              <a:endParaRPr lang="en-US" altLang="en-US" sz="1200" dirty="0">
                <a:latin typeface="Arial" panose="020B0604020202020204" pitchFamily="34" charset="0"/>
                <a:ea typeface="宋体" panose="02010600030101010101" pitchFamily="2" charset="-122"/>
              </a:endParaRPr>
            </a:p>
            <a:p>
              <a:endParaRPr lang="en-US" altLang="en-US" sz="1200" dirty="0">
                <a:latin typeface="Arial" panose="020B0604020202020204" pitchFamily="34" charset="0"/>
                <a:ea typeface="宋体" panose="02010600030101010101" pitchFamily="2" charset="-122"/>
              </a:endParaRPr>
            </a:p>
          </p:txBody>
        </p:sp>
        <p:sp>
          <p:nvSpPr>
            <p:cNvPr id="27683" name="文本框 149"/>
            <p:cNvSpPr/>
            <p:nvPr/>
          </p:nvSpPr>
          <p:spPr>
            <a:xfrm>
              <a:off x="463" y="943"/>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调  用</a:t>
              </a:r>
              <a:endParaRPr lang="en-US" altLang="en-US" sz="1200" dirty="0">
                <a:latin typeface="Arial" panose="020B0604020202020204" pitchFamily="34" charset="0"/>
                <a:ea typeface="宋体" panose="02010600030101010101" pitchFamily="2" charset="-122"/>
              </a:endParaRPr>
            </a:p>
            <a:p>
              <a:endParaRPr lang="en-US" altLang="en-US" sz="1200" dirty="0">
                <a:latin typeface="Arial" panose="020B0604020202020204" pitchFamily="34" charset="0"/>
                <a:ea typeface="宋体" panose="02010600030101010101" pitchFamily="2" charset="-122"/>
              </a:endParaRPr>
            </a:p>
          </p:txBody>
        </p:sp>
        <p:sp>
          <p:nvSpPr>
            <p:cNvPr id="27684" name="文本框 150"/>
            <p:cNvSpPr/>
            <p:nvPr/>
          </p:nvSpPr>
          <p:spPr>
            <a:xfrm>
              <a:off x="433" y="2458"/>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返  回</a:t>
              </a:r>
              <a:endParaRPr lang="en-US" altLang="en-US" sz="1200" dirty="0">
                <a:latin typeface="Arial" panose="020B0604020202020204" pitchFamily="34" charset="0"/>
                <a:ea typeface="宋体" panose="02010600030101010101" pitchFamily="2" charset="-122"/>
              </a:endParaRPr>
            </a:p>
            <a:p>
              <a:endParaRPr lang="en-US" altLang="en-US" sz="1200" dirty="0">
                <a:latin typeface="Arial" panose="020B0604020202020204" pitchFamily="34" charset="0"/>
                <a:ea typeface="宋体" panose="02010600030101010101" pitchFamily="2" charset="-122"/>
              </a:endParaRPr>
            </a:p>
          </p:txBody>
        </p:sp>
        <p:sp>
          <p:nvSpPr>
            <p:cNvPr id="27685" name="文本框 5"/>
            <p:cNvSpPr/>
            <p:nvPr/>
          </p:nvSpPr>
          <p:spPr>
            <a:xfrm>
              <a:off x="1183" y="1258"/>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调  用</a:t>
              </a:r>
              <a:endParaRPr lang="en-US" altLang="en-US" sz="1200" dirty="0">
                <a:latin typeface="Arial" panose="020B0604020202020204" pitchFamily="34" charset="0"/>
                <a:ea typeface="宋体" panose="02010600030101010101" pitchFamily="2" charset="-122"/>
              </a:endParaRPr>
            </a:p>
            <a:p>
              <a:endParaRPr lang="en-US" altLang="en-US" sz="1200" dirty="0">
                <a:latin typeface="Arial" panose="020B0604020202020204" pitchFamily="34" charset="0"/>
                <a:ea typeface="宋体" panose="02010600030101010101" pitchFamily="2" charset="-122"/>
              </a:endParaRPr>
            </a:p>
          </p:txBody>
        </p:sp>
        <p:sp>
          <p:nvSpPr>
            <p:cNvPr id="27686" name="文本框 115"/>
            <p:cNvSpPr/>
            <p:nvPr/>
          </p:nvSpPr>
          <p:spPr>
            <a:xfrm>
              <a:off x="1153" y="2773"/>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返  回</a:t>
              </a:r>
              <a:endParaRPr lang="en-US" altLang="en-US" sz="1200" dirty="0">
                <a:latin typeface="Arial" panose="020B0604020202020204" pitchFamily="34" charset="0"/>
                <a:ea typeface="宋体" panose="02010600030101010101" pitchFamily="2" charset="-122"/>
              </a:endParaRPr>
            </a:p>
            <a:p>
              <a:endParaRPr lang="en-US" altLang="en-US" sz="1200" dirty="0">
                <a:latin typeface="Arial" panose="020B0604020202020204" pitchFamily="34" charset="0"/>
                <a:ea typeface="宋体" panose="02010600030101010101" pitchFamily="2" charset="-122"/>
              </a:endParaRPr>
            </a:p>
          </p:txBody>
        </p:sp>
        <p:sp>
          <p:nvSpPr>
            <p:cNvPr id="27687" name="文本框 117"/>
            <p:cNvSpPr/>
            <p:nvPr/>
          </p:nvSpPr>
          <p:spPr>
            <a:xfrm>
              <a:off x="2053" y="1264"/>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调  用</a:t>
              </a:r>
              <a:endParaRPr lang="en-US" altLang="en-US" sz="1200" dirty="0">
                <a:latin typeface="Arial" panose="020B0604020202020204" pitchFamily="34" charset="0"/>
                <a:ea typeface="宋体" panose="02010600030101010101" pitchFamily="2" charset="-122"/>
              </a:endParaRPr>
            </a:p>
            <a:p>
              <a:endParaRPr lang="en-US" altLang="en-US" sz="1200" dirty="0">
                <a:latin typeface="Arial" panose="020B0604020202020204" pitchFamily="34" charset="0"/>
                <a:ea typeface="宋体" panose="02010600030101010101" pitchFamily="2" charset="-122"/>
              </a:endParaRPr>
            </a:p>
          </p:txBody>
        </p:sp>
        <p:sp>
          <p:nvSpPr>
            <p:cNvPr id="27688" name="文本框 118"/>
            <p:cNvSpPr/>
            <p:nvPr/>
          </p:nvSpPr>
          <p:spPr>
            <a:xfrm>
              <a:off x="2023" y="2779"/>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返  回</a:t>
              </a:r>
              <a:endParaRPr lang="en-US" altLang="en-US" sz="1200" dirty="0">
                <a:latin typeface="Arial" panose="020B0604020202020204" pitchFamily="34" charset="0"/>
                <a:ea typeface="宋体" panose="02010600030101010101" pitchFamily="2" charset="-122"/>
              </a:endParaRPr>
            </a:p>
            <a:p>
              <a:endParaRPr lang="en-US" altLang="en-US" sz="1200" dirty="0">
                <a:latin typeface="Arial" panose="020B0604020202020204" pitchFamily="34" charset="0"/>
                <a:ea typeface="宋体" panose="02010600030101010101" pitchFamily="2" charset="-122"/>
              </a:endParaRPr>
            </a:p>
          </p:txBody>
        </p:sp>
        <p:sp>
          <p:nvSpPr>
            <p:cNvPr id="27689" name="文本框 122"/>
            <p:cNvSpPr/>
            <p:nvPr/>
          </p:nvSpPr>
          <p:spPr>
            <a:xfrm>
              <a:off x="2908" y="1303"/>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调  用</a:t>
              </a:r>
              <a:endParaRPr lang="en-US" altLang="en-US" sz="1200" dirty="0">
                <a:latin typeface="Arial" panose="020B0604020202020204" pitchFamily="34" charset="0"/>
                <a:ea typeface="宋体" panose="02010600030101010101" pitchFamily="2" charset="-122"/>
              </a:endParaRPr>
            </a:p>
            <a:p>
              <a:endParaRPr lang="en-US" altLang="en-US" sz="1200" dirty="0">
                <a:latin typeface="Arial" panose="020B0604020202020204" pitchFamily="34" charset="0"/>
                <a:ea typeface="宋体" panose="02010600030101010101" pitchFamily="2" charset="-122"/>
              </a:endParaRPr>
            </a:p>
          </p:txBody>
        </p:sp>
        <p:sp>
          <p:nvSpPr>
            <p:cNvPr id="27690" name="文本框 123"/>
            <p:cNvSpPr/>
            <p:nvPr/>
          </p:nvSpPr>
          <p:spPr>
            <a:xfrm>
              <a:off x="2878" y="2818"/>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返  回</a:t>
              </a:r>
              <a:endParaRPr lang="en-US" altLang="en-US" sz="1200" dirty="0">
                <a:latin typeface="Arial" panose="020B0604020202020204" pitchFamily="34" charset="0"/>
                <a:ea typeface="宋体" panose="02010600030101010101" pitchFamily="2" charset="-122"/>
              </a:endParaRPr>
            </a:p>
            <a:p>
              <a:endParaRPr lang="en-US" altLang="en-US" sz="1200" dirty="0">
                <a:latin typeface="Arial" panose="020B0604020202020204" pitchFamily="34" charset="0"/>
                <a:ea typeface="宋体" panose="02010600030101010101" pitchFamily="2" charset="-122"/>
              </a:endParaRPr>
            </a:p>
          </p:txBody>
        </p:sp>
        <p:sp>
          <p:nvSpPr>
            <p:cNvPr id="27691" name="文本框 124"/>
            <p:cNvSpPr/>
            <p:nvPr/>
          </p:nvSpPr>
          <p:spPr>
            <a:xfrm>
              <a:off x="4363" y="1333"/>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调  用</a:t>
              </a:r>
              <a:endParaRPr lang="en-US" altLang="en-US" sz="1200" dirty="0">
                <a:latin typeface="Arial" panose="020B0604020202020204" pitchFamily="34" charset="0"/>
                <a:ea typeface="宋体" panose="02010600030101010101" pitchFamily="2" charset="-122"/>
              </a:endParaRPr>
            </a:p>
            <a:p>
              <a:endParaRPr lang="en-US" altLang="en-US" sz="1200" dirty="0">
                <a:latin typeface="Arial" panose="020B0604020202020204" pitchFamily="34" charset="0"/>
                <a:ea typeface="宋体" panose="02010600030101010101" pitchFamily="2" charset="-122"/>
              </a:endParaRPr>
            </a:p>
          </p:txBody>
        </p:sp>
        <p:sp>
          <p:nvSpPr>
            <p:cNvPr id="27692" name="文本框 125"/>
            <p:cNvSpPr/>
            <p:nvPr/>
          </p:nvSpPr>
          <p:spPr>
            <a:xfrm>
              <a:off x="4333" y="2848"/>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返  回</a:t>
              </a:r>
              <a:endParaRPr lang="en-US" altLang="en-US" sz="1200" dirty="0">
                <a:latin typeface="Arial" panose="020B0604020202020204" pitchFamily="34" charset="0"/>
                <a:ea typeface="宋体" panose="02010600030101010101" pitchFamily="2" charset="-122"/>
              </a:endParaRPr>
            </a:p>
            <a:p>
              <a:endParaRPr lang="en-US" altLang="en-US" sz="1200" dirty="0">
                <a:latin typeface="Arial" panose="020B0604020202020204" pitchFamily="34" charset="0"/>
                <a:ea typeface="宋体" panose="02010600030101010101" pitchFamily="2" charset="-122"/>
              </a:endParaRPr>
            </a:p>
          </p:txBody>
        </p:sp>
        <p:sp>
          <p:nvSpPr>
            <p:cNvPr id="27693" name="文本框 126"/>
            <p:cNvSpPr/>
            <p:nvPr/>
          </p:nvSpPr>
          <p:spPr>
            <a:xfrm>
              <a:off x="5248" y="1363"/>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调  用</a:t>
              </a:r>
              <a:endParaRPr lang="en-US" altLang="en-US" sz="1200" dirty="0">
                <a:latin typeface="Arial" panose="020B0604020202020204" pitchFamily="34" charset="0"/>
                <a:ea typeface="宋体" panose="02010600030101010101" pitchFamily="2" charset="-122"/>
              </a:endParaRPr>
            </a:p>
            <a:p>
              <a:endParaRPr lang="en-US" altLang="en-US" sz="1200" dirty="0">
                <a:latin typeface="Arial" panose="020B0604020202020204" pitchFamily="34" charset="0"/>
                <a:ea typeface="宋体" panose="02010600030101010101" pitchFamily="2" charset="-122"/>
              </a:endParaRPr>
            </a:p>
          </p:txBody>
        </p:sp>
        <p:sp>
          <p:nvSpPr>
            <p:cNvPr id="27694" name="文本框 127"/>
            <p:cNvSpPr/>
            <p:nvPr/>
          </p:nvSpPr>
          <p:spPr>
            <a:xfrm>
              <a:off x="5218" y="2878"/>
              <a:ext cx="570" cy="285"/>
            </a:xfrm>
            <a:prstGeom prst="rect">
              <a:avLst/>
            </a:prstGeom>
            <a:solidFill>
              <a:srgbClr val="FFFFFF"/>
            </a:solidFill>
            <a:ln w="9525">
              <a:noFill/>
            </a:ln>
          </p:spPr>
          <p:txBody>
            <a:bodyPr lIns="0" tIns="0" rIns="0" bIns="0" anchor="t"/>
            <a:lstStyle/>
            <a:p>
              <a:r>
                <a:rPr lang="en-US" altLang="en-US" sz="1200" dirty="0">
                  <a:latin typeface="Arial" panose="020B0604020202020204" pitchFamily="34" charset="0"/>
                  <a:ea typeface="宋体" panose="02010600030101010101" pitchFamily="2" charset="-122"/>
                </a:rPr>
                <a:t>返  回</a:t>
              </a:r>
              <a:endParaRPr lang="en-US" altLang="en-US" sz="1200" dirty="0">
                <a:latin typeface="Arial" panose="020B0604020202020204" pitchFamily="34" charset="0"/>
                <a:ea typeface="宋体" panose="02010600030101010101" pitchFamily="2" charset="-122"/>
              </a:endParaRPr>
            </a:p>
            <a:p>
              <a:endParaRPr lang="en-US" altLang="en-US" sz="1200" dirty="0">
                <a:latin typeface="Arial" panose="020B0604020202020204" pitchFamily="34" charset="0"/>
                <a:ea typeface="宋体" panose="02010600030101010101" pitchFamily="2" charset="-122"/>
              </a:endParaRPr>
            </a:p>
          </p:txBody>
        </p:sp>
        <p:cxnSp>
          <p:nvCxnSpPr>
            <p:cNvPr id="27695" name="直接箭头连接符 128"/>
            <p:cNvCxnSpPr/>
            <p:nvPr/>
          </p:nvCxnSpPr>
          <p:spPr>
            <a:xfrm>
              <a:off x="4183" y="508"/>
              <a:ext cx="0" cy="1530"/>
            </a:xfrm>
            <a:prstGeom prst="straightConnector1">
              <a:avLst/>
            </a:prstGeom>
            <a:ln w="6350" cap="flat" cmpd="sng">
              <a:solidFill>
                <a:srgbClr val="5B9BD5"/>
              </a:solidFill>
              <a:prstDash val="solid"/>
              <a:round/>
              <a:headEnd type="none" w="med" len="med"/>
              <a:tailEnd type="arrow" w="med" len="med"/>
            </a:ln>
          </p:spPr>
        </p:cxnSp>
      </p:grpSp>
      <p:sp>
        <p:nvSpPr>
          <p:cNvPr id="28720" name="标题 21505"/>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5.1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函数定义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23553"/>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5.2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形参与实参</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28674" name="文本占位符 23554"/>
          <p:cNvSpPr>
            <a:spLocks noGrp="1"/>
          </p:cNvSpPr>
          <p:nvPr>
            <p:ph idx="1"/>
          </p:nvPr>
        </p:nvSpPr>
        <p:spPr/>
        <p:txBody>
          <a:bodyPr wrap="square" lIns="68591" tIns="34295" rIns="68591" bIns="34295" anchor="t"/>
          <a:lstStyle/>
          <a:p>
            <a:pPr eaLnBrk="1" hangingPunct="1">
              <a:lnSpc>
                <a:spcPct val="150000"/>
              </a:lnSpc>
              <a:spcBef>
                <a:spcPts val="600"/>
              </a:spcBef>
              <a:spcAft>
                <a:spcPts val="600"/>
              </a:spcAft>
              <a:buSzPct val="90000"/>
              <a:buFont typeface="Wingdings" panose="05000000000000000000" pitchFamily="2" charset="2"/>
              <a:buChar char="§"/>
            </a:pPr>
            <a:r>
              <a:rPr lang="zh-CN" altLang="en-US" sz="1800" dirty="0"/>
              <a:t>函数定义时括弧内为形参，一个函数可以没有形参，但是括弧必须要有，表示该函数不接受参数。</a:t>
            </a:r>
            <a:endParaRPr lang="zh-CN" altLang="en-US" sz="1800" dirty="0"/>
          </a:p>
          <a:p>
            <a:pPr eaLnBrk="1" hangingPunct="1">
              <a:lnSpc>
                <a:spcPct val="150000"/>
              </a:lnSpc>
              <a:spcBef>
                <a:spcPts val="600"/>
              </a:spcBef>
              <a:spcAft>
                <a:spcPts val="600"/>
              </a:spcAft>
              <a:buSzPct val="90000"/>
              <a:buFont typeface="Wingdings" panose="05000000000000000000" pitchFamily="2" charset="2"/>
              <a:buChar char="§"/>
            </a:pPr>
            <a:r>
              <a:rPr lang="zh-CN" altLang="en-US" sz="1800" dirty="0"/>
              <a:t>函数调用时，将实参的</a:t>
            </a:r>
            <a:r>
              <a:rPr lang="zh-CN" altLang="en-US" sz="1800" dirty="0">
                <a:solidFill>
                  <a:srgbClr val="FF0000"/>
                </a:solidFill>
              </a:rPr>
              <a:t>引用</a:t>
            </a:r>
            <a:r>
              <a:rPr lang="zh-CN" altLang="en-US" sz="1800" dirty="0"/>
              <a:t>传递给形参。</a:t>
            </a:r>
            <a:endParaRPr lang="zh-CN" altLang="en-US" sz="1800" dirty="0"/>
          </a:p>
          <a:p>
            <a:pPr eaLnBrk="1" hangingPunct="1">
              <a:lnSpc>
                <a:spcPct val="150000"/>
              </a:lnSpc>
              <a:spcBef>
                <a:spcPts val="600"/>
              </a:spcBef>
              <a:spcAft>
                <a:spcPts val="600"/>
              </a:spcAft>
              <a:buSzPct val="90000"/>
              <a:buFont typeface="Wingdings" panose="05000000000000000000" pitchFamily="2" charset="2"/>
              <a:buChar char="§"/>
            </a:pPr>
            <a:r>
              <a:rPr lang="zh-CN" altLang="en-US" sz="1800" dirty="0"/>
              <a:t>在定义函数时，对参数个数并没有限制，如果有多个形参，需要使用逗号进行分隔。</a:t>
            </a:r>
            <a:endParaRPr lang="zh-CN" altLang="en-US" sz="1800" dirty="0"/>
          </a:p>
          <a:p>
            <a:pPr eaLnBrk="1" hangingPunct="1">
              <a:buSzPct val="90000"/>
              <a:buFont typeface="Wingdings" panose="05000000000000000000" pitchFamily="2" charset="2"/>
              <a:buChar char="•"/>
            </a:pP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2560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5.2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形参与实参</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29698" name="文本占位符 25602"/>
          <p:cNvSpPr>
            <a:spLocks noGrp="1"/>
          </p:cNvSpPr>
          <p:nvPr>
            <p:ph idx="1"/>
          </p:nvPr>
        </p:nvSpPr>
        <p:spPr/>
        <p:txBody>
          <a:bodyPr wrap="square" lIns="68591" tIns="34295" rIns="68591" bIns="34295" anchor="t"/>
          <a:lstStyle/>
          <a:p>
            <a:pPr eaLnBrk="1" latinLnBrk="0" hangingPunct="1">
              <a:lnSpc>
                <a:spcPct val="100000"/>
              </a:lnSpc>
              <a:spcBef>
                <a:spcPct val="0"/>
              </a:spcBef>
              <a:buSzPct val="90000"/>
              <a:buFont typeface="Wingdings" panose="05000000000000000000" pitchFamily="2" charset="2"/>
              <a:buChar char="§"/>
            </a:pPr>
            <a:r>
              <a:rPr lang="zh-CN" altLang="en-US" sz="1800" dirty="0"/>
              <a:t>对于绝大多数情况下，在函数内部直接修改形参的值不会影响实参，而是</a:t>
            </a:r>
            <a:r>
              <a:rPr lang="zh-CN" altLang="en-US" sz="1800" dirty="0">
                <a:solidFill>
                  <a:srgbClr val="FF0000"/>
                </a:solidFill>
              </a:rPr>
              <a:t>创建一个新变量</a:t>
            </a:r>
            <a:r>
              <a:rPr lang="zh-CN" altLang="en-US" sz="1800" dirty="0"/>
              <a:t>。例如：</a:t>
            </a:r>
            <a:endParaRPr lang="zh-CN" altLang="en-US" sz="1800" dirty="0"/>
          </a:p>
          <a:p>
            <a:pPr eaLnBrk="1" latinLnBrk="0" hangingPunct="1">
              <a:lnSpc>
                <a:spcPct val="100000"/>
              </a:lnSpc>
              <a:spcBef>
                <a:spcPts val="0"/>
              </a:spcBef>
              <a:buSzPct val="90000"/>
              <a:buFont typeface="Wingdings" panose="05000000000000000000" pitchFamily="2" charset="2"/>
              <a:buNone/>
            </a:pPr>
            <a:r>
              <a:rPr lang="en-US" altLang="zh-CN" sz="1400" dirty="0">
                <a:latin typeface="Consolas" panose="020B0609020204030204" pitchFamily="49" charset="0"/>
              </a:rPr>
              <a:t>&gt;&gt;&gt; def addOne(a):</a:t>
            </a:r>
            <a:endParaRPr lang="en-US" altLang="zh-CN" sz="14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400" dirty="0">
                <a:latin typeface="Consolas" panose="020B0609020204030204" pitchFamily="49" charset="0"/>
              </a:rPr>
              <a:t>    print(id(a), ':', a)</a:t>
            </a:r>
            <a:endParaRPr lang="en-US" altLang="zh-CN" sz="14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400" dirty="0">
                <a:latin typeface="Consolas" panose="020B0609020204030204" pitchFamily="49" charset="0"/>
              </a:rPr>
              <a:t>    a += 1</a:t>
            </a:r>
            <a:endParaRPr lang="en-US" altLang="zh-CN" sz="14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400" dirty="0">
                <a:latin typeface="Consolas" panose="020B0609020204030204" pitchFamily="49" charset="0"/>
              </a:rPr>
              <a:t>    print(id(a), ':', a)</a:t>
            </a:r>
            <a:endParaRPr lang="en-US" altLang="zh-CN" sz="14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400" dirty="0">
                <a:latin typeface="Consolas" panose="020B0609020204030204" pitchFamily="49" charset="0"/>
              </a:rPr>
              <a:t>	</a:t>
            </a:r>
            <a:endParaRPr lang="en-US" altLang="zh-CN" sz="14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400" dirty="0">
                <a:latin typeface="Consolas" panose="020B0609020204030204" pitchFamily="49" charset="0"/>
              </a:rPr>
              <a:t>&gt;&gt;&gt; v = 3</a:t>
            </a:r>
            <a:endParaRPr lang="en-US" altLang="zh-CN" sz="14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400" dirty="0">
                <a:latin typeface="Consolas" panose="020B0609020204030204" pitchFamily="49" charset="0"/>
              </a:rPr>
              <a:t>&gt;&gt;&gt; id(v)</a:t>
            </a:r>
            <a:endParaRPr lang="en-US" altLang="zh-CN" sz="14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400" dirty="0">
                <a:solidFill>
                  <a:srgbClr val="00B0F0"/>
                </a:solidFill>
                <a:latin typeface="Consolas" panose="020B0609020204030204" pitchFamily="49" charset="0"/>
              </a:rPr>
              <a:t>1599055008</a:t>
            </a:r>
            <a:endParaRPr lang="en-US" altLang="zh-CN" sz="1400" dirty="0">
              <a:solidFill>
                <a:srgbClr val="00B0F0"/>
              </a:solidFill>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400" dirty="0">
                <a:latin typeface="Consolas" panose="020B0609020204030204" pitchFamily="49" charset="0"/>
              </a:rPr>
              <a:t>&gt;&gt;&gt; addOne(v)</a:t>
            </a:r>
            <a:endParaRPr lang="en-US" altLang="zh-CN" sz="14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400" dirty="0">
                <a:solidFill>
                  <a:srgbClr val="00B0F0"/>
                </a:solidFill>
                <a:latin typeface="Consolas" panose="020B0609020204030204" pitchFamily="49" charset="0"/>
              </a:rPr>
              <a:t>1599055008 : 3</a:t>
            </a:r>
            <a:endParaRPr lang="en-US" altLang="zh-CN" sz="1400" dirty="0">
              <a:solidFill>
                <a:srgbClr val="00B0F0"/>
              </a:solidFill>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400" dirty="0">
                <a:solidFill>
                  <a:srgbClr val="00B0F0"/>
                </a:solidFill>
                <a:latin typeface="Consolas" panose="020B0609020204030204" pitchFamily="49" charset="0"/>
              </a:rPr>
              <a:t>1599055040 : 4</a:t>
            </a:r>
            <a:endParaRPr lang="en-US" altLang="zh-CN" sz="1400" dirty="0">
              <a:solidFill>
                <a:srgbClr val="00B0F0"/>
              </a:solidFill>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400" dirty="0">
                <a:latin typeface="Consolas" panose="020B0609020204030204" pitchFamily="49" charset="0"/>
              </a:rPr>
              <a:t>&gt;&gt;&gt; v</a:t>
            </a:r>
            <a:endParaRPr lang="en-US" altLang="zh-CN" sz="14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400" dirty="0">
                <a:solidFill>
                  <a:srgbClr val="00B0F0"/>
                </a:solidFill>
                <a:latin typeface="Consolas" panose="020B0609020204030204" pitchFamily="49" charset="0"/>
              </a:rPr>
              <a:t>3</a:t>
            </a:r>
            <a:endParaRPr lang="en-US" altLang="zh-CN" sz="1400" dirty="0">
              <a:solidFill>
                <a:srgbClr val="00B0F0"/>
              </a:solidFill>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400" dirty="0">
                <a:latin typeface="Consolas" panose="020B0609020204030204" pitchFamily="49" charset="0"/>
              </a:rPr>
              <a:t>&gt;&gt;&gt; id(v)</a:t>
            </a:r>
            <a:endParaRPr lang="en-US" altLang="zh-CN" sz="1400" dirty="0">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en-US" altLang="zh-CN" sz="1400" dirty="0">
                <a:solidFill>
                  <a:srgbClr val="00B0F0"/>
                </a:solidFill>
                <a:latin typeface="Consolas" panose="020B0609020204030204" pitchFamily="49" charset="0"/>
              </a:rPr>
              <a:t>1599055008</a:t>
            </a:r>
            <a:endParaRPr lang="en-US" altLang="zh-CN" sz="1400" dirty="0">
              <a:solidFill>
                <a:srgbClr val="00B0F0"/>
              </a:solidFill>
              <a:latin typeface="Consolas" panose="020B0609020204030204" pitchFamily="49" charset="0"/>
            </a:endParaRPr>
          </a:p>
        </p:txBody>
      </p:sp>
      <p:sp>
        <p:nvSpPr>
          <p:cNvPr id="2" name="线形标注 2 1"/>
          <p:cNvSpPr/>
          <p:nvPr/>
        </p:nvSpPr>
        <p:spPr>
          <a:xfrm>
            <a:off x="2505075" y="3173095"/>
            <a:ext cx="1623695" cy="573405"/>
          </a:xfrm>
          <a:prstGeom prst="borderCallout2">
            <a:avLst>
              <a:gd name="adj1" fmla="val 18750"/>
              <a:gd name="adj2" fmla="val -8333"/>
              <a:gd name="adj3" fmla="val 18750"/>
              <a:gd name="adj4" fmla="val -16667"/>
              <a:gd name="adj5" fmla="val 109080"/>
              <a:gd name="adj6" fmla="val -60696"/>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350" b="0" i="0" u="none" strike="noStrike" kern="1200" cap="none" spc="0" normalizeH="0" baseline="0" noProof="1">
                <a:ln>
                  <a:noFill/>
                </a:ln>
                <a:solidFill>
                  <a:srgbClr val="FF0000"/>
                </a:solidFill>
                <a:effectLst/>
                <a:uLnTx/>
                <a:uFillTx/>
                <a:latin typeface="+mn-lt"/>
                <a:ea typeface="+mn-ea"/>
                <a:cs typeface="+mn-cs"/>
              </a:rPr>
              <a:t>注意：此时</a:t>
            </a:r>
            <a:r>
              <a:rPr kumimoji="0" lang="en-US" altLang="zh-CN" sz="1350" b="0" i="0" u="none" strike="noStrike" kern="1200" cap="none" spc="0" normalizeH="0" baseline="0" noProof="1">
                <a:ln>
                  <a:noFill/>
                </a:ln>
                <a:solidFill>
                  <a:srgbClr val="FF0000"/>
                </a:solidFill>
                <a:effectLst/>
                <a:uLnTx/>
                <a:uFillTx/>
                <a:latin typeface="+mn-lt"/>
                <a:ea typeface="+mn-ea"/>
                <a:cs typeface="+mn-cs"/>
              </a:rPr>
              <a:t>a</a:t>
            </a:r>
            <a:r>
              <a:rPr kumimoji="0" lang="zh-CN" altLang="en-US" sz="1350" b="0" i="0" u="none" strike="noStrike" kern="1200" cap="none" spc="0" normalizeH="0" baseline="0" noProof="1">
                <a:ln>
                  <a:noFill/>
                </a:ln>
                <a:solidFill>
                  <a:srgbClr val="FF0000"/>
                </a:solidFill>
                <a:effectLst/>
                <a:uLnTx/>
                <a:uFillTx/>
                <a:latin typeface="+mn-lt"/>
                <a:ea typeface="+mn-ea"/>
                <a:cs typeface="+mn-cs"/>
              </a:rPr>
              <a:t>的地址与</a:t>
            </a:r>
            <a:r>
              <a:rPr kumimoji="0" lang="en-US" altLang="zh-CN" sz="1350" b="0" i="0" u="none" strike="noStrike" kern="1200" cap="none" spc="0" normalizeH="0" baseline="0" noProof="1">
                <a:ln>
                  <a:noFill/>
                </a:ln>
                <a:solidFill>
                  <a:srgbClr val="FF0000"/>
                </a:solidFill>
                <a:effectLst/>
                <a:uLnTx/>
                <a:uFillTx/>
                <a:latin typeface="+mn-lt"/>
                <a:ea typeface="+mn-ea"/>
                <a:cs typeface="+mn-cs"/>
              </a:rPr>
              <a:t>v</a:t>
            </a:r>
            <a:r>
              <a:rPr kumimoji="0" lang="zh-CN" altLang="en-US" sz="1350" b="0" i="0" u="none" strike="noStrike" kern="1200" cap="none" spc="0" normalizeH="0" baseline="0" noProof="1">
                <a:ln>
                  <a:noFill/>
                </a:ln>
                <a:solidFill>
                  <a:srgbClr val="FF0000"/>
                </a:solidFill>
                <a:effectLst/>
                <a:uLnTx/>
                <a:uFillTx/>
                <a:latin typeface="+mn-lt"/>
                <a:ea typeface="+mn-ea"/>
                <a:cs typeface="+mn-cs"/>
              </a:rPr>
              <a:t>的地址相同</a:t>
            </a:r>
            <a:endParaRPr kumimoji="0" lang="zh-CN" altLang="en-US" sz="1350" b="0" i="0" u="none" strike="noStrike" kern="1200" cap="none" spc="0" normalizeH="0" baseline="0" noProof="1">
              <a:ln>
                <a:noFill/>
              </a:ln>
              <a:solidFill>
                <a:srgbClr val="FF0000"/>
              </a:solidFill>
              <a:effectLst/>
              <a:uLnTx/>
              <a:uFillTx/>
              <a:latin typeface="+mn-lt"/>
              <a:ea typeface="+mn-ea"/>
              <a:cs typeface="+mn-cs"/>
            </a:endParaRPr>
          </a:p>
        </p:txBody>
      </p:sp>
      <p:sp>
        <p:nvSpPr>
          <p:cNvPr id="3" name="线形标注 2 2"/>
          <p:cNvSpPr/>
          <p:nvPr/>
        </p:nvSpPr>
        <p:spPr>
          <a:xfrm>
            <a:off x="3247073" y="4140200"/>
            <a:ext cx="1457325" cy="573088"/>
          </a:xfrm>
          <a:prstGeom prst="borderCallout2">
            <a:avLst>
              <a:gd name="adj1" fmla="val 18750"/>
              <a:gd name="adj2" fmla="val -8333"/>
              <a:gd name="adj3" fmla="val 18750"/>
              <a:gd name="adj4" fmla="val -16667"/>
              <a:gd name="adj5" fmla="val -7570"/>
              <a:gd name="adj6" fmla="val -11950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350" b="0" i="0" u="none" strike="noStrike" kern="1200" cap="none" spc="0" normalizeH="0" baseline="0" noProof="1">
                <a:ln>
                  <a:noFill/>
                </a:ln>
                <a:solidFill>
                  <a:srgbClr val="FF0000"/>
                </a:solidFill>
                <a:effectLst/>
                <a:uLnTx/>
                <a:uFillTx/>
                <a:latin typeface="+mn-lt"/>
                <a:ea typeface="+mn-ea"/>
                <a:cs typeface="+mn-cs"/>
              </a:rPr>
              <a:t>现在</a:t>
            </a:r>
            <a:r>
              <a:rPr kumimoji="0" lang="en-US" altLang="zh-CN" sz="1350" b="0" i="0" u="none" strike="noStrike" kern="1200" cap="none" spc="0" normalizeH="0" baseline="0" noProof="1">
                <a:ln>
                  <a:noFill/>
                </a:ln>
                <a:solidFill>
                  <a:srgbClr val="FF0000"/>
                </a:solidFill>
                <a:effectLst/>
                <a:uLnTx/>
                <a:uFillTx/>
                <a:latin typeface="+mn-lt"/>
                <a:ea typeface="+mn-ea"/>
                <a:cs typeface="+mn-cs"/>
              </a:rPr>
              <a:t>a</a:t>
            </a:r>
            <a:r>
              <a:rPr kumimoji="0" lang="zh-CN" altLang="en-US" sz="1350" b="0" i="0" u="none" strike="noStrike" kern="1200" cap="none" spc="0" normalizeH="0" baseline="0" noProof="1">
                <a:ln>
                  <a:noFill/>
                </a:ln>
                <a:solidFill>
                  <a:srgbClr val="FF0000"/>
                </a:solidFill>
                <a:effectLst/>
                <a:uLnTx/>
                <a:uFillTx/>
                <a:latin typeface="+mn-lt"/>
                <a:ea typeface="+mn-ea"/>
                <a:cs typeface="+mn-cs"/>
              </a:rPr>
              <a:t>的地址和</a:t>
            </a:r>
            <a:r>
              <a:rPr kumimoji="0" lang="en-US" altLang="zh-CN" sz="1350" b="0" i="0" u="none" strike="noStrike" kern="1200" cap="none" spc="0" normalizeH="0" baseline="0" noProof="1">
                <a:ln>
                  <a:noFill/>
                </a:ln>
                <a:solidFill>
                  <a:srgbClr val="FF0000"/>
                </a:solidFill>
                <a:effectLst/>
                <a:uLnTx/>
                <a:uFillTx/>
                <a:latin typeface="+mn-lt"/>
                <a:ea typeface="+mn-ea"/>
                <a:cs typeface="+mn-cs"/>
              </a:rPr>
              <a:t>v</a:t>
            </a:r>
            <a:r>
              <a:rPr kumimoji="0" lang="zh-CN" altLang="en-US" sz="1350" b="0" i="0" u="none" strike="noStrike" kern="1200" cap="none" spc="0" normalizeH="0" baseline="0" noProof="1">
                <a:ln>
                  <a:noFill/>
                </a:ln>
                <a:solidFill>
                  <a:srgbClr val="FF0000"/>
                </a:solidFill>
                <a:effectLst/>
                <a:uLnTx/>
                <a:uFillTx/>
                <a:latin typeface="+mn-lt"/>
                <a:ea typeface="+mn-ea"/>
                <a:cs typeface="+mn-cs"/>
              </a:rPr>
              <a:t>的地址不一样了</a:t>
            </a:r>
            <a:endParaRPr kumimoji="0" lang="zh-CN" altLang="en-US" sz="1350" b="0" i="0" u="none" strike="noStrike" kern="1200" cap="none" spc="0" normalizeH="0" baseline="0" noProof="1">
              <a:ln>
                <a:noFill/>
              </a:ln>
              <a:solidFill>
                <a:srgbClr val="FF0000"/>
              </a:solidFill>
              <a:effectLst/>
              <a:uLnTx/>
              <a:uFillTx/>
              <a:latin typeface="+mn-lt"/>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26625"/>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5.2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形参与实参</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30722" name="文本占位符 26626"/>
          <p:cNvSpPr>
            <a:spLocks noGrp="1"/>
          </p:cNvSpPr>
          <p:nvPr>
            <p:ph idx="1"/>
          </p:nvPr>
        </p:nvSpPr>
        <p:spPr>
          <a:xfrm>
            <a:off x="457200" y="1106170"/>
            <a:ext cx="8229600" cy="3395663"/>
          </a:xfrm>
        </p:spPr>
        <p:txBody>
          <a:bodyPr wrap="square" lIns="68591" tIns="34295" rIns="68591" bIns="34295" anchor="t"/>
          <a:lstStyle/>
          <a:p>
            <a:pPr eaLnBrk="1" fontAlgn="base" hangingPunct="1">
              <a:lnSpc>
                <a:spcPct val="150000"/>
              </a:lnSpc>
              <a:spcBef>
                <a:spcPct val="0"/>
              </a:spcBef>
              <a:buSzPct val="90000"/>
              <a:buFont typeface="Wingdings" panose="05000000000000000000" pitchFamily="2" charset="2"/>
              <a:buChar char="§"/>
            </a:pPr>
            <a:r>
              <a:rPr lang="zh-CN" altLang="en-US" sz="1800" strike="noStrike" noProof="1"/>
              <a:t>在有些情况下，可以通过</a:t>
            </a:r>
            <a:r>
              <a:rPr lang="zh-CN" altLang="en-US" sz="1800" strike="noStrike" noProof="1">
                <a:solidFill>
                  <a:srgbClr val="FF0000"/>
                </a:solidFill>
              </a:rPr>
              <a:t>特殊的方式</a:t>
            </a:r>
            <a:r>
              <a:rPr lang="zh-CN" altLang="en-US" sz="1800" strike="noStrike" noProof="1"/>
              <a:t>在函数内部修改实参的值。</a:t>
            </a:r>
            <a:endParaRPr lang="zh-CN" altLang="en-US" sz="1800" strike="noStrike" noProof="1"/>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&gt;&gt;&gt; def modify(v):          # </a:t>
            </a:r>
            <a:r>
              <a:rPr lang="zh-CN" altLang="en-US" sz="1600" strike="noStrike" noProof="1">
                <a:latin typeface="Consolas" panose="020B0609020204030204" pitchFamily="49" charset="0"/>
              </a:rPr>
              <a:t>使用下标修改列表元素值</a:t>
            </a:r>
            <a:endParaRPr lang="zh-CN" altLang="en-US"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    v[0] = v[0]+1</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&gt;&gt;&gt; a = [2]</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&gt;&gt;&gt; modify(a)</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&gt;&gt;&gt; a</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[3]</a:t>
            </a:r>
            <a:endParaRPr lang="en-US" altLang="zh-CN" sz="1600" strike="noStrike" noProof="1">
              <a:solidFill>
                <a:srgbClr val="00B0F0"/>
              </a:solidFill>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&gt;&gt;&gt; def modify(v, item):    # </a:t>
            </a:r>
            <a:r>
              <a:rPr lang="zh-CN" altLang="en-US" sz="1600" strike="noStrike" noProof="1">
                <a:latin typeface="Consolas" panose="020B0609020204030204" pitchFamily="49" charset="0"/>
              </a:rPr>
              <a:t>使用列表的方法为列表增加元素</a:t>
            </a:r>
            <a:endParaRPr lang="zh-CN" altLang="en-US"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    v.append(item)</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&gt;&gt;&gt; a = [2]</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&gt;&gt;&gt; modify(a,3)</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&gt;&gt;&gt; a</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[2, 3]</a:t>
            </a:r>
            <a:endParaRPr lang="en-US" altLang="zh-CN" sz="1600" strike="noStrike" noProof="1">
              <a:solidFill>
                <a:srgbClr val="00B0F0"/>
              </a:solidFill>
              <a:latin typeface="Consolas" panose="020B0609020204030204" pitchFamily="49"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5.2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形参与实参</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31746" name="内容占位符 2"/>
          <p:cNvSpPr>
            <a:spLocks noGrp="1"/>
          </p:cNvSpPr>
          <p:nvPr>
            <p:ph idx="1"/>
          </p:nvPr>
        </p:nvSpPr>
        <p:spPr/>
        <p:txBody>
          <a:bodyPr wrap="square" lIns="68591" tIns="34295" rIns="68591" bIns="34295" anchor="t"/>
          <a:lstStyle/>
          <a:p>
            <a:pPr eaLnBrk="1" fontAlgn="base" hangingPunct="1">
              <a:lnSpc>
                <a:spcPct val="150000"/>
              </a:lnSpc>
              <a:spcBef>
                <a:spcPct val="0"/>
              </a:spcBef>
              <a:buSzPct val="90000"/>
              <a:buFont typeface="Wingdings" panose="05000000000000000000" pitchFamily="2" charset="2"/>
              <a:buChar char="§"/>
            </a:pPr>
            <a:r>
              <a:rPr lang="zh-CN" altLang="en-US" sz="1800" strike="noStrike" noProof="1"/>
              <a:t>也就是说，如果传递给函数的</a:t>
            </a:r>
            <a:r>
              <a:rPr lang="zh-CN" altLang="en-US" sz="1800" strike="noStrike" noProof="1">
                <a:solidFill>
                  <a:srgbClr val="FF0000"/>
                </a:solidFill>
              </a:rPr>
              <a:t>实参是可变序列</a:t>
            </a:r>
            <a:r>
              <a:rPr lang="zh-CN" altLang="en-US" sz="1800" strike="noStrike" noProof="1"/>
              <a:t>，并且在函数内部使用</a:t>
            </a:r>
            <a:r>
              <a:rPr lang="zh-CN" altLang="en-US" sz="1800" strike="noStrike" noProof="1">
                <a:solidFill>
                  <a:srgbClr val="FF0000"/>
                </a:solidFill>
              </a:rPr>
              <a:t>下标</a:t>
            </a:r>
            <a:r>
              <a:rPr lang="zh-CN" altLang="en-US" sz="1800" strike="noStrike" noProof="1"/>
              <a:t>或</a:t>
            </a:r>
            <a:r>
              <a:rPr lang="zh-CN" altLang="en-US" sz="1800" strike="noStrike" noProof="1">
                <a:solidFill>
                  <a:srgbClr val="FF0000"/>
                </a:solidFill>
              </a:rPr>
              <a:t>可变序列自身的原地操作</a:t>
            </a:r>
            <a:r>
              <a:rPr lang="zh-CN" altLang="en-US" sz="1800" strike="noStrike" noProof="1">
                <a:solidFill>
                  <a:srgbClr val="FF0000"/>
                </a:solidFill>
              </a:rPr>
              <a:t>方法</a:t>
            </a:r>
            <a:r>
              <a:rPr lang="zh-CN" altLang="en-US" sz="1800" strike="noStrike" noProof="1"/>
              <a:t>增加、删除元素或修改元素时，实参也得到相应的修改。</a:t>
            </a:r>
            <a:endParaRPr lang="zh-CN" altLang="en-US" sz="1800" strike="noStrike" noProof="1"/>
          </a:p>
          <a:p>
            <a:pPr eaLnBrk="1" fontAlgn="base" hangingPunct="1">
              <a:lnSpc>
                <a:spcPct val="80000"/>
              </a:lnSpc>
              <a:buSzPct val="90000"/>
              <a:buFont typeface="Wingdings" panose="05000000000000000000" pitchFamily="2" charset="2"/>
              <a:buNone/>
            </a:pPr>
            <a:endParaRPr lang="en-US" altLang="zh-CN" sz="135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&gt;&gt;&gt; def modify(d):         #</a:t>
            </a:r>
            <a:r>
              <a:rPr lang="zh-CN" altLang="en-US" sz="1600" strike="noStrike" noProof="1">
                <a:latin typeface="Consolas" panose="020B0609020204030204" pitchFamily="49" charset="0"/>
              </a:rPr>
              <a:t>修改字典元素值或为字典增加元素</a:t>
            </a:r>
            <a:endParaRPr lang="zh-CN" altLang="en-US"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    d['age'] = 38</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&gt;&gt;&gt; a = {'name':'Dong', 'age':37, 'sex':'Male'}</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&gt;&gt;&gt; a</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{'age': 37, 'name': 'Dong', 'sex': 'Male'}</a:t>
            </a:r>
            <a:endParaRPr lang="en-US" altLang="zh-CN" sz="1600" strike="noStrike" noProof="1">
              <a:solidFill>
                <a:srgbClr val="00B0F0"/>
              </a:solidFill>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&gt;&gt;&gt; modify(a)</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&gt;&gt;&gt; a</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{'age': 38, 'name': 'Dong', 'sex': 'Male'}</a:t>
            </a:r>
            <a:endParaRPr lang="en-US" altLang="zh-CN" sz="1600" strike="noStrike" noProof="1">
              <a:solidFill>
                <a:srgbClr val="00B0F0"/>
              </a:solidFill>
              <a:latin typeface="Consolas" panose="020B0609020204030204" pitchFamily="49"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27649"/>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5.3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参数类型</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32770" name="文本占位符 27650"/>
          <p:cNvSpPr>
            <a:spLocks noGrp="1"/>
          </p:cNvSpPr>
          <p:nvPr>
            <p:ph idx="1"/>
          </p:nvPr>
        </p:nvSpPr>
        <p:spPr/>
        <p:txBody>
          <a:bodyPr wrap="square" lIns="68591" tIns="34295" rIns="68591" bIns="34295" anchor="t"/>
          <a:lstStyle/>
          <a:p>
            <a:pPr eaLnBrk="1" hangingPunct="1">
              <a:lnSpc>
                <a:spcPct val="150000"/>
              </a:lnSpc>
              <a:spcBef>
                <a:spcPts val="600"/>
              </a:spcBef>
              <a:buSzPct val="90000"/>
              <a:buFont typeface="Wingdings" panose="05000000000000000000" pitchFamily="2" charset="2"/>
              <a:buChar char="§"/>
            </a:pPr>
            <a:r>
              <a:rPr lang="zh-CN" altLang="en-US" sz="1800" dirty="0"/>
              <a:t>在Python中，函数参数有很多种：可以为</a:t>
            </a:r>
            <a:r>
              <a:rPr lang="zh-CN" altLang="en-US" sz="1800" dirty="0">
                <a:solidFill>
                  <a:srgbClr val="FF0000"/>
                </a:solidFill>
              </a:rPr>
              <a:t>普通参数</a:t>
            </a:r>
            <a:r>
              <a:rPr lang="zh-CN" altLang="en-US" sz="1800" dirty="0"/>
              <a:t>、</a:t>
            </a:r>
            <a:r>
              <a:rPr lang="zh-CN" altLang="en-US" sz="1800" dirty="0">
                <a:solidFill>
                  <a:srgbClr val="FF0000"/>
                </a:solidFill>
              </a:rPr>
              <a:t>默认值参数</a:t>
            </a:r>
            <a:r>
              <a:rPr lang="zh-CN" altLang="en-US" sz="1800" dirty="0"/>
              <a:t>、</a:t>
            </a:r>
            <a:r>
              <a:rPr lang="zh-CN" altLang="en-US" sz="1800" dirty="0">
                <a:solidFill>
                  <a:srgbClr val="FF0000"/>
                </a:solidFill>
              </a:rPr>
              <a:t>关键参数</a:t>
            </a:r>
            <a:r>
              <a:rPr lang="zh-CN" altLang="en-US" sz="1800" dirty="0"/>
              <a:t>、</a:t>
            </a:r>
            <a:r>
              <a:rPr lang="zh-CN" altLang="en-US" sz="1800" dirty="0">
                <a:solidFill>
                  <a:srgbClr val="FF0000"/>
                </a:solidFill>
              </a:rPr>
              <a:t>可变长度参数</a:t>
            </a:r>
            <a:r>
              <a:rPr lang="zh-CN" altLang="en-US" sz="1800" dirty="0"/>
              <a:t>等等。</a:t>
            </a:r>
            <a:endParaRPr lang="zh-CN" altLang="en-US" sz="1800" dirty="0"/>
          </a:p>
          <a:p>
            <a:pPr eaLnBrk="1" hangingPunct="1">
              <a:lnSpc>
                <a:spcPct val="150000"/>
              </a:lnSpc>
              <a:spcBef>
                <a:spcPts val="600"/>
              </a:spcBef>
              <a:buSzPct val="90000"/>
              <a:buFont typeface="Wingdings" panose="05000000000000000000" pitchFamily="2" charset="2"/>
              <a:buChar char="§"/>
            </a:pPr>
            <a:r>
              <a:rPr lang="en-US" altLang="zh-CN" sz="1800" dirty="0"/>
              <a:t>Python</a:t>
            </a:r>
            <a:r>
              <a:rPr lang="zh-CN" altLang="en-US" sz="1800" dirty="0"/>
              <a:t>在</a:t>
            </a:r>
            <a:r>
              <a:rPr lang="zh-CN" altLang="en-US" sz="1800" dirty="0">
                <a:solidFill>
                  <a:srgbClr val="FF0000"/>
                </a:solidFill>
              </a:rPr>
              <a:t>定义函数时不需要指定形参的类型</a:t>
            </a:r>
            <a:r>
              <a:rPr lang="zh-CN" altLang="en-US" sz="1800" dirty="0"/>
              <a:t>，完全由调用者传递的实参类型以及</a:t>
            </a:r>
            <a:r>
              <a:rPr lang="en-US" altLang="zh-CN" sz="1800" dirty="0"/>
              <a:t>Python</a:t>
            </a:r>
            <a:r>
              <a:rPr lang="zh-CN" altLang="en-US" sz="1800" dirty="0"/>
              <a:t>解释器的理解和推断来决定。</a:t>
            </a:r>
            <a:endParaRPr lang="zh-CN" alt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vert="horz" wrap="square" lIns="68591" tIns="34295" rIns="68591" bIns="34295" numCol="1" anchor="t" anchorCtr="0" compatLnSpc="1"/>
          <a:lstStyle/>
          <a:p>
            <a:pPr marL="342900" marR="0" lvl="0" indent="-342900" algn="l" defTabSz="914400" rtl="0" eaLnBrk="1" latinLnBrk="0" hangingPunct="1">
              <a:lnSpc>
                <a:spcPct val="100000"/>
              </a:lnSpc>
              <a:spcBef>
                <a:spcPts val="0"/>
              </a:spcBef>
              <a:spcAft>
                <a:spcPct val="0"/>
              </a:spcAft>
              <a:buClrTx/>
              <a:buSzTx/>
              <a:buFont typeface="Wingdings" panose="05000000000000000000" charset="0"/>
              <a:buChar char="§"/>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选讲：</a:t>
            </a:r>
            <a:r>
              <a:rPr kumimoji="0" lang="en-US" sz="1800" b="0" i="0" u="none" strike="noStrike" kern="1200" cap="none" spc="0" normalizeH="0" baseline="0" noProof="1">
                <a:ln>
                  <a:noFill/>
                </a:ln>
                <a:solidFill>
                  <a:schemeClr val="tx1"/>
                </a:solidFill>
                <a:effectLst/>
                <a:uLnTx/>
                <a:uFillTx/>
                <a:latin typeface="+mn-lt"/>
                <a:ea typeface="+mn-ea"/>
                <a:cs typeface="+mn-cs"/>
              </a:rPr>
              <a:t>Python</a:t>
            </a:r>
            <a:r>
              <a:rPr kumimoji="0" lang="zh-CN" altLang="en-US" sz="1800" b="0" i="0" u="none" strike="noStrike" kern="1200" cap="none" spc="0" normalizeH="0" baseline="0" noProof="1">
                <a:ln>
                  <a:noFill/>
                </a:ln>
                <a:solidFill>
                  <a:schemeClr val="tx1"/>
                </a:solidFill>
                <a:effectLst/>
                <a:uLnTx/>
                <a:uFillTx/>
                <a:latin typeface="+mn-lt"/>
                <a:ea typeface="+mn-ea"/>
                <a:cs typeface="+mn-cs"/>
              </a:rPr>
              <a:t>也允许对函数参数和返回值类型进行标注，但</a:t>
            </a:r>
            <a:r>
              <a:rPr kumimoji="0" lang="zh-CN" altLang="en-US" sz="1800" b="0" i="0" u="none" strike="noStrike" kern="1200" cap="none" spc="0" normalizeH="0" baseline="0" noProof="1">
                <a:ln>
                  <a:noFill/>
                </a:ln>
                <a:solidFill>
                  <a:srgbClr val="FF0000"/>
                </a:solidFill>
                <a:effectLst/>
                <a:uLnTx/>
                <a:uFillTx/>
                <a:latin typeface="+mn-lt"/>
                <a:ea typeface="+mn-ea"/>
                <a:cs typeface="+mn-cs"/>
              </a:rPr>
              <a:t>实际上并不起任何作用</a:t>
            </a:r>
            <a:r>
              <a:rPr kumimoji="0" lang="zh-CN" altLang="en-US" sz="1800" b="0" i="0" u="none" strike="noStrike" kern="1200" cap="none" spc="0" normalizeH="0" baseline="0" noProof="1">
                <a:ln>
                  <a:noFill/>
                </a:ln>
                <a:solidFill>
                  <a:schemeClr val="tx1"/>
                </a:solidFill>
                <a:effectLst/>
                <a:uLnTx/>
                <a:uFillTx/>
                <a:latin typeface="+mn-lt"/>
                <a:ea typeface="+mn-ea"/>
                <a:cs typeface="+mn-cs"/>
              </a:rPr>
              <a:t>，只是看起来方便。</a:t>
            </a:r>
            <a:endParaRPr kumimoji="0" lang="zh-CN" altLang="en-US" sz="135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def test(x:int, y:int) -&gt; int:</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'''x and y must be integers, return an integer x+y'''</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assert isinstance(x, int), 'x must be integer'</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assert isinstance(y, int), 'y must be integer'</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z = x+y</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assert isinstance(z, int), 'must return an integer'</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return z</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test(1, 2)</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rgbClr val="00B0F0"/>
                </a:solidFill>
                <a:effectLst/>
                <a:uLnTx/>
                <a:uFillTx/>
                <a:latin typeface="Consolas" panose="020B0609020204030204" pitchFamily="49" charset="0"/>
                <a:ea typeface="+mn-ea"/>
                <a:cs typeface="+mn-cs"/>
              </a:rPr>
              <a:t>3</a:t>
            </a:r>
            <a:endParaRPr kumimoji="0" lang="zh-CN" altLang="en-US" sz="1600" b="0" i="0" u="none" strike="noStrike" kern="1200" cap="none" spc="0" normalizeH="0" baseline="0" noProof="1">
              <a:ln>
                <a:noFill/>
              </a:ln>
              <a:solidFill>
                <a:srgbClr val="00B0F0"/>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test(2, 3.0)                    #参数类型不符合要求，抛出异常</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rPr>
              <a:t>AssertionError: y must be integer</a:t>
            </a:r>
            <a:endParaRPr kumimoji="0" lang="zh-CN" alt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endParaRPr>
          </a:p>
        </p:txBody>
      </p:sp>
      <p:sp>
        <p:nvSpPr>
          <p:cNvPr id="34818" name="标题 27649"/>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5.3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参数类型</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vert="horz" wrap="square" lIns="68591" tIns="34295" rIns="68591" bIns="34295" numCol="1" anchor="t" anchorCtr="0" compatLnSpc="1"/>
          <a:lstStyle/>
          <a:p>
            <a:pPr marL="342900" marR="0" lvl="0" indent="-342900" algn="l" defTabSz="914400" rtl="0" eaLnBrk="1" fontAlgn="base" latinLnBrk="0" hangingPunct="1">
              <a:lnSpc>
                <a:spcPct val="150000"/>
              </a:lnSpc>
              <a:spcBef>
                <a:spcPts val="0"/>
              </a:spcBef>
              <a:spcAft>
                <a:spcPct val="0"/>
              </a:spcAft>
              <a:buClrTx/>
              <a:buSzTx/>
              <a:buFont typeface="Wingdings" panose="05000000000000000000" charset="0"/>
              <a:buChar char="§"/>
              <a:defRPr/>
            </a:pPr>
            <a:r>
              <a:rPr kumimoji="0" lang="en-US" sz="1800" b="0" i="0" u="none" strike="noStrike" kern="1200" cap="none" spc="0" normalizeH="0" baseline="0" noProof="1">
                <a:ln>
                  <a:noFill/>
                </a:ln>
                <a:solidFill>
                  <a:schemeClr val="tx1"/>
                </a:solidFill>
                <a:effectLst/>
                <a:uLnTx/>
                <a:uFillTx/>
                <a:latin typeface="+mn-lt"/>
                <a:ea typeface="+mn-ea"/>
                <a:cs typeface="+mn-cs"/>
              </a:rPr>
              <a:t>位置参数（positional arguments）是比较常用的形式，调用函数时</a:t>
            </a:r>
            <a:r>
              <a:rPr kumimoji="0" lang="en-US" sz="1800" b="0" i="0" u="none" strike="noStrike" kern="1200" cap="none" spc="0" normalizeH="0" baseline="0" noProof="1">
                <a:ln>
                  <a:noFill/>
                </a:ln>
                <a:solidFill>
                  <a:srgbClr val="FF0000"/>
                </a:solidFill>
                <a:effectLst/>
                <a:uLnTx/>
                <a:uFillTx/>
                <a:latin typeface="+mn-lt"/>
                <a:ea typeface="+mn-ea"/>
                <a:cs typeface="+mn-cs"/>
              </a:rPr>
              <a:t>实参和形参的顺序必须严格一致</a:t>
            </a:r>
            <a:r>
              <a:rPr kumimoji="0" lang="en-US" sz="1800" b="0" i="0" u="none" strike="noStrike" kern="1200" cap="none" spc="0" normalizeH="0" baseline="0" noProof="1">
                <a:ln>
                  <a:noFill/>
                </a:ln>
                <a:solidFill>
                  <a:schemeClr val="tx1"/>
                </a:solidFill>
                <a:effectLst/>
                <a:uLnTx/>
                <a:uFillTx/>
                <a:latin typeface="+mn-lt"/>
                <a:ea typeface="+mn-ea"/>
                <a:cs typeface="+mn-cs"/>
              </a:rPr>
              <a:t>，并且</a:t>
            </a:r>
            <a:r>
              <a:rPr kumimoji="0" lang="en-US" sz="1800" b="0" i="0" u="none" strike="noStrike" kern="1200" cap="none" spc="0" normalizeH="0" baseline="0" noProof="1">
                <a:ln>
                  <a:noFill/>
                </a:ln>
                <a:solidFill>
                  <a:srgbClr val="FF0000"/>
                </a:solidFill>
                <a:effectLst/>
                <a:uLnTx/>
                <a:uFillTx/>
                <a:latin typeface="+mn-lt"/>
                <a:ea typeface="+mn-ea"/>
                <a:cs typeface="+mn-cs"/>
              </a:rPr>
              <a:t>实参和形参的数量必须相同</a:t>
            </a:r>
            <a:r>
              <a:rPr kumimoji="0" lang="en-US" sz="1800" b="0" i="0" u="none" strike="noStrike" kern="1200" cap="none" spc="0" normalizeH="0" baseline="0" noProof="1">
                <a:ln>
                  <a:noFill/>
                </a:ln>
                <a:solidFill>
                  <a:schemeClr val="tx1"/>
                </a:solidFill>
                <a:effectLst/>
                <a:uLnTx/>
                <a:uFillTx/>
                <a:latin typeface="+mn-lt"/>
                <a:ea typeface="+mn-ea"/>
                <a:cs typeface="+mn-cs"/>
              </a:rPr>
              <a:t>。</a:t>
            </a:r>
            <a:endParaRPr kumimoji="0" lang="en-US" sz="135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def demo(a, b, c):</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print(a, b, c)</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demo(3, 4, 5)</a:t>
            </a: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a:t>
            </a: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按位置传递参数</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3 4 5</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demo(3, 5, 4)</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3 5 4</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demo(1, 2, 3, 4)                #实参与形参数量必须相同</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rPr>
              <a:t>TypeError: demo() takes 3 positional arguments but 4 were given</a:t>
            </a:r>
            <a:endParaRPr kumimoji="0" 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endParaRPr>
          </a:p>
        </p:txBody>
      </p:sp>
      <p:sp>
        <p:nvSpPr>
          <p:cNvPr id="35842" name="标题 27649"/>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5.3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参数类型</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29697"/>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5.3.1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默认值参数</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35842" name="文本占位符 29698"/>
          <p:cNvSpPr>
            <a:spLocks noGrp="1"/>
          </p:cNvSpPr>
          <p:nvPr>
            <p:ph idx="1"/>
          </p:nvPr>
        </p:nvSpPr>
        <p:spPr/>
        <p:txBody>
          <a:bodyPr wrap="square" lIns="68591" tIns="34295" rIns="68591" bIns="34295" anchor="t"/>
          <a:lstStyle/>
          <a:p>
            <a:pPr eaLnBrk="1" fontAlgn="base" hangingPunct="1">
              <a:lnSpc>
                <a:spcPct val="150000"/>
              </a:lnSpc>
              <a:spcBef>
                <a:spcPts val="1200"/>
              </a:spcBef>
              <a:buSzPct val="90000"/>
              <a:buFont typeface="Wingdings" panose="05000000000000000000" pitchFamily="2" charset="2"/>
              <a:buChar char="§"/>
            </a:pPr>
            <a:r>
              <a:rPr lang="zh-CN" altLang="en-US" sz="1800" strike="noStrike" noProof="1"/>
              <a:t>调用带有默认值参数的函数时，</a:t>
            </a:r>
            <a:r>
              <a:rPr lang="zh-CN" altLang="en-US" sz="1800" strike="noStrike" noProof="1">
                <a:solidFill>
                  <a:srgbClr val="FF0000"/>
                </a:solidFill>
              </a:rPr>
              <a:t>可以不对默认值参数进行赋值，也可以为其赋值</a:t>
            </a:r>
            <a:r>
              <a:rPr lang="zh-CN" altLang="en-US" sz="1800" strike="noStrike" noProof="1"/>
              <a:t>，具有很大的灵活性。</a:t>
            </a:r>
            <a:endParaRPr lang="zh-CN" altLang="en-US" sz="1800" strike="noStrike" noProof="1"/>
          </a:p>
          <a:p>
            <a:pPr eaLnBrk="1" fontAlgn="base" hangingPunct="1">
              <a:lnSpc>
                <a:spcPct val="80000"/>
              </a:lnSpc>
              <a:buSzPct val="90000"/>
              <a:buFont typeface="Wingdings" panose="05000000000000000000" pitchFamily="2" charset="2"/>
              <a:buNone/>
            </a:pPr>
            <a:endParaRPr lang="en-US" altLang="zh-CN" sz="1500" strike="noStrike" noProof="1"/>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&gt;&gt;&gt; def say(message, times=1 ):</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    print(message*times)</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&gt;&gt;&gt; say('hello')</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hello</a:t>
            </a:r>
            <a:endParaRPr lang="en-US" altLang="zh-CN" sz="1600" strike="noStrike" noProof="1">
              <a:solidFill>
                <a:srgbClr val="00B0F0"/>
              </a:solidFill>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&gt;&gt;&gt; say('hello',3)</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hello hello hello</a:t>
            </a:r>
            <a:endParaRPr lang="en-US" altLang="zh-CN" sz="1600" strike="noStrike" noProof="1">
              <a:solidFill>
                <a:srgbClr val="00B0F0"/>
              </a:solidFill>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&gt;&gt;&gt; say('hi',7)</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hi hi hi hi hi hi hi</a:t>
            </a:r>
            <a:endParaRPr lang="en-US" altLang="zh-CN" sz="1600" strike="noStrike" noProof="1">
              <a:solidFill>
                <a:srgbClr val="00B0F0"/>
              </a:solidFill>
              <a:latin typeface="Consolas" panose="020B0609020204030204" pitchFamily="49"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3072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5.3.1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默认值参数</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36866" name="文本占位符 30722"/>
          <p:cNvSpPr>
            <a:spLocks noGrp="1"/>
          </p:cNvSpPr>
          <p:nvPr>
            <p:ph idx="1"/>
          </p:nvPr>
        </p:nvSpPr>
        <p:spPr/>
        <p:txBody>
          <a:bodyPr wrap="square" lIns="68591" tIns="34295" rIns="68591" bIns="34295" anchor="t"/>
          <a:lstStyle/>
          <a:p>
            <a:pPr eaLnBrk="1" fontAlgn="base" hangingPunct="1">
              <a:lnSpc>
                <a:spcPct val="150000"/>
              </a:lnSpc>
              <a:spcBef>
                <a:spcPct val="0"/>
              </a:spcBef>
              <a:buSzPct val="90000"/>
              <a:buFont typeface="Wingdings" panose="05000000000000000000" pitchFamily="2" charset="2"/>
              <a:buChar char="§"/>
            </a:pPr>
            <a:r>
              <a:rPr lang="zh-CN" altLang="en-US" sz="1800" strike="noStrike" noProof="1"/>
              <a:t>下面的函数使用指定分隔符将列表中所有字符串元素连接成一个字符串。</a:t>
            </a:r>
            <a:endParaRPr lang="zh-CN" altLang="en-US" sz="1800" strike="noStrike" noProof="1"/>
          </a:p>
          <a:p>
            <a:pPr eaLnBrk="1" fontAlgn="base" hangingPunct="1">
              <a:lnSpc>
                <a:spcPct val="80000"/>
              </a:lnSpc>
              <a:buSzPct val="90000"/>
              <a:buFont typeface="Wingdings" panose="05000000000000000000" pitchFamily="2" charset="2"/>
              <a:buChar char="•"/>
            </a:pPr>
            <a:endParaRPr lang="zh-CN" altLang="en-US" sz="1350" strike="noStrike" noProof="1"/>
          </a:p>
          <a:p>
            <a:pPr eaLnBrk="1" fontAlgn="base"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def join(lst, sep=None):</a:t>
            </a:r>
            <a:endParaRPr lang="en-US" altLang="zh-CN" sz="16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    return (sep or ' ').join(lst)</a:t>
            </a:r>
            <a:endParaRPr lang="en-US" altLang="zh-CN" sz="16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endParaRPr lang="en-US" altLang="zh-CN" sz="16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aList = ['a', 'b', 'c']</a:t>
            </a:r>
            <a:endParaRPr lang="en-US" altLang="zh-CN" sz="16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join(aList)</a:t>
            </a:r>
            <a:endParaRPr lang="en-US" altLang="zh-CN" sz="16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'a b c'</a:t>
            </a:r>
            <a:endParaRPr lang="en-US" altLang="zh-CN" sz="1600" strike="noStrike" noProof="1">
              <a:solidFill>
                <a:srgbClr val="00B0F0"/>
              </a:solidFill>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join(aList, ',')</a:t>
            </a:r>
            <a:endParaRPr lang="en-US" altLang="zh-CN" sz="16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'a,b,c'</a:t>
            </a:r>
            <a:endParaRPr lang="en-US" altLang="zh-CN" sz="1600" strike="noStrike" noProof="1">
              <a:solidFill>
                <a:srgbClr val="00B0F0"/>
              </a:solidFill>
              <a:latin typeface="Consolas" panose="020B0609020204030204" pitchFamily="49"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标题 28673"/>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5.3.1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默认值参数</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37890" name="文本占位符 28674"/>
          <p:cNvSpPr>
            <a:spLocks noGrp="1"/>
          </p:cNvSpPr>
          <p:nvPr>
            <p:ph idx="1"/>
          </p:nvPr>
        </p:nvSpPr>
        <p:spPr/>
        <p:txBody>
          <a:bodyPr vert="horz" wrap="square" lIns="68591" tIns="34295" rIns="68591" bIns="34295" numCol="1" anchor="t" anchorCtr="0" compatLnSpc="1"/>
          <a:lstStyle/>
          <a:p>
            <a:pPr marL="342900" marR="0" lvl="0" indent="-342900" algn="l" defTabSz="914400" rtl="0" eaLnBrk="1" fontAlgn="base" latinLnBrk="0" hangingPunct="1">
              <a:lnSpc>
                <a:spcPct val="150000"/>
              </a:lnSpc>
              <a:spcBef>
                <a:spcPct val="0"/>
              </a:spcBef>
              <a:spcAft>
                <a:spcPct val="0"/>
              </a:spcAft>
              <a:buClrTx/>
              <a:buSzPct val="90000"/>
              <a:buFont typeface="Wingdings" panose="05000000000000000000" charset="0"/>
              <a:buChar char="§"/>
              <a:defRPr/>
            </a:pPr>
            <a:r>
              <a:rPr kumimoji="0" lang="zh-CN" altLang="en-US" sz="1800" b="0" i="0" u="none" strike="noStrike" kern="1200" cap="none" spc="0" normalizeH="0" baseline="0" noProof="1">
                <a:ln>
                  <a:noFill/>
                </a:ln>
                <a:solidFill>
                  <a:schemeClr val="tx1"/>
                </a:solidFill>
                <a:effectLst/>
                <a:uLnTx/>
                <a:uFillTx/>
                <a:latin typeface="+mn-lt"/>
                <a:ea typeface="+mn-ea"/>
                <a:cs typeface="+mn-cs"/>
              </a:rPr>
              <a:t>注意：默认值参数必须出现在函数参数列表的最右端，</a:t>
            </a:r>
            <a:r>
              <a:rPr kumimoji="0" lang="zh-CN" altLang="en-US" sz="1800" b="0" i="0" u="none" strike="noStrike" kern="1200" cap="none" spc="0" normalizeH="0" baseline="0" noProof="1">
                <a:ln>
                  <a:noFill/>
                </a:ln>
                <a:solidFill>
                  <a:srgbClr val="FF0000"/>
                </a:solidFill>
                <a:effectLst/>
                <a:uLnTx/>
                <a:uFillTx/>
                <a:latin typeface="+mn-lt"/>
                <a:ea typeface="+mn-ea"/>
                <a:cs typeface="+mn-cs"/>
              </a:rPr>
              <a:t>任何一个默认值参数右边不能有非默认值参数</a:t>
            </a:r>
            <a:r>
              <a:rPr kumimoji="0" lang="zh-CN" altLang="en-US" sz="1800" b="0" i="0" u="none" strike="noStrike" kern="1200" cap="none" spc="0" normalizeH="0" baseline="0" noProof="1">
                <a:ln>
                  <a:noFill/>
                </a:ln>
                <a:solidFill>
                  <a:schemeClr val="tx1"/>
                </a:solidFill>
                <a:effectLst/>
                <a:uLnTx/>
                <a:uFillTx/>
                <a:latin typeface="+mn-lt"/>
                <a:ea typeface="+mn-ea"/>
                <a:cs typeface="+mn-cs"/>
              </a:rPr>
              <a:t>。</a:t>
            </a: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0"/>
              </a:spcBef>
              <a:spcAft>
                <a:spcPct val="0"/>
              </a:spcAft>
              <a:buClrTx/>
              <a:buSzPct val="90000"/>
              <a:buFont typeface="Wingdings" panose="05000000000000000000" charset="0"/>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def func(a=3, b, c=5):    </a:t>
            </a:r>
            <a:r>
              <a:rPr kumimoji="0" lang="en-US" altLang="zh-CN"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a:t>
            </a: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失败，带默认值的参数后面有不带默认值的参数</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0"/>
              </a:spcBef>
              <a:spcAft>
                <a:spcPct val="0"/>
              </a:spcAft>
              <a:buClrTx/>
              <a:buSzPct val="90000"/>
              <a:buFont typeface="Wingdings" panose="05000000000000000000" charset="0"/>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print(a, b, c)</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0"/>
              </a:spcBef>
              <a:spcAft>
                <a:spcPct val="0"/>
              </a:spcAft>
              <a:buClrTx/>
              <a:buSzPct val="90000"/>
              <a:buFont typeface="Wingdings" panose="05000000000000000000" charset="0"/>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0"/>
              </a:spcBef>
              <a:spcAft>
                <a:spcPct val="0"/>
              </a:spcAft>
              <a:buClrTx/>
              <a:buSzPct val="90000"/>
              <a:buFont typeface="Wingdings" panose="05000000000000000000" charset="0"/>
              <a:buNone/>
              <a:defRPr/>
            </a:pPr>
            <a:r>
              <a:rPr kumimoji="0" lang="zh-CN" alt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rPr>
              <a:t>SyntaxError: non-default argument follows default argument</a:t>
            </a:r>
            <a:endParaRPr kumimoji="0" lang="zh-CN" alt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0"/>
              </a:spcBef>
              <a:spcAft>
                <a:spcPct val="0"/>
              </a:spcAft>
              <a:buClrTx/>
              <a:buSzPct val="90000"/>
              <a:buFont typeface="Wingdings" panose="05000000000000000000" charset="0"/>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def func(a=3, b):         </a:t>
            </a:r>
            <a:r>
              <a:rPr kumimoji="0" lang="en-US" altLang="zh-CN"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a:t>
            </a: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失败，带默认值的参数后面有不带默认值的参数</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0"/>
              </a:spcBef>
              <a:spcAft>
                <a:spcPct val="0"/>
              </a:spcAft>
              <a:buClrTx/>
              <a:buSzPct val="90000"/>
              <a:buFont typeface="Wingdings" panose="05000000000000000000" charset="0"/>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print(a, b)</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0"/>
              </a:spcBef>
              <a:spcAft>
                <a:spcPct val="0"/>
              </a:spcAft>
              <a:buClrTx/>
              <a:buSzPct val="90000"/>
              <a:buFont typeface="Wingdings" panose="05000000000000000000" charset="0"/>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0"/>
              </a:spcBef>
              <a:spcAft>
                <a:spcPct val="0"/>
              </a:spcAft>
              <a:buClrTx/>
              <a:buSzPct val="90000"/>
              <a:buFont typeface="Wingdings" panose="05000000000000000000" charset="0"/>
              <a:buNone/>
              <a:defRPr/>
            </a:pPr>
            <a:r>
              <a:rPr kumimoji="0" lang="zh-CN" alt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rPr>
              <a:t>SyntaxError: non-default argument follows default argument</a:t>
            </a:r>
            <a:endParaRPr kumimoji="0" lang="zh-CN" alt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0"/>
              </a:spcBef>
              <a:spcAft>
                <a:spcPct val="0"/>
              </a:spcAft>
              <a:buClrTx/>
              <a:buSzPct val="90000"/>
              <a:buFont typeface="Wingdings" panose="05000000000000000000" charset="0"/>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def func(a, b, c=5):      </a:t>
            </a:r>
            <a:r>
              <a:rPr kumimoji="0" lang="en-US" altLang="zh-CN"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a:t>
            </a: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成功</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0"/>
              </a:spcBef>
              <a:spcAft>
                <a:spcPct val="0"/>
              </a:spcAft>
              <a:buClrTx/>
              <a:buSzPct val="90000"/>
              <a:buFont typeface="Wingdings" panose="05000000000000000000" charset="0"/>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print(a, b, c)</a:t>
            </a:r>
            <a:endParaRPr kumimoji="0" lang="zh-CN" altLang="en-US" sz="135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31745"/>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5.3.1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默认值参数</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38914" name="文本占位符 31746"/>
          <p:cNvSpPr>
            <a:spLocks noGrp="1"/>
          </p:cNvSpPr>
          <p:nvPr>
            <p:ph idx="1"/>
          </p:nvPr>
        </p:nvSpPr>
        <p:spPr/>
        <p:txBody>
          <a:bodyPr wrap="square" lIns="68591" tIns="34295" rIns="68591" bIns="34295" anchor="t"/>
          <a:lstStyle/>
          <a:p>
            <a:pPr eaLnBrk="1" fontAlgn="base" hangingPunct="1">
              <a:lnSpc>
                <a:spcPct val="150000"/>
              </a:lnSpc>
              <a:spcBef>
                <a:spcPct val="0"/>
              </a:spcBef>
              <a:buSzPct val="90000"/>
              <a:buFont typeface="Wingdings" panose="05000000000000000000" pitchFamily="2" charset="2"/>
              <a:buChar char="§"/>
            </a:pPr>
            <a:r>
              <a:rPr lang="zh-CN" altLang="en-US" sz="1800" strike="noStrike" noProof="1"/>
              <a:t>另外，默认值参数如果使用不当，会导致很难发现的</a:t>
            </a:r>
            <a:r>
              <a:rPr lang="zh-CN" altLang="en-US" sz="1800" strike="noStrike" noProof="1">
                <a:solidFill>
                  <a:srgbClr val="FF0000"/>
                </a:solidFill>
              </a:rPr>
              <a:t>逻辑错误</a:t>
            </a:r>
            <a:r>
              <a:rPr lang="zh-CN" altLang="en-US" sz="1800" strike="noStrike" noProof="1"/>
              <a:t>，例如：</a:t>
            </a:r>
            <a:endParaRPr lang="zh-CN" altLang="en-US" sz="1800" strike="noStrike" noProof="1"/>
          </a:p>
          <a:p>
            <a:pPr eaLnBrk="1" latinLnBrk="0" hangingPunct="1">
              <a:spcBef>
                <a:spcPts val="0"/>
              </a:spcBef>
              <a:buSzPct val="90000"/>
              <a:buFont typeface="Wingdings" panose="05000000000000000000" pitchFamily="2" charset="2"/>
              <a:buNone/>
            </a:pPr>
            <a:r>
              <a:rPr lang="en-US" altLang="zh-CN" sz="1600" strike="noStrike" noProof="1">
                <a:latin typeface="Consolas" panose="020B0609020204030204" pitchFamily="49" charset="0"/>
              </a:rPr>
              <a:t>def demo(newitem,old_list=[]):</a:t>
            </a:r>
            <a:endParaRPr lang="en-US" altLang="zh-CN" sz="1600" strike="noStrike" noProof="1">
              <a:latin typeface="Consolas" panose="020B0609020204030204" pitchFamily="49" charset="0"/>
            </a:endParaRPr>
          </a:p>
          <a:p>
            <a:pPr eaLnBrk="1" latinLnBrk="0" hangingPunct="1">
              <a:spcBef>
                <a:spcPts val="0"/>
              </a:spcBef>
              <a:buSzPct val="90000"/>
              <a:buFont typeface="Wingdings" panose="05000000000000000000" pitchFamily="2" charset="2"/>
              <a:buNone/>
            </a:pPr>
            <a:r>
              <a:rPr lang="en-US" altLang="zh-CN" sz="1600" strike="noStrike" noProof="1">
                <a:latin typeface="Consolas" panose="020B0609020204030204" pitchFamily="49" charset="0"/>
              </a:rPr>
              <a:t>    old_list.append(newitem)</a:t>
            </a:r>
            <a:endParaRPr lang="en-US" altLang="zh-CN" sz="1600" strike="noStrike" noProof="1">
              <a:latin typeface="Consolas" panose="020B0609020204030204" pitchFamily="49" charset="0"/>
            </a:endParaRPr>
          </a:p>
          <a:p>
            <a:pPr eaLnBrk="1" latinLnBrk="0" hangingPunct="1">
              <a:spcBef>
                <a:spcPts val="0"/>
              </a:spcBef>
              <a:buSzPct val="90000"/>
              <a:buFont typeface="Wingdings" panose="05000000000000000000" pitchFamily="2" charset="2"/>
              <a:buNone/>
            </a:pPr>
            <a:r>
              <a:rPr lang="en-US" altLang="zh-CN" sz="1600" strike="noStrike" noProof="1">
                <a:latin typeface="Consolas" panose="020B0609020204030204" pitchFamily="49" charset="0"/>
              </a:rPr>
              <a:t>    return old_list</a:t>
            </a:r>
            <a:endParaRPr lang="en-US" altLang="zh-CN" sz="1600" strike="noStrike" noProof="1">
              <a:latin typeface="Consolas" panose="020B0609020204030204" pitchFamily="49" charset="0"/>
            </a:endParaRPr>
          </a:p>
          <a:p>
            <a:pPr eaLnBrk="1" latinLnBrk="0" hangingPunct="1">
              <a:spcBef>
                <a:spcPts val="0"/>
              </a:spcBef>
              <a:buSzPct val="90000"/>
              <a:buFont typeface="Wingdings" panose="05000000000000000000" pitchFamily="2" charset="2"/>
              <a:buNone/>
            </a:pPr>
            <a:endParaRPr lang="en-US" altLang="zh-CN" sz="1600" strike="noStrike" noProof="1">
              <a:latin typeface="Consolas" panose="020B0609020204030204" pitchFamily="49" charset="0"/>
            </a:endParaRPr>
          </a:p>
          <a:p>
            <a:pPr eaLnBrk="1" latinLnBrk="0" hangingPunct="1">
              <a:spcBef>
                <a:spcPts val="0"/>
              </a:spcBef>
              <a:buSzPct val="90000"/>
              <a:buFont typeface="Wingdings" panose="05000000000000000000" pitchFamily="2" charset="2"/>
              <a:buNone/>
            </a:pPr>
            <a:r>
              <a:rPr lang="en-US" altLang="zh-CN" sz="1600" strike="noStrike" noProof="1">
                <a:latin typeface="Consolas" panose="020B0609020204030204" pitchFamily="49" charset="0"/>
              </a:rPr>
              <a:t>print(demo('5',[1,2,3,4]))</a:t>
            </a:r>
            <a:endParaRPr lang="en-US" altLang="zh-CN" sz="1600" strike="noStrike" noProof="1">
              <a:latin typeface="Consolas" panose="020B0609020204030204" pitchFamily="49" charset="0"/>
            </a:endParaRPr>
          </a:p>
          <a:p>
            <a:pPr eaLnBrk="1" latinLnBrk="0" hangingPunct="1">
              <a:spcBef>
                <a:spcPts val="0"/>
              </a:spcBef>
              <a:buSzPct val="90000"/>
              <a:buFont typeface="Wingdings" panose="05000000000000000000" pitchFamily="2" charset="2"/>
              <a:buNone/>
            </a:pPr>
            <a:r>
              <a:rPr lang="en-US" altLang="zh-CN" sz="1600" strike="noStrike" noProof="1">
                <a:latin typeface="Consolas" panose="020B0609020204030204" pitchFamily="49" charset="0"/>
              </a:rPr>
              <a:t>print(demo('aaa',['a','b']))</a:t>
            </a:r>
            <a:endParaRPr lang="en-US" altLang="zh-CN" sz="1600" strike="noStrike" noProof="1">
              <a:latin typeface="Consolas" panose="020B0609020204030204" pitchFamily="49" charset="0"/>
            </a:endParaRPr>
          </a:p>
          <a:p>
            <a:pPr eaLnBrk="1" latinLnBrk="0" hangingPunct="1">
              <a:spcBef>
                <a:spcPts val="0"/>
              </a:spcBef>
              <a:buSzPct val="90000"/>
              <a:buFont typeface="Wingdings" panose="05000000000000000000" pitchFamily="2" charset="2"/>
              <a:buNone/>
            </a:pPr>
            <a:r>
              <a:rPr lang="en-US" altLang="zh-CN" sz="1600" strike="noStrike" noProof="1">
                <a:latin typeface="Consolas" panose="020B0609020204030204" pitchFamily="49" charset="0"/>
              </a:rPr>
              <a:t>print(demo('a'))</a:t>
            </a:r>
            <a:endParaRPr lang="en-US" altLang="zh-CN" sz="1600" strike="noStrike" noProof="1">
              <a:latin typeface="Consolas" panose="020B0609020204030204" pitchFamily="49" charset="0"/>
            </a:endParaRPr>
          </a:p>
          <a:p>
            <a:pPr eaLnBrk="1" latinLnBrk="0" hangingPunct="1">
              <a:spcBef>
                <a:spcPts val="0"/>
              </a:spcBef>
              <a:buSzPct val="90000"/>
              <a:buFont typeface="Wingdings" panose="05000000000000000000" pitchFamily="2" charset="2"/>
              <a:buNone/>
            </a:pPr>
            <a:r>
              <a:rPr lang="en-US" altLang="zh-CN" sz="1600" strike="noStrike" noProof="1">
                <a:latin typeface="Consolas" panose="020B0609020204030204" pitchFamily="49" charset="0"/>
              </a:rPr>
              <a:t>print(demo('b'))</a:t>
            </a:r>
            <a:endParaRPr lang="en-US" altLang="zh-CN" sz="135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endParaRPr lang="zh-CN" altLang="en-US" sz="1500" strike="noStrike" noProof="1"/>
          </a:p>
          <a:p>
            <a:pPr eaLnBrk="1" fontAlgn="base" hangingPunct="1">
              <a:lnSpc>
                <a:spcPct val="80000"/>
              </a:lnSpc>
              <a:buSzPct val="90000"/>
              <a:buFont typeface="Wingdings" panose="05000000000000000000" pitchFamily="2" charset="2"/>
              <a:buNone/>
            </a:pPr>
            <a:r>
              <a:rPr lang="zh-CN" altLang="en-US" sz="1800" strike="noStrike" noProof="1"/>
              <a:t>试着想一想，这段代码会输出什么呢？</a:t>
            </a:r>
            <a:endParaRPr lang="zh-CN" altLang="en-US" sz="1800" strike="noStrike" noProof="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5.3.1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默认值参数</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3" name="内容占位符 2"/>
          <p:cNvSpPr>
            <a:spLocks noGrp="1"/>
          </p:cNvSpPr>
          <p:nvPr>
            <p:ph idx="1"/>
          </p:nvPr>
        </p:nvSpPr>
        <p:spPr/>
        <p:txBody>
          <a:bodyPr vert="horz" wrap="square" lIns="68591" tIns="34295" rIns="68591" bIns="34295"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charset="0"/>
              <a:buChar char="§"/>
              <a:defRPr/>
            </a:pPr>
            <a:r>
              <a:rPr kumimoji="0" lang="zh-CN" altLang="en-US" sz="1800" b="0" i="0" u="none" strike="noStrike" kern="1200" cap="none" spc="0" normalizeH="0" baseline="0" noProof="1">
                <a:ln>
                  <a:noFill/>
                </a:ln>
                <a:solidFill>
                  <a:schemeClr val="tx1"/>
                </a:solidFill>
                <a:effectLst/>
                <a:uLnTx/>
                <a:uFillTx/>
                <a:latin typeface="+mn-lt"/>
                <a:ea typeface="+mn-ea"/>
                <a:cs typeface="+mn-cs"/>
              </a:rPr>
              <a:t>上面的代码输出结果如下，最后一个结果是错的。</a:t>
            </a: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5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350" b="0" i="0" u="none" strike="noStrike" kern="1200" cap="none" spc="0" normalizeH="0" baseline="0" noProof="1">
                <a:ln>
                  <a:noFill/>
                </a:ln>
                <a:solidFill>
                  <a:srgbClr val="00B0F0"/>
                </a:solidFill>
                <a:effectLst/>
                <a:uLnTx/>
                <a:uFillTx/>
                <a:latin typeface="+mn-lt"/>
                <a:ea typeface="+mn-ea"/>
                <a:cs typeface="+mn-cs"/>
              </a:rPr>
              <a:t>[1, 2, 3, 4, '5']</a:t>
            </a:r>
            <a:endParaRPr kumimoji="0" lang="zh-CN" altLang="en-US" sz="1350" b="0" i="0" u="none" strike="noStrike" kern="1200" cap="none" spc="0" normalizeH="0" baseline="0" noProof="1">
              <a:ln>
                <a:noFill/>
              </a:ln>
              <a:solidFill>
                <a:srgbClr val="00B0F0"/>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350" b="0" i="0" u="none" strike="noStrike" kern="1200" cap="none" spc="0" normalizeH="0" baseline="0" noProof="1">
                <a:ln>
                  <a:noFill/>
                </a:ln>
                <a:solidFill>
                  <a:srgbClr val="00B0F0"/>
                </a:solidFill>
                <a:effectLst/>
                <a:uLnTx/>
                <a:uFillTx/>
                <a:latin typeface="+mn-lt"/>
                <a:ea typeface="+mn-ea"/>
                <a:cs typeface="+mn-cs"/>
              </a:rPr>
              <a:t>['a', 'b', 'aaa']</a:t>
            </a:r>
            <a:endParaRPr kumimoji="0" lang="zh-CN" altLang="en-US" sz="1350" b="0" i="0" u="none" strike="noStrike" kern="1200" cap="none" spc="0" normalizeH="0" baseline="0" noProof="1">
              <a:ln>
                <a:noFill/>
              </a:ln>
              <a:solidFill>
                <a:srgbClr val="00B0F0"/>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350" b="0" i="0" u="none" strike="noStrike" kern="1200" cap="none" spc="0" normalizeH="0" baseline="0" noProof="1">
                <a:ln>
                  <a:noFill/>
                </a:ln>
                <a:solidFill>
                  <a:srgbClr val="00B0F0"/>
                </a:solidFill>
                <a:effectLst/>
                <a:uLnTx/>
                <a:uFillTx/>
                <a:latin typeface="+mn-lt"/>
                <a:ea typeface="+mn-ea"/>
                <a:cs typeface="+mn-cs"/>
              </a:rPr>
              <a:t>['a']</a:t>
            </a:r>
            <a:endParaRPr kumimoji="0" lang="zh-CN" altLang="en-US" sz="1350" b="0" i="0" u="none" strike="noStrike" kern="1200" cap="none" spc="0" normalizeH="0" baseline="0" noProof="1">
              <a:ln>
                <a:noFill/>
              </a:ln>
              <a:solidFill>
                <a:srgbClr val="00B0F0"/>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350" b="0" i="0" u="none" strike="noStrike" kern="1200" cap="none" spc="0" normalizeH="0" baseline="0" noProof="1">
                <a:ln>
                  <a:noFill/>
                </a:ln>
                <a:solidFill>
                  <a:srgbClr val="00B0F0"/>
                </a:solidFill>
                <a:effectLst/>
                <a:uLnTx/>
                <a:uFillTx/>
                <a:latin typeface="+mn-lt"/>
                <a:ea typeface="+mn-ea"/>
                <a:cs typeface="+mn-cs"/>
              </a:rPr>
              <a:t>['a', 'b']</a:t>
            </a:r>
            <a:endParaRPr kumimoji="0" lang="zh-CN" altLang="en-US" sz="1350" b="0" i="0" u="none" strike="noStrike" kern="1200" cap="none" spc="0" normalizeH="0" baseline="0" noProof="1">
              <a:ln>
                <a:noFill/>
              </a:ln>
              <a:solidFill>
                <a:srgbClr val="00B0F0"/>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5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800" b="0" i="0" u="none" strike="noStrike" kern="1200" cap="none" spc="0" normalizeH="0" baseline="0" noProof="1">
                <a:ln>
                  <a:noFill/>
                </a:ln>
                <a:solidFill>
                  <a:schemeClr val="tx1"/>
                </a:solidFill>
                <a:effectLst/>
                <a:uLnTx/>
                <a:uFillTx/>
                <a:latin typeface="+mn-lt"/>
                <a:ea typeface="+mn-ea"/>
                <a:cs typeface="+mn-cs"/>
              </a:rPr>
              <a:t>继续想：为什么会这样呢？</a:t>
            </a: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5.3.1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默认值参数</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40962" name="内容占位符 2"/>
          <p:cNvSpPr>
            <a:spLocks noGrp="1"/>
          </p:cNvSpPr>
          <p:nvPr>
            <p:ph idx="1"/>
          </p:nvPr>
        </p:nvSpPr>
        <p:spPr/>
        <p:txBody>
          <a:bodyPr wrap="square" lIns="68591" tIns="34295" rIns="68591" bIns="34295" anchor="t"/>
          <a:lstStyle/>
          <a:p>
            <a:pPr eaLnBrk="1" hangingPunct="1">
              <a:lnSpc>
                <a:spcPct val="150000"/>
              </a:lnSpc>
              <a:spcBef>
                <a:spcPts val="1200"/>
              </a:spcBef>
              <a:spcAft>
                <a:spcPts val="1200"/>
              </a:spcAft>
              <a:buSzPct val="90000"/>
              <a:buFont typeface="Wingdings" panose="05000000000000000000" pitchFamily="2" charset="2"/>
              <a:buChar char="§"/>
            </a:pPr>
            <a:r>
              <a:rPr lang="zh-CN" altLang="en-US" sz="1800" dirty="0"/>
              <a:t>原因在于</a:t>
            </a:r>
            <a:r>
              <a:rPr lang="zh-CN" altLang="en-US" sz="1800" dirty="0">
                <a:solidFill>
                  <a:srgbClr val="FF0000"/>
                </a:solidFill>
              </a:rPr>
              <a:t>默认值参数的赋值只会在函数定义时被解释一次</a:t>
            </a:r>
            <a:r>
              <a:rPr lang="zh-CN" altLang="en-US" sz="1800" dirty="0"/>
              <a:t>。当使用可变序列作为参数默认值时，一定要谨慎操作。</a:t>
            </a:r>
            <a:endParaRPr lang="zh-CN" altLang="en-US" sz="1800" dirty="0"/>
          </a:p>
          <a:p>
            <a:pPr eaLnBrk="1" hangingPunct="1">
              <a:lnSpc>
                <a:spcPct val="150000"/>
              </a:lnSpc>
              <a:spcBef>
                <a:spcPts val="1200"/>
              </a:spcBef>
              <a:spcAft>
                <a:spcPts val="1200"/>
              </a:spcAft>
              <a:buSzPct val="90000"/>
              <a:buFont typeface="Wingdings" panose="05000000000000000000" pitchFamily="2" charset="2"/>
              <a:buChar char="§"/>
            </a:pPr>
            <a:r>
              <a:rPr lang="zh-CN" altLang="en-US" sz="1800" dirty="0"/>
              <a:t>最后一个问题来了：正确的代码该怎么写呢？</a:t>
            </a:r>
            <a:endParaRPr lang="zh-CN" alt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32769"/>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5.3.1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默认值参数</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41986" name="文本占位符 32770"/>
          <p:cNvSpPr>
            <a:spLocks noGrp="1"/>
          </p:cNvSpPr>
          <p:nvPr>
            <p:ph idx="1"/>
          </p:nvPr>
        </p:nvSpPr>
        <p:spPr/>
        <p:txBody>
          <a:bodyPr wrap="square" lIns="68591" tIns="34295" rIns="68591" bIns="34295" anchor="t"/>
          <a:lstStyle/>
          <a:p>
            <a:pPr eaLnBrk="1" fontAlgn="base" hangingPunct="1">
              <a:buSzPct val="90000"/>
              <a:buFont typeface="Wingdings" panose="05000000000000000000" pitchFamily="2" charset="2"/>
              <a:buChar char="§"/>
            </a:pPr>
            <a:r>
              <a:rPr lang="zh-CN" altLang="en-US" sz="1800" b="1" strike="noStrike" noProof="1"/>
              <a:t>终极解决方案：</a:t>
            </a:r>
            <a:r>
              <a:rPr lang="zh-CN" altLang="en-US" sz="1800" strike="noStrike" noProof="1"/>
              <a:t>改成下面的样子就不会有问题了</a:t>
            </a:r>
            <a:endParaRPr lang="zh-CN" altLang="en-US" sz="1800" strike="noStrike" noProof="1"/>
          </a:p>
          <a:p>
            <a:pPr eaLnBrk="1" fontAlgn="base" hangingPunct="1">
              <a:lnSpc>
                <a:spcPct val="80000"/>
              </a:lnSpc>
              <a:buSzPct val="90000"/>
              <a:buFont typeface="Wingdings" panose="05000000000000000000" pitchFamily="2" charset="2"/>
              <a:buNone/>
            </a:pPr>
            <a:endParaRPr lang="zh-CN" altLang="en-US" sz="1800" strike="noStrike" noProof="1"/>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def demo(newitem,old_list=None):</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    if old_list is None:</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        old_list=[]</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    new_list = old_list[:]</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    new_list.append(newitem)</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    return new_list</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print(demo('5',[1,2,3,4]))</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print(demo('aaa',['a','b']))</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print(demo('a'))</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print(demo('b'))</a:t>
            </a:r>
            <a:endParaRPr lang="en-US" altLang="zh-CN" sz="1600" strike="noStrike" noProof="1">
              <a:latin typeface="Consolas" panose="020B0609020204030204" pitchFamily="49"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33793"/>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5.3.1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默认值参数</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43010" name="文本占位符 33794"/>
          <p:cNvSpPr>
            <a:spLocks noGrp="1"/>
          </p:cNvSpPr>
          <p:nvPr>
            <p:ph idx="1"/>
          </p:nvPr>
        </p:nvSpPr>
        <p:spPr/>
        <p:txBody>
          <a:bodyPr vert="horz" wrap="square" lIns="68591" tIns="34295" rIns="68591" bIns="34295" numCol="1" anchor="t" anchorCtr="0" compatLnSpc="1"/>
          <a:lstStyle/>
          <a:p>
            <a:pPr marL="342900" marR="0" lvl="0" indent="-342900" algn="l" defTabSz="914400" rtl="0" eaLnBrk="1" fontAlgn="base" latinLnBrk="0" hangingPunct="1">
              <a:lnSpc>
                <a:spcPct val="100000"/>
              </a:lnSpc>
              <a:spcBef>
                <a:spcPct val="20000"/>
              </a:spcBef>
              <a:spcAft>
                <a:spcPct val="0"/>
              </a:spcAft>
              <a:buClrTx/>
              <a:buSzPct val="90000"/>
              <a:buFont typeface="Wingdings" panose="05000000000000000000" charset="0"/>
              <a:buChar char="§"/>
              <a:defRPr/>
            </a:pPr>
            <a:r>
              <a:rPr kumimoji="0" lang="zh-CN" altLang="en-US" sz="1800" b="0" i="0" u="none" strike="noStrike" kern="1200" cap="none" spc="0" normalizeH="0" baseline="0" noProof="1">
                <a:ln>
                  <a:noFill/>
                </a:ln>
                <a:solidFill>
                  <a:schemeClr val="tx1"/>
                </a:solidFill>
                <a:effectLst/>
                <a:uLnTx/>
                <a:uFillTx/>
                <a:latin typeface="+mn-lt"/>
                <a:ea typeface="+mn-ea"/>
                <a:cs typeface="+mn-cs"/>
              </a:rPr>
              <a:t>注意：</a:t>
            </a: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a:p>
            <a:pPr marL="342900" marR="0" lvl="0" indent="-342900" algn="l" defTabSz="914400" rtl="0" eaLnBrk="1" latinLnBrk="0" hangingPunct="1">
              <a:lnSpc>
                <a:spcPct val="100000"/>
              </a:lnSpc>
              <a:spcBef>
                <a:spcPts val="0"/>
              </a:spcBef>
              <a:spcAft>
                <a:spcPts val="600"/>
              </a:spcAft>
              <a:buClrTx/>
              <a:buSzPct val="90000"/>
              <a:buFont typeface="Wingdings" panose="05000000000000000000" charset="0"/>
              <a:buChar char="ü"/>
              <a:defRPr/>
            </a:pPr>
            <a:r>
              <a:rPr kumimoji="0" lang="zh-CN" altLang="en-US" sz="1400" b="0" i="0" u="none" strike="noStrike" kern="1200" cap="none" spc="0" normalizeH="0" baseline="0" noProof="1">
                <a:ln>
                  <a:noFill/>
                </a:ln>
                <a:solidFill>
                  <a:srgbClr val="FF0000"/>
                </a:solidFill>
                <a:effectLst/>
                <a:uLnTx/>
                <a:uFillTx/>
                <a:latin typeface="+mn-lt"/>
                <a:ea typeface="+mn-ea"/>
                <a:cs typeface="+mn-cs"/>
              </a:rPr>
              <a:t>默认值参数只在函数定义时被解释一次</a:t>
            </a:r>
            <a:endParaRPr kumimoji="0" lang="zh-CN" altLang="en-US" sz="1400" b="0" i="0" u="none" strike="noStrike" kern="1200" cap="none" spc="0" normalizeH="0" baseline="0" noProof="1">
              <a:ln>
                <a:noFill/>
              </a:ln>
              <a:solidFill>
                <a:srgbClr val="FF0000"/>
              </a:solidFill>
              <a:effectLst/>
              <a:uLnTx/>
              <a:uFillTx/>
              <a:latin typeface="+mn-lt"/>
              <a:ea typeface="+mn-ea"/>
              <a:cs typeface="+mn-cs"/>
            </a:endParaRPr>
          </a:p>
          <a:p>
            <a:pPr marL="342900" marR="0" lvl="0" indent="-342900" algn="l" defTabSz="914400" rtl="0" eaLnBrk="1" latinLnBrk="0" hangingPunct="1">
              <a:lnSpc>
                <a:spcPct val="100000"/>
              </a:lnSpc>
              <a:spcBef>
                <a:spcPts val="0"/>
              </a:spcBef>
              <a:spcAft>
                <a:spcPts val="600"/>
              </a:spcAft>
              <a:buClrTx/>
              <a:buSzPct val="90000"/>
              <a:buFont typeface="Wingdings" panose="05000000000000000000" charset="0"/>
              <a:buChar char="ü"/>
              <a:defRPr/>
            </a:pPr>
            <a:r>
              <a:rPr kumimoji="0" lang="zh-CN" altLang="en-US" sz="1400" b="0" i="0" u="none" strike="noStrike" kern="1200" cap="none" spc="0" normalizeH="0" baseline="0" noProof="1">
                <a:ln>
                  <a:noFill/>
                </a:ln>
                <a:solidFill>
                  <a:schemeClr val="tx1"/>
                </a:solidFill>
                <a:effectLst/>
                <a:uLnTx/>
                <a:uFillTx/>
                <a:latin typeface="+mn-lt"/>
                <a:ea typeface="+mn-ea"/>
                <a:cs typeface="+mn-cs"/>
              </a:rPr>
              <a:t>可以使用“函数名</a:t>
            </a:r>
            <a:r>
              <a:rPr kumimoji="0" lang="en-US" altLang="zh-CN" sz="1400" b="0" i="0" u="none" strike="noStrike" kern="1200" cap="none" spc="0" normalizeH="0" baseline="0" noProof="1">
                <a:ln>
                  <a:noFill/>
                </a:ln>
                <a:solidFill>
                  <a:schemeClr val="tx1"/>
                </a:solidFill>
                <a:effectLst/>
                <a:uLnTx/>
                <a:uFillTx/>
                <a:latin typeface="+mn-lt"/>
                <a:ea typeface="+mn-ea"/>
                <a:cs typeface="+mn-cs"/>
              </a:rPr>
              <a:t>.__defaults__”</a:t>
            </a:r>
            <a:r>
              <a:rPr kumimoji="0" lang="zh-CN" altLang="en-US" sz="1400" b="0" i="0" u="none" strike="noStrike" kern="1200" cap="none" spc="0" normalizeH="0" baseline="0" noProof="1">
                <a:ln>
                  <a:noFill/>
                </a:ln>
                <a:solidFill>
                  <a:schemeClr val="tx1"/>
                </a:solidFill>
                <a:effectLst/>
                <a:uLnTx/>
                <a:uFillTx/>
                <a:latin typeface="+mn-lt"/>
                <a:ea typeface="+mn-ea"/>
                <a:cs typeface="+mn-cs"/>
              </a:rPr>
              <a:t>查看所有默认参数的当前值</a:t>
            </a:r>
            <a:endParaRPr kumimoji="0" lang="zh-CN" altLang="en-US" sz="15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latinLnBrk="0" hangingPunct="1">
              <a:lnSpc>
                <a:spcPct val="100000"/>
              </a:lnSpc>
              <a:spcBef>
                <a:spcPts val="0"/>
              </a:spcBef>
              <a:spcAft>
                <a:spcPts val="0"/>
              </a:spcAft>
              <a:buClrTx/>
              <a:buSzPct val="90000"/>
              <a:buFont typeface="Wingdings" panose="05000000000000000000" charset="0"/>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i = 3</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ts val="0"/>
              </a:spcAft>
              <a:buClrTx/>
              <a:buSzPct val="90000"/>
              <a:buFont typeface="Wingdings" panose="05000000000000000000" charset="0"/>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def f(n=i):        # 参数n的值仅取决于i的当前值</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ts val="0"/>
              </a:spcAft>
              <a:buClrTx/>
              <a:buSzPct val="90000"/>
              <a:buFont typeface="Wingdings" panose="05000000000000000000" charset="0"/>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print(n)</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ts val="0"/>
              </a:spcAft>
              <a:buClrTx/>
              <a:buSzPct val="90000"/>
              <a:buFont typeface="Wingdings" panose="05000000000000000000" charset="0"/>
              <a:buNone/>
              <a:defRPr/>
            </a:pP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ts val="0"/>
              </a:spcAft>
              <a:buClrTx/>
              <a:buSzPct val="90000"/>
              <a:buFont typeface="Wingdings" panose="05000000000000000000" charset="0"/>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f()</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ts val="0"/>
              </a:spcAft>
              <a:buClrTx/>
              <a:buSzPct val="90000"/>
              <a:buFont typeface="Wingdings" panose="05000000000000000000" charset="0"/>
              <a:buNone/>
              <a:defRPr/>
            </a:pPr>
            <a:r>
              <a:rPr kumimoji="0" lang="zh-CN" altLang="en-US" sz="1600" b="0" i="0" u="none" strike="noStrike" kern="1200" cap="none" spc="0" normalizeH="0" baseline="0" noProof="1">
                <a:ln>
                  <a:noFill/>
                </a:ln>
                <a:solidFill>
                  <a:srgbClr val="00B0F0"/>
                </a:solidFill>
                <a:effectLst/>
                <a:uLnTx/>
                <a:uFillTx/>
                <a:latin typeface="Consolas" panose="020B0609020204030204" pitchFamily="49" charset="0"/>
                <a:ea typeface="+mn-ea"/>
                <a:cs typeface="+mn-cs"/>
              </a:rPr>
              <a:t>3</a:t>
            </a:r>
            <a:endParaRPr kumimoji="0" lang="zh-CN" altLang="en-US" sz="1600" b="0" i="0" u="none" strike="noStrike" kern="1200" cap="none" spc="0" normalizeH="0" baseline="0" noProof="1">
              <a:ln>
                <a:noFill/>
              </a:ln>
              <a:solidFill>
                <a:srgbClr val="00B0F0"/>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ts val="0"/>
              </a:spcAft>
              <a:buClrTx/>
              <a:buSzPct val="90000"/>
              <a:buFont typeface="Wingdings" panose="05000000000000000000" charset="0"/>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i = 5              # 函数定义后修改i的值不影响参数n的默认值</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ts val="0"/>
              </a:spcAft>
              <a:buClrTx/>
              <a:buSzPct val="90000"/>
              <a:buFont typeface="Wingdings" panose="05000000000000000000" charset="0"/>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f()</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ts val="0"/>
              </a:spcAft>
              <a:buClrTx/>
              <a:buSzPct val="90000"/>
              <a:buFont typeface="Wingdings" panose="05000000000000000000" charset="0"/>
              <a:buNone/>
              <a:defRPr/>
            </a:pPr>
            <a:r>
              <a:rPr kumimoji="0" lang="zh-CN" altLang="en-US" sz="1600" b="0" i="0" u="none" strike="noStrike" kern="1200" cap="none" spc="0" normalizeH="0" baseline="0" noProof="1">
                <a:ln>
                  <a:noFill/>
                </a:ln>
                <a:solidFill>
                  <a:srgbClr val="00B0F0"/>
                </a:solidFill>
                <a:effectLst/>
                <a:uLnTx/>
                <a:uFillTx/>
                <a:latin typeface="Consolas" panose="020B0609020204030204" pitchFamily="49" charset="0"/>
                <a:ea typeface="+mn-ea"/>
                <a:cs typeface="+mn-cs"/>
              </a:rPr>
              <a:t>3</a:t>
            </a:r>
            <a:endParaRPr kumimoji="0" lang="zh-CN" altLang="en-US" sz="1600" b="0" i="0" u="none" strike="noStrike" kern="1200" cap="none" spc="0" normalizeH="0" baseline="0" noProof="1">
              <a:ln>
                <a:noFill/>
              </a:ln>
              <a:solidFill>
                <a:srgbClr val="00B0F0"/>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ts val="0"/>
              </a:spcAft>
              <a:buClrTx/>
              <a:buSzPct val="90000"/>
              <a:buFont typeface="Wingdings" panose="05000000000000000000" charset="0"/>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f.__defaults__     </a:t>
            </a:r>
            <a:r>
              <a:rPr kumimoji="0" lang="en-US" altLang="zh-CN"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a:t>
            </a: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查看函数所有默认值参数的当前值</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ts val="0"/>
              </a:spcAft>
              <a:buClrTx/>
              <a:buSzPct val="90000"/>
              <a:buFont typeface="Wingdings" panose="05000000000000000000" charset="0"/>
              <a:buNone/>
              <a:defRPr/>
            </a:pPr>
            <a:r>
              <a:rPr kumimoji="0" lang="zh-CN" altLang="en-US" sz="1600" b="0" i="0" u="none" strike="noStrike" kern="1200" cap="none" spc="0" normalizeH="0" baseline="0" noProof="1">
                <a:ln>
                  <a:noFill/>
                </a:ln>
                <a:solidFill>
                  <a:srgbClr val="00B0F0"/>
                </a:solidFill>
                <a:effectLst/>
                <a:uLnTx/>
                <a:uFillTx/>
                <a:latin typeface="Consolas" panose="020B0609020204030204" pitchFamily="49" charset="0"/>
                <a:ea typeface="+mn-ea"/>
                <a:cs typeface="+mn-cs"/>
              </a:rPr>
              <a:t>(3,)</a:t>
            </a:r>
            <a:endParaRPr kumimoji="0" lang="zh-CN" altLang="en-US" sz="1600" b="0" i="0" u="none" strike="noStrike" kern="1200" cap="none" spc="0" normalizeH="0" baseline="0" noProof="1">
              <a:ln>
                <a:noFill/>
              </a:ln>
              <a:solidFill>
                <a:srgbClr val="00B0F0"/>
              </a:solidFill>
              <a:effectLst/>
              <a:uLnTx/>
              <a:uFillTx/>
              <a:latin typeface="Consolas" panose="020B0609020204030204" pitchFamily="49" charset="0"/>
              <a:ea typeface="+mn-ea"/>
              <a:cs typeface="+mn-cs"/>
            </a:endParaRPr>
          </a:p>
        </p:txBody>
      </p:sp>
      <p:sp>
        <p:nvSpPr>
          <p:cNvPr id="2" name="线形标注 2 1"/>
          <p:cNvSpPr/>
          <p:nvPr/>
        </p:nvSpPr>
        <p:spPr>
          <a:xfrm>
            <a:off x="3838258" y="3876993"/>
            <a:ext cx="1801813" cy="309563"/>
          </a:xfrm>
          <a:prstGeom prst="borderCallout2">
            <a:avLst>
              <a:gd name="adj1" fmla="val 18750"/>
              <a:gd name="adj2" fmla="val -8333"/>
              <a:gd name="adj3" fmla="val 18750"/>
              <a:gd name="adj4" fmla="val -16667"/>
              <a:gd name="adj5" fmla="val 161127"/>
              <a:gd name="adj6" fmla="val -86220"/>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350" b="0" i="0" u="none" strike="noStrike" kern="1200" cap="none" spc="0" normalizeH="0" baseline="0" noProof="1">
                <a:ln>
                  <a:noFill/>
                </a:ln>
                <a:solidFill>
                  <a:srgbClr val="FF0000"/>
                </a:solidFill>
                <a:effectLst/>
                <a:uLnTx/>
                <a:uFillTx/>
                <a:latin typeface="+mn-lt"/>
                <a:ea typeface="+mn-ea"/>
                <a:cs typeface="+mn-cs"/>
              </a:rPr>
              <a:t>注意：这是个元组</a:t>
            </a:r>
            <a:endParaRPr kumimoji="0" lang="zh-CN" altLang="en-US" sz="1350" b="0" i="0" u="none" strike="noStrike" kern="1200" cap="none" spc="0" normalizeH="0" baseline="0" noProof="1">
              <a:ln>
                <a:noFill/>
              </a:ln>
              <a:solidFill>
                <a:srgbClr val="FF0000"/>
              </a:solidFill>
              <a:effectLst/>
              <a:uLnTx/>
              <a:uFillTx/>
              <a:latin typeface="+mn-lt"/>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34817"/>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5.3.2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关键参数</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44034" name="文本占位符 34818"/>
          <p:cNvSpPr>
            <a:spLocks noGrp="1"/>
          </p:cNvSpPr>
          <p:nvPr>
            <p:ph idx="1"/>
          </p:nvPr>
        </p:nvSpPr>
        <p:spPr/>
        <p:txBody>
          <a:bodyPr wrap="square" lIns="68591" tIns="34295" rIns="68591" bIns="34295" anchor="t"/>
          <a:lstStyle/>
          <a:p>
            <a:pPr eaLnBrk="1" fontAlgn="base" hangingPunct="1">
              <a:lnSpc>
                <a:spcPct val="150000"/>
              </a:lnSpc>
              <a:spcBef>
                <a:spcPts val="600"/>
              </a:spcBef>
              <a:spcAft>
                <a:spcPts val="600"/>
              </a:spcAft>
              <a:buSzPct val="90000"/>
              <a:buFont typeface="Wingdings" panose="05000000000000000000" pitchFamily="2" charset="2"/>
              <a:buChar char="§"/>
            </a:pPr>
            <a:r>
              <a:rPr lang="zh-CN" altLang="en-US" sz="1800" strike="noStrike" noProof="1"/>
              <a:t>通过关键参数，</a:t>
            </a:r>
            <a:r>
              <a:rPr lang="zh-CN" altLang="en-US" sz="1800" strike="noStrike" noProof="1">
                <a:solidFill>
                  <a:srgbClr val="FF0000"/>
                </a:solidFill>
              </a:rPr>
              <a:t>实参顺序可以和形参顺序不一致</a:t>
            </a:r>
            <a:r>
              <a:rPr lang="zh-CN" altLang="en-US" sz="1800" strike="noStrike" noProof="1"/>
              <a:t>，但不影响传递结果，</a:t>
            </a:r>
            <a:r>
              <a:rPr lang="zh-CN" altLang="en-US" sz="1800" strike="noStrike" noProof="1">
                <a:solidFill>
                  <a:srgbClr val="FF0000"/>
                </a:solidFill>
              </a:rPr>
              <a:t>避免了用户需要牢记位置参数顺序的麻烦</a:t>
            </a:r>
            <a:r>
              <a:rPr lang="zh-CN" altLang="en-US" sz="1800" strike="noStrike" noProof="1"/>
              <a:t>。</a:t>
            </a:r>
            <a:endParaRPr lang="zh-CN" altLang="en-US" sz="1800" strike="noStrike" noProof="1"/>
          </a:p>
          <a:p>
            <a:pPr eaLnBrk="1" fontAlgn="base" hangingPunct="1">
              <a:lnSpc>
                <a:spcPct val="80000"/>
              </a:lnSpc>
              <a:buSzPct val="90000"/>
              <a:buFont typeface="Wingdings" panose="05000000000000000000" pitchFamily="2" charset="2"/>
              <a:buNone/>
            </a:pPr>
            <a:endParaRPr lang="en-US" altLang="zh-CN" sz="1500" strike="noStrike" noProof="1"/>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&gt;&gt;&gt; def demo(a,b,c=5):</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    print(a,b,c)</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&gt;&gt;&gt; demo(3,7)</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3 7 5</a:t>
            </a:r>
            <a:endParaRPr lang="en-US" altLang="zh-CN" sz="1600" strike="noStrike" noProof="1">
              <a:solidFill>
                <a:srgbClr val="00B0F0"/>
              </a:solidFill>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&gt;&gt;&gt; demo(a=7,b=3,c=6)</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7 3 6</a:t>
            </a:r>
            <a:endParaRPr lang="en-US" altLang="zh-CN" sz="1600" strike="noStrike" noProof="1">
              <a:solidFill>
                <a:srgbClr val="00B0F0"/>
              </a:solidFill>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&gt;&gt;&gt; demo(c=8,a=9,b=0)</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9 0 8</a:t>
            </a:r>
            <a:endParaRPr lang="en-US" altLang="zh-CN" sz="1600" strike="noStrike" noProof="1">
              <a:solidFill>
                <a:srgbClr val="00B0F0"/>
              </a:solidFill>
              <a:latin typeface="Consolas" panose="020B0609020204030204" pitchFamily="49"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标题 3584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5.3.3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可变长度参数</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45058" name="文本占位符 35842"/>
          <p:cNvSpPr>
            <a:spLocks noGrp="1"/>
          </p:cNvSpPr>
          <p:nvPr>
            <p:ph idx="1"/>
          </p:nvPr>
        </p:nvSpPr>
        <p:spPr>
          <a:xfrm>
            <a:off x="358140" y="1200150"/>
            <a:ext cx="8070850" cy="3399155"/>
          </a:xfrm>
        </p:spPr>
        <p:txBody>
          <a:bodyPr wrap="square" lIns="68591" tIns="34295" rIns="68591" bIns="34295" anchor="t"/>
          <a:lstStyle/>
          <a:p>
            <a:pPr eaLnBrk="1" hangingPunct="1">
              <a:lnSpc>
                <a:spcPct val="150000"/>
              </a:lnSpc>
              <a:spcBef>
                <a:spcPct val="0"/>
              </a:spcBef>
              <a:buSzPct val="90000"/>
              <a:buFont typeface="Wingdings" panose="05000000000000000000" pitchFamily="2" charset="2"/>
              <a:buChar char="n"/>
            </a:pPr>
            <a:r>
              <a:rPr lang="zh-CN" altLang="en-US" sz="1800" dirty="0"/>
              <a:t>可变长度参数主要有两种形式：在参数名前加</a:t>
            </a:r>
            <a:r>
              <a:rPr lang="en-US" altLang="zh-CN" sz="1800" dirty="0"/>
              <a:t>1</a:t>
            </a:r>
            <a:r>
              <a:rPr lang="zh-CN" altLang="en-US" sz="1800" dirty="0"/>
              <a:t>个星号</a:t>
            </a:r>
            <a:r>
              <a:rPr lang="en-US" altLang="zh-CN" sz="1800" dirty="0"/>
              <a:t>*</a:t>
            </a:r>
            <a:r>
              <a:rPr lang="zh-CN" altLang="en-US" sz="1800" dirty="0"/>
              <a:t>或</a:t>
            </a:r>
            <a:r>
              <a:rPr lang="en-US" altLang="zh-CN" sz="1800" dirty="0"/>
              <a:t>2</a:t>
            </a:r>
            <a:r>
              <a:rPr lang="zh-CN" altLang="en-US" sz="1800" dirty="0"/>
              <a:t>个星号</a:t>
            </a:r>
            <a:r>
              <a:rPr lang="en-US" altLang="zh-CN" sz="1800" dirty="0"/>
              <a:t>**</a:t>
            </a:r>
            <a:r>
              <a:rPr lang="zh-CN" altLang="en-US" sz="1800" dirty="0"/>
              <a:t>。</a:t>
            </a:r>
            <a:endParaRPr lang="en-US" altLang="zh-CN" sz="1800" dirty="0"/>
          </a:p>
          <a:p>
            <a:pPr eaLnBrk="1" hangingPunct="1">
              <a:lnSpc>
                <a:spcPct val="150000"/>
              </a:lnSpc>
              <a:spcBef>
                <a:spcPts val="1200"/>
              </a:spcBef>
              <a:spcAft>
                <a:spcPts val="1200"/>
              </a:spcAft>
              <a:buSzPct val="90000"/>
              <a:buFont typeface="Wingdings" panose="05000000000000000000" pitchFamily="2" charset="2"/>
              <a:buChar char="Ø"/>
            </a:pPr>
            <a:r>
              <a:rPr lang="en-US" altLang="zh-CN" sz="1600" dirty="0">
                <a:latin typeface="Consolas" panose="020B0609020204030204" pitchFamily="49" charset="0"/>
                <a:cs typeface="Consolas" panose="020B0609020204030204" pitchFamily="49" charset="0"/>
              </a:rPr>
              <a:t>*parameter</a:t>
            </a:r>
            <a:r>
              <a:rPr lang="zh-CN" altLang="en-US" sz="1600" dirty="0">
                <a:latin typeface="Consolas" panose="020B0609020204030204" pitchFamily="49" charset="0"/>
                <a:cs typeface="Consolas" panose="020B0609020204030204" pitchFamily="49" charset="0"/>
              </a:rPr>
              <a:t>用来接收多个</a:t>
            </a:r>
            <a:r>
              <a:rPr lang="zh-CN" altLang="en-US" sz="1600" dirty="0">
                <a:solidFill>
                  <a:srgbClr val="FF0000"/>
                </a:solidFill>
                <a:latin typeface="Consolas" panose="020B0609020204030204" pitchFamily="49" charset="0"/>
                <a:cs typeface="Consolas" panose="020B0609020204030204" pitchFamily="49" charset="0"/>
              </a:rPr>
              <a:t>位置实参</a:t>
            </a:r>
            <a:r>
              <a:rPr lang="zh-CN" altLang="en-US" sz="1600" dirty="0">
                <a:latin typeface="Consolas" panose="020B0609020204030204" pitchFamily="49" charset="0"/>
                <a:cs typeface="Consolas" panose="020B0609020204030204" pitchFamily="49" charset="0"/>
              </a:rPr>
              <a:t>并将其放在</a:t>
            </a:r>
            <a:r>
              <a:rPr lang="zh-CN" altLang="en-US" sz="1600" dirty="0">
                <a:solidFill>
                  <a:srgbClr val="FF0000"/>
                </a:solidFill>
                <a:latin typeface="Consolas" panose="020B0609020204030204" pitchFamily="49" charset="0"/>
                <a:cs typeface="Consolas" panose="020B0609020204030204" pitchFamily="49" charset="0"/>
              </a:rPr>
              <a:t>元组</a:t>
            </a:r>
            <a:r>
              <a:rPr lang="zh-CN" altLang="en-US" sz="1600" dirty="0">
                <a:latin typeface="Consolas" panose="020B0609020204030204" pitchFamily="49" charset="0"/>
                <a:cs typeface="Consolas" panose="020B0609020204030204" pitchFamily="49" charset="0"/>
              </a:rPr>
              <a:t>中。</a:t>
            </a:r>
            <a:endParaRPr lang="zh-CN" altLang="en-US" sz="1600" dirty="0">
              <a:latin typeface="Consolas" panose="020B0609020204030204" pitchFamily="49" charset="0"/>
              <a:cs typeface="Consolas" panose="020B0609020204030204" pitchFamily="49" charset="0"/>
            </a:endParaRPr>
          </a:p>
          <a:p>
            <a:pPr eaLnBrk="1" hangingPunct="1">
              <a:lnSpc>
                <a:spcPct val="150000"/>
              </a:lnSpc>
              <a:spcBef>
                <a:spcPts val="1200"/>
              </a:spcBef>
              <a:spcAft>
                <a:spcPts val="1200"/>
              </a:spcAft>
              <a:buSzPct val="90000"/>
              <a:buFont typeface="Wingdings" panose="05000000000000000000" pitchFamily="2" charset="2"/>
              <a:buChar char="Ø"/>
            </a:pPr>
            <a:r>
              <a:rPr lang="en-US" altLang="zh-CN" sz="1600" dirty="0">
                <a:latin typeface="Consolas" panose="020B0609020204030204" pitchFamily="49" charset="0"/>
                <a:cs typeface="Consolas" panose="020B0609020204030204" pitchFamily="49" charset="0"/>
              </a:rPr>
              <a:t>**parameter</a:t>
            </a:r>
            <a:r>
              <a:rPr lang="zh-CN" altLang="en-US" sz="1600" dirty="0">
                <a:latin typeface="Consolas" panose="020B0609020204030204" pitchFamily="49" charset="0"/>
                <a:cs typeface="Consolas" panose="020B0609020204030204" pitchFamily="49" charset="0"/>
              </a:rPr>
              <a:t>接收多个</a:t>
            </a:r>
            <a:r>
              <a:rPr lang="zh-CN" altLang="en-US" sz="1600" dirty="0">
                <a:solidFill>
                  <a:srgbClr val="FF0000"/>
                </a:solidFill>
                <a:latin typeface="Consolas" panose="020B0609020204030204" pitchFamily="49" charset="0"/>
                <a:cs typeface="Consolas" panose="020B0609020204030204" pitchFamily="49" charset="0"/>
              </a:rPr>
              <a:t>关键参数</a:t>
            </a:r>
            <a:r>
              <a:rPr lang="zh-CN" altLang="en-US" sz="1600" dirty="0">
                <a:latin typeface="Consolas" panose="020B0609020204030204" pitchFamily="49" charset="0"/>
                <a:cs typeface="Consolas" panose="020B0609020204030204" pitchFamily="49" charset="0"/>
              </a:rPr>
              <a:t>并存放到</a:t>
            </a:r>
            <a:r>
              <a:rPr lang="zh-CN" altLang="en-US" sz="1600" dirty="0">
                <a:solidFill>
                  <a:srgbClr val="FF0000"/>
                </a:solidFill>
                <a:latin typeface="Consolas" panose="020B0609020204030204" pitchFamily="49" charset="0"/>
                <a:cs typeface="Consolas" panose="020B0609020204030204" pitchFamily="49" charset="0"/>
              </a:rPr>
              <a:t>字典</a:t>
            </a:r>
            <a:r>
              <a:rPr lang="zh-CN" altLang="en-US" sz="1600" dirty="0">
                <a:latin typeface="Consolas" panose="020B0609020204030204" pitchFamily="49" charset="0"/>
                <a:cs typeface="Consolas" panose="020B0609020204030204" pitchFamily="49" charset="0"/>
              </a:rPr>
              <a:t>中。</a:t>
            </a:r>
            <a:endParaRPr lang="zh-CN" altLang="en-US" sz="1600" dirty="0">
              <a:latin typeface="Consolas" panose="020B0609020204030204" pitchFamily="49" charset="0"/>
              <a:cs typeface="Consolas" panose="020B0609020204030204" pitchFamily="49"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标题 36865"/>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5.3.3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可变长度参数</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48130" name="文本占位符 36866"/>
          <p:cNvSpPr>
            <a:spLocks noGrp="1"/>
          </p:cNvSpPr>
          <p:nvPr>
            <p:ph idx="1"/>
          </p:nvPr>
        </p:nvSpPr>
        <p:spPr/>
        <p:txBody>
          <a:bodyPr vert="horz" wrap="square" lIns="68591" tIns="34295" rIns="68591" bIns="34295" numCol="1" anchor="t" anchorCtr="0" compatLnSpc="1"/>
          <a:lstStyle/>
          <a:p>
            <a:pPr marL="466725" marR="0" lvl="0" indent="-466725" algn="l" defTabSz="914400" rtl="0" eaLnBrk="1" fontAlgn="base" latinLnBrk="0" hangingPunct="1">
              <a:lnSpc>
                <a:spcPct val="80000"/>
              </a:lnSpc>
              <a:spcBef>
                <a:spcPct val="20000"/>
              </a:spcBef>
              <a:spcAft>
                <a:spcPct val="0"/>
              </a:spcAft>
              <a:buClrTx/>
              <a:buSzPct val="90000"/>
              <a:buFont typeface="Wingdings" panose="05000000000000000000" charset="0"/>
              <a:buChar char="v"/>
              <a:defRPr/>
            </a:pPr>
            <a:r>
              <a:rPr kumimoji="0" lang="en-US" altLang="zh-CN" sz="18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*parameter</a:t>
            </a:r>
            <a:r>
              <a:rPr kumimoji="0" lang="zh-CN" altLang="en-US" sz="18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的用法</a:t>
            </a:r>
            <a:endParaRPr kumimoji="0" lang="zh-CN" altLang="en-US" sz="1800" b="0" i="0" u="none" strike="noStrike" kern="1200" cap="none" spc="0" normalizeH="0" baseline="0" noProof="1">
              <a:ln>
                <a:noFill/>
              </a:ln>
              <a:solidFill>
                <a:schemeClr val="tx1"/>
              </a:solidFill>
              <a:effectLst/>
              <a:uLnTx/>
              <a:uFillTx/>
              <a:latin typeface="宋体" panose="02010600030101010101" pitchFamily="2" charset="-122"/>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endParaRPr kumimoji="0" lang="en-US" altLang="x-none" sz="1500" b="0" i="0" u="none" strike="noStrike" kern="1200" cap="none" spc="0" normalizeH="0" baseline="0" noProof="1">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8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&gt;&gt;&gt; def demo(*p):</a:t>
            </a:r>
            <a:endParaRPr kumimoji="0" lang="en-US" altLang="x-none" sz="18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8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    print(p)</a:t>
            </a:r>
            <a:endParaRPr kumimoji="0" lang="en-US" altLang="x-none" sz="18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endParaRPr kumimoji="0" lang="en-US" altLang="x-none" sz="18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8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&gt;&gt;&gt; demo(1,2,3)</a:t>
            </a:r>
            <a:endParaRPr kumimoji="0" lang="en-US" altLang="x-none" sz="18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800" b="0" i="0" u="none" strike="noStrike" kern="1200" cap="none" spc="0" normalizeH="0" baseline="0" noProof="1">
                <a:ln>
                  <a:noFill/>
                </a:ln>
                <a:solidFill>
                  <a:srgbClr val="00B0F0"/>
                </a:solidFill>
                <a:effectLst/>
                <a:uLnTx/>
                <a:uFillTx/>
                <a:latin typeface="Consolas" panose="020B0609020204030204" pitchFamily="49" charset="0"/>
                <a:ea typeface="+mn-ea"/>
                <a:cs typeface="Consolas" panose="020B0609020204030204" pitchFamily="49" charset="0"/>
              </a:rPr>
              <a:t>(1, 2, 3)</a:t>
            </a:r>
            <a:endParaRPr kumimoji="0" lang="en-US" altLang="x-none" sz="1800" b="0" i="0" u="none" strike="noStrike" kern="1200" cap="none" spc="0" normalizeH="0" baseline="0" noProof="1">
              <a:ln>
                <a:noFill/>
              </a:ln>
              <a:solidFill>
                <a:srgbClr val="00B0F0"/>
              </a:solidFill>
              <a:effectLst/>
              <a:uLnTx/>
              <a:uFillTx/>
              <a:latin typeface="Consolas" panose="020B0609020204030204" pitchFamily="49" charset="0"/>
              <a:ea typeface="+mn-ea"/>
              <a:cs typeface="Consolas" panose="020B0609020204030204" pitchFamily="49" charset="0"/>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8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&gt;&gt;&gt; demo(1,2)</a:t>
            </a:r>
            <a:endParaRPr kumimoji="0" lang="en-US" altLang="x-none" sz="18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800" b="0" i="0" u="none" strike="noStrike" kern="1200" cap="none" spc="0" normalizeH="0" baseline="0" noProof="1">
                <a:ln>
                  <a:noFill/>
                </a:ln>
                <a:solidFill>
                  <a:srgbClr val="00B0F0"/>
                </a:solidFill>
                <a:effectLst/>
                <a:uLnTx/>
                <a:uFillTx/>
                <a:latin typeface="Consolas" panose="020B0609020204030204" pitchFamily="49" charset="0"/>
                <a:ea typeface="+mn-ea"/>
                <a:cs typeface="Consolas" panose="020B0609020204030204" pitchFamily="49" charset="0"/>
              </a:rPr>
              <a:t>(1, 2)</a:t>
            </a:r>
            <a:endParaRPr kumimoji="0" lang="en-US" altLang="x-none" sz="1800" b="0" i="0" u="none" strike="noStrike" kern="1200" cap="none" spc="0" normalizeH="0" baseline="0" noProof="1">
              <a:ln>
                <a:noFill/>
              </a:ln>
              <a:solidFill>
                <a:srgbClr val="00B0F0"/>
              </a:solidFill>
              <a:effectLst/>
              <a:uLnTx/>
              <a:uFillTx/>
              <a:latin typeface="Consolas" panose="020B0609020204030204" pitchFamily="49" charset="0"/>
              <a:ea typeface="+mn-ea"/>
              <a:cs typeface="Consolas" panose="020B0609020204030204" pitchFamily="49" charset="0"/>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8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&gt;&gt;&gt; demo(1,2,3,4,5,6,7)</a:t>
            </a:r>
            <a:endParaRPr kumimoji="0" lang="en-US" altLang="x-none" sz="18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800" b="0" i="0" u="none" strike="noStrike" kern="1200" cap="none" spc="0" normalizeH="0" baseline="0" noProof="1">
                <a:ln>
                  <a:noFill/>
                </a:ln>
                <a:solidFill>
                  <a:srgbClr val="00B0F0"/>
                </a:solidFill>
                <a:effectLst/>
                <a:uLnTx/>
                <a:uFillTx/>
                <a:latin typeface="Consolas" panose="020B0609020204030204" pitchFamily="49" charset="0"/>
                <a:ea typeface="+mn-ea"/>
                <a:cs typeface="Consolas" panose="020B0609020204030204" pitchFamily="49" charset="0"/>
              </a:rPr>
              <a:t>(1, 2, 3, 4, 5, 6, 7)</a:t>
            </a:r>
            <a:endParaRPr kumimoji="0" lang="en-US" altLang="x-none" sz="1800" b="0" i="0" u="none" strike="noStrike" kern="1200" cap="none" spc="0" normalizeH="0" baseline="0" noProof="1">
              <a:ln>
                <a:noFill/>
              </a:ln>
              <a:solidFill>
                <a:srgbClr val="00B0F0"/>
              </a:solidFill>
              <a:effectLst/>
              <a:uLnTx/>
              <a:uFillTx/>
              <a:latin typeface="Consolas" panose="020B0609020204030204" pitchFamily="49" charset="0"/>
              <a:ea typeface="+mn-ea"/>
              <a:cs typeface="Consolas" panose="020B0609020204030204" pitchFamily="49"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标题 37889"/>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5.3.3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可变长度参数</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49154" name="文本占位符 37890"/>
          <p:cNvSpPr>
            <a:spLocks noGrp="1"/>
          </p:cNvSpPr>
          <p:nvPr>
            <p:ph idx="1"/>
          </p:nvPr>
        </p:nvSpPr>
        <p:spPr/>
        <p:txBody>
          <a:bodyPr vert="horz" wrap="square" lIns="68591" tIns="34295" rIns="68591" bIns="34295" numCol="1" anchor="t" anchorCtr="0" compatLnSpc="1"/>
          <a:lstStyle/>
          <a:p>
            <a:pPr marL="508000" marR="0" lvl="0" indent="-508000" algn="l" defTabSz="914400" rtl="0" eaLnBrk="1" fontAlgn="base" latinLnBrk="0" hangingPunct="1">
              <a:lnSpc>
                <a:spcPct val="80000"/>
              </a:lnSpc>
              <a:spcBef>
                <a:spcPct val="20000"/>
              </a:spcBef>
              <a:spcAft>
                <a:spcPct val="0"/>
              </a:spcAft>
              <a:buClrTx/>
              <a:buSzPct val="90000"/>
              <a:buFont typeface="Wingdings" panose="05000000000000000000" charset="0"/>
              <a:buChar char="v"/>
              <a:defRPr/>
            </a:pPr>
            <a:r>
              <a:rPr kumimoji="0" lang="en-US" altLang="zh-CN" sz="18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**parameter</a:t>
            </a:r>
            <a:r>
              <a:rPr kumimoji="0" lang="zh-CN" altLang="en-US" sz="1800" b="0" i="0" u="none" strike="noStrike" kern="1200" cap="none" spc="0" normalizeH="0" baseline="0" noProof="1">
                <a:ln>
                  <a:noFill/>
                </a:ln>
                <a:solidFill>
                  <a:schemeClr val="tx1"/>
                </a:solidFill>
                <a:effectLst/>
                <a:uLnTx/>
                <a:uFillTx/>
                <a:latin typeface="宋体" panose="02010600030101010101" pitchFamily="2" charset="-122"/>
                <a:ea typeface="+mn-ea"/>
                <a:cs typeface="+mn-cs"/>
              </a:rPr>
              <a:t>的用法</a:t>
            </a:r>
            <a:endParaRPr kumimoji="0" lang="zh-CN" altLang="en-US" sz="1800" b="0" i="0" u="none" strike="noStrike" kern="1200" cap="none" spc="0" normalizeH="0" baseline="0" noProof="1">
              <a:ln>
                <a:noFill/>
              </a:ln>
              <a:solidFill>
                <a:schemeClr val="tx1"/>
              </a:solidFill>
              <a:effectLst/>
              <a:uLnTx/>
              <a:uFillTx/>
              <a:latin typeface="宋体" panose="02010600030101010101" pitchFamily="2" charset="-122"/>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endParaRPr kumimoji="0" lang="en-US" altLang="x-none" sz="1500" b="0" i="0" u="none" strike="noStrike" kern="1200" cap="none" spc="0" normalizeH="0" baseline="0" noProof="1">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def demo(**p):</a:t>
            </a:r>
            <a:endParaRPr kumimoji="0" lang="en-US" altLang="x-none"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for item in p.items():</a:t>
            </a:r>
            <a:endParaRPr kumimoji="0" lang="en-US" altLang="x-none"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print(item)</a:t>
            </a:r>
            <a:endParaRPr kumimoji="0" lang="en-US" altLang="x-none"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endParaRPr kumimoji="0" lang="en-US" altLang="x-none"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demo(x=1,y=2,z=3)</a:t>
            </a:r>
            <a:endParaRPr kumimoji="0" lang="en-US" altLang="x-none"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rPr>
              <a:t>('x', 1)</a:t>
            </a:r>
            <a:endParaRPr kumimoji="0" lang="en-US" altLang="x-none"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rPr>
              <a:t>('y', 2)</a:t>
            </a:r>
            <a:endParaRPr kumimoji="0" lang="en-US" altLang="x-none"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rPr>
              <a:t>('z', 3)</a:t>
            </a:r>
            <a:endParaRPr kumimoji="0" lang="en-US" altLang="x-none"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标题 38913"/>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5.3.3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可变长度参数</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48130" name="文本占位符 38914"/>
          <p:cNvSpPr>
            <a:spLocks noGrp="1"/>
          </p:cNvSpPr>
          <p:nvPr>
            <p:ph idx="1"/>
          </p:nvPr>
        </p:nvSpPr>
        <p:spPr/>
        <p:txBody>
          <a:bodyPr wrap="square" lIns="68591" tIns="34295" rIns="68591" bIns="34295" anchor="t"/>
          <a:lstStyle/>
          <a:p>
            <a:pPr eaLnBrk="1" fontAlgn="base" hangingPunct="1">
              <a:lnSpc>
                <a:spcPct val="90000"/>
              </a:lnSpc>
              <a:spcBef>
                <a:spcPct val="0"/>
              </a:spcBef>
              <a:buSzPct val="90000"/>
              <a:buFont typeface="Wingdings" panose="05000000000000000000" pitchFamily="2" charset="2"/>
              <a:buChar char="§"/>
            </a:pPr>
            <a:r>
              <a:rPr lang="zh-CN" altLang="en-US" sz="1800" strike="noStrike" noProof="1"/>
              <a:t>几种不同类型的参数</a:t>
            </a:r>
            <a:r>
              <a:rPr lang="zh-CN" altLang="en-US" sz="1800" strike="noStrike" noProof="1">
                <a:solidFill>
                  <a:srgbClr val="FF0000"/>
                </a:solidFill>
              </a:rPr>
              <a:t>可以混合使用</a:t>
            </a:r>
            <a:r>
              <a:rPr lang="zh-CN" altLang="en-US" sz="1800" strike="noStrike" noProof="1"/>
              <a:t>，但是</a:t>
            </a:r>
            <a:r>
              <a:rPr lang="zh-CN" altLang="en-US" sz="1800" strike="noStrike" noProof="1">
                <a:solidFill>
                  <a:srgbClr val="FF0000"/>
                </a:solidFill>
              </a:rPr>
              <a:t>不建议这样做</a:t>
            </a:r>
            <a:r>
              <a:rPr lang="zh-CN" altLang="en-US" sz="1800" strike="noStrike" noProof="1"/>
              <a:t>。</a:t>
            </a:r>
            <a:endParaRPr lang="zh-CN" altLang="en-US" sz="1800" strike="noStrike" noProof="1"/>
          </a:p>
          <a:p>
            <a:pPr eaLnBrk="1" fontAlgn="base" hangingPunct="1">
              <a:lnSpc>
                <a:spcPct val="90000"/>
              </a:lnSpc>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def func_4(a, b, c=4, *aa, **bb):</a:t>
            </a:r>
            <a:endParaRPr lang="en-US" altLang="zh-CN" sz="16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    print(a,b,c)</a:t>
            </a:r>
            <a:endParaRPr lang="en-US" altLang="zh-CN" sz="16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    print(aa)</a:t>
            </a:r>
            <a:endParaRPr lang="en-US" altLang="zh-CN" sz="16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    print(bb)</a:t>
            </a:r>
            <a:endParaRPr lang="en-US" altLang="zh-CN" sz="16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endParaRPr lang="en-US" altLang="zh-CN" sz="16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func_4(1,2,3,4,5,6,7,8,9,xx='1',yy='2',zz=3)</a:t>
            </a:r>
            <a:endParaRPr lang="en-US" altLang="zh-CN" sz="16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1 2 3</a:t>
            </a:r>
            <a:endParaRPr lang="en-US" altLang="zh-CN" sz="1600" strike="noStrike" noProof="1">
              <a:solidFill>
                <a:srgbClr val="00B0F0"/>
              </a:solidFill>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(4, 5, 6, 7, 8, 9)</a:t>
            </a:r>
            <a:endParaRPr lang="en-US" altLang="zh-CN" sz="1600" strike="noStrike" noProof="1">
              <a:solidFill>
                <a:srgbClr val="00B0F0"/>
              </a:solidFill>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{'xx': '1', 'yy': '2', 'zz': 3}</a:t>
            </a:r>
            <a:endParaRPr lang="en-US" altLang="zh-CN" sz="1600" strike="noStrike" noProof="1">
              <a:solidFill>
                <a:srgbClr val="00B0F0"/>
              </a:solidFill>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func_4(1,2,3,4,5,6,7,xx='1',yy='2',zz=3)</a:t>
            </a:r>
            <a:endParaRPr lang="en-US" altLang="zh-CN" sz="16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1 2 3</a:t>
            </a:r>
            <a:endParaRPr lang="en-US" altLang="zh-CN" sz="1600" strike="noStrike" noProof="1">
              <a:solidFill>
                <a:srgbClr val="00B0F0"/>
              </a:solidFill>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(4, 5, 6, 7)</a:t>
            </a:r>
            <a:endParaRPr lang="en-US" altLang="zh-CN" sz="1600" strike="noStrike" noProof="1">
              <a:solidFill>
                <a:srgbClr val="00B0F0"/>
              </a:solidFill>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{'xx': '1', 'yy': '2', 'zz': 3}</a:t>
            </a:r>
            <a:endParaRPr lang="en-US" altLang="zh-CN" sz="1600" strike="noStrike" noProof="1">
              <a:solidFill>
                <a:srgbClr val="00B0F0"/>
              </a:solidFill>
              <a:latin typeface="Consolas" panose="020B0609020204030204" pitchFamily="49"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标题 39937"/>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5.3.4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参数传递的序列解包</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49154" name="文本占位符 39938"/>
          <p:cNvSpPr>
            <a:spLocks noGrp="1"/>
          </p:cNvSpPr>
          <p:nvPr>
            <p:ph idx="1"/>
          </p:nvPr>
        </p:nvSpPr>
        <p:spPr>
          <a:xfrm>
            <a:off x="457200" y="1193165"/>
            <a:ext cx="8229600" cy="3395663"/>
          </a:xfrm>
        </p:spPr>
        <p:txBody>
          <a:bodyPr wrap="square" lIns="68591" tIns="34295" rIns="68591" bIns="34295" anchor="t"/>
          <a:lstStyle/>
          <a:p>
            <a:pPr eaLnBrk="1" fontAlgn="base" hangingPunct="1">
              <a:lnSpc>
                <a:spcPct val="150000"/>
              </a:lnSpc>
              <a:spcBef>
                <a:spcPts val="600"/>
              </a:spcBef>
              <a:spcAft>
                <a:spcPts val="600"/>
              </a:spcAft>
              <a:buSzPct val="90000"/>
              <a:buFont typeface="Wingdings" panose="05000000000000000000" pitchFamily="2" charset="2"/>
              <a:buChar char="§"/>
            </a:pPr>
            <a:r>
              <a:rPr lang="zh-CN" altLang="en-US" sz="1800" strike="noStrike" noProof="1"/>
              <a:t>传递参数时，可以通过</a:t>
            </a:r>
            <a:r>
              <a:rPr lang="zh-CN" altLang="en-US" sz="1800" strike="noStrike" noProof="1">
                <a:solidFill>
                  <a:srgbClr val="FF0000"/>
                </a:solidFill>
              </a:rPr>
              <a:t>在实参序列前加一个星号</a:t>
            </a:r>
            <a:r>
              <a:rPr lang="zh-CN" altLang="en-US" sz="1800" strike="noStrike" noProof="1"/>
              <a:t>将其解包，然后传递给</a:t>
            </a:r>
            <a:r>
              <a:rPr lang="zh-CN" altLang="en-US" sz="1800" strike="noStrike" noProof="1">
                <a:solidFill>
                  <a:srgbClr val="FF0000"/>
                </a:solidFill>
              </a:rPr>
              <a:t>多个单变量形参</a:t>
            </a:r>
            <a:r>
              <a:rPr lang="zh-CN" altLang="en-US" sz="1800" strike="noStrike" noProof="1"/>
              <a:t>。</a:t>
            </a:r>
            <a:endParaRPr lang="zh-CN" altLang="en-US" sz="1800" strike="noStrike" noProof="1"/>
          </a:p>
          <a:p>
            <a:pPr eaLnBrk="1" fontAlgn="base" hangingPunct="1">
              <a:lnSpc>
                <a:spcPct val="80000"/>
              </a:lnSpc>
              <a:buSzPct val="90000"/>
              <a:buFont typeface="Wingdings" panose="05000000000000000000" pitchFamily="2" charset="2"/>
              <a:buNone/>
            </a:pPr>
            <a:r>
              <a:rPr lang="en-US" altLang="zh-CN" sz="1800" strike="noStrike" noProof="1">
                <a:latin typeface="Consolas" panose="020B0609020204030204" pitchFamily="49" charset="0"/>
              </a:rPr>
              <a:t>&gt;&gt;&gt; def demo(a, b, c):</a:t>
            </a:r>
            <a:endParaRPr lang="en-US" altLang="zh-CN"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800" strike="noStrike" noProof="1">
                <a:latin typeface="Consolas" panose="020B0609020204030204" pitchFamily="49" charset="0"/>
              </a:rPr>
              <a:t>    print(a+b+c)</a:t>
            </a:r>
            <a:endParaRPr lang="en-US" altLang="zh-CN"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endParaRPr lang="en-US" altLang="zh-CN"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800" strike="noStrike" noProof="1">
                <a:latin typeface="Consolas" panose="020B0609020204030204" pitchFamily="49" charset="0"/>
              </a:rPr>
              <a:t>&gt;&gt;&gt; seq = [1, 2, 3]</a:t>
            </a:r>
            <a:endParaRPr lang="en-US" altLang="zh-CN"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800" strike="noStrike" noProof="1">
                <a:latin typeface="Consolas" panose="020B0609020204030204" pitchFamily="49" charset="0"/>
              </a:rPr>
              <a:t>&gt;&gt;&gt; demo(*seq)</a:t>
            </a:r>
            <a:endParaRPr lang="en-US" altLang="zh-CN"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800" strike="noStrike" noProof="1">
                <a:solidFill>
                  <a:srgbClr val="00B0F0"/>
                </a:solidFill>
                <a:latin typeface="Consolas" panose="020B0609020204030204" pitchFamily="49" charset="0"/>
              </a:rPr>
              <a:t>6</a:t>
            </a:r>
            <a:endParaRPr lang="en-US" altLang="zh-CN" sz="1800" strike="noStrike" noProof="1">
              <a:solidFill>
                <a:srgbClr val="00B0F0"/>
              </a:solidFill>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800" strike="noStrike" noProof="1">
                <a:latin typeface="Consolas" panose="020B0609020204030204" pitchFamily="49" charset="0"/>
              </a:rPr>
              <a:t>&gt;&gt;&gt; tup = (1, 2, 3)</a:t>
            </a:r>
            <a:endParaRPr lang="en-US" altLang="zh-CN"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800" strike="noStrike" noProof="1">
                <a:latin typeface="Consolas" panose="020B0609020204030204" pitchFamily="49" charset="0"/>
              </a:rPr>
              <a:t>&gt;&gt;&gt; demo(*tup)</a:t>
            </a:r>
            <a:endParaRPr lang="en-US" altLang="zh-CN"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800" strike="noStrike" noProof="1">
                <a:solidFill>
                  <a:srgbClr val="00B0F0"/>
                </a:solidFill>
                <a:latin typeface="Consolas" panose="020B0609020204030204" pitchFamily="49" charset="0"/>
              </a:rPr>
              <a:t>6</a:t>
            </a:r>
            <a:endParaRPr lang="en-US" altLang="zh-CN" sz="1800" strike="noStrike" noProof="1">
              <a:solidFill>
                <a:srgbClr val="00B0F0"/>
              </a:solidFill>
              <a:latin typeface="Consolas" panose="020B0609020204030204" pitchFamily="49" charset="0"/>
            </a:endParaRPr>
          </a:p>
        </p:txBody>
      </p:sp>
      <p:sp>
        <p:nvSpPr>
          <p:cNvPr id="49155" name="文本框 1"/>
          <p:cNvSpPr txBox="1"/>
          <p:nvPr/>
        </p:nvSpPr>
        <p:spPr>
          <a:xfrm>
            <a:off x="3531235" y="2132965"/>
            <a:ext cx="4132580" cy="2306955"/>
          </a:xfrm>
          <a:prstGeom prst="rect">
            <a:avLst/>
          </a:prstGeom>
          <a:noFill/>
          <a:ln w="22225" cap="flat" cmpd="sng">
            <a:solidFill>
              <a:schemeClr val="accent1"/>
            </a:solidFill>
            <a:prstDash val="solid"/>
            <a:round/>
            <a:headEnd type="none" w="med" len="med"/>
            <a:tailEnd type="none" w="med" len="med"/>
          </a:ln>
        </p:spPr>
        <p:txBody>
          <a:bodyPr wrap="square" anchor="t">
            <a:spAutoFit/>
          </a:bodyPr>
          <a:lstStyle/>
          <a:p>
            <a:r>
              <a:rPr lang="zh-CN" altLang="en-US" sz="1800" dirty="0">
                <a:latin typeface="Consolas" panose="020B0609020204030204" pitchFamily="49" charset="0"/>
                <a:ea typeface="宋体" panose="02010600030101010101" pitchFamily="2" charset="-122"/>
              </a:rPr>
              <a:t>&gt;&gt;&gt; dic = {1:'a', 2:'b', 3:'c'}</a:t>
            </a:r>
            <a:endParaRPr lang="zh-CN" altLang="en-US" sz="1800" dirty="0">
              <a:latin typeface="Consolas" panose="020B0609020204030204" pitchFamily="49" charset="0"/>
              <a:ea typeface="宋体" panose="02010600030101010101" pitchFamily="2" charset="-122"/>
            </a:endParaRPr>
          </a:p>
          <a:p>
            <a:r>
              <a:rPr lang="zh-CN" altLang="en-US" sz="1800" dirty="0">
                <a:latin typeface="Consolas" panose="020B0609020204030204" pitchFamily="49" charset="0"/>
                <a:ea typeface="宋体" panose="02010600030101010101" pitchFamily="2" charset="-122"/>
              </a:rPr>
              <a:t>&gt;&gt;&gt; demo(*dic)</a:t>
            </a:r>
            <a:endParaRPr lang="zh-CN" altLang="en-US" sz="1800" dirty="0">
              <a:latin typeface="Consolas" panose="020B0609020204030204" pitchFamily="49" charset="0"/>
              <a:ea typeface="宋体" panose="02010600030101010101" pitchFamily="2" charset="-122"/>
            </a:endParaRPr>
          </a:p>
          <a:p>
            <a:r>
              <a:rPr lang="zh-CN" altLang="en-US" sz="1800" dirty="0">
                <a:solidFill>
                  <a:srgbClr val="00B0F0"/>
                </a:solidFill>
                <a:latin typeface="Consolas" panose="020B0609020204030204" pitchFamily="49" charset="0"/>
                <a:ea typeface="宋体" panose="02010600030101010101" pitchFamily="2" charset="-122"/>
              </a:rPr>
              <a:t>6</a:t>
            </a:r>
            <a:endParaRPr lang="zh-CN" altLang="en-US" sz="1800" dirty="0">
              <a:solidFill>
                <a:srgbClr val="00B0F0"/>
              </a:solidFill>
              <a:latin typeface="Consolas" panose="020B0609020204030204" pitchFamily="49" charset="0"/>
              <a:ea typeface="宋体" panose="02010600030101010101" pitchFamily="2" charset="-122"/>
            </a:endParaRPr>
          </a:p>
          <a:p>
            <a:r>
              <a:rPr lang="zh-CN" altLang="en-US" sz="1800" dirty="0">
                <a:latin typeface="Consolas" panose="020B0609020204030204" pitchFamily="49" charset="0"/>
                <a:ea typeface="宋体" panose="02010600030101010101" pitchFamily="2" charset="-122"/>
              </a:rPr>
              <a:t>&gt;&gt;&gt; Set = {1, 2, 3}</a:t>
            </a:r>
            <a:endParaRPr lang="zh-CN" altLang="en-US" sz="1800" dirty="0">
              <a:latin typeface="Consolas" panose="020B0609020204030204" pitchFamily="49" charset="0"/>
              <a:ea typeface="宋体" panose="02010600030101010101" pitchFamily="2" charset="-122"/>
            </a:endParaRPr>
          </a:p>
          <a:p>
            <a:r>
              <a:rPr lang="zh-CN" altLang="en-US" sz="1800" dirty="0">
                <a:latin typeface="Consolas" panose="020B0609020204030204" pitchFamily="49" charset="0"/>
                <a:ea typeface="宋体" panose="02010600030101010101" pitchFamily="2" charset="-122"/>
              </a:rPr>
              <a:t>&gt;&gt;&gt; demo(*Set)</a:t>
            </a:r>
            <a:endParaRPr lang="zh-CN" altLang="en-US" sz="1800" dirty="0">
              <a:latin typeface="Consolas" panose="020B0609020204030204" pitchFamily="49" charset="0"/>
              <a:ea typeface="宋体" panose="02010600030101010101" pitchFamily="2" charset="-122"/>
            </a:endParaRPr>
          </a:p>
          <a:p>
            <a:r>
              <a:rPr lang="zh-CN" altLang="en-US" sz="1800" dirty="0">
                <a:solidFill>
                  <a:srgbClr val="00B0F0"/>
                </a:solidFill>
                <a:latin typeface="Consolas" panose="020B0609020204030204" pitchFamily="49" charset="0"/>
                <a:ea typeface="宋体" panose="02010600030101010101" pitchFamily="2" charset="-122"/>
              </a:rPr>
              <a:t>6</a:t>
            </a:r>
            <a:endParaRPr lang="zh-CN" altLang="en-US" sz="1800" dirty="0">
              <a:solidFill>
                <a:srgbClr val="00B0F0"/>
              </a:solidFill>
              <a:latin typeface="Consolas" panose="020B0609020204030204" pitchFamily="49" charset="0"/>
              <a:ea typeface="宋体" panose="02010600030101010101" pitchFamily="2" charset="-122"/>
            </a:endParaRPr>
          </a:p>
          <a:p>
            <a:r>
              <a:rPr lang="zh-CN" altLang="en-US" sz="1800" dirty="0">
                <a:latin typeface="Consolas" panose="020B0609020204030204" pitchFamily="49" charset="0"/>
                <a:ea typeface="宋体" panose="02010600030101010101" pitchFamily="2" charset="-122"/>
              </a:rPr>
              <a:t>&gt;&gt;&gt; demo(*dic.values())</a:t>
            </a:r>
            <a:endParaRPr lang="zh-CN" altLang="en-US" sz="1800" dirty="0">
              <a:latin typeface="Consolas" panose="020B0609020204030204" pitchFamily="49" charset="0"/>
              <a:ea typeface="宋体" panose="02010600030101010101" pitchFamily="2" charset="-122"/>
            </a:endParaRPr>
          </a:p>
          <a:p>
            <a:r>
              <a:rPr lang="zh-CN" altLang="en-US" sz="1800" dirty="0">
                <a:solidFill>
                  <a:srgbClr val="00B0F0"/>
                </a:solidFill>
                <a:latin typeface="Consolas" panose="020B0609020204030204" pitchFamily="49" charset="0"/>
                <a:ea typeface="宋体" panose="02010600030101010101" pitchFamily="2" charset="-122"/>
              </a:rPr>
              <a:t>abc</a:t>
            </a:r>
            <a:endParaRPr lang="zh-CN" altLang="en-US" sz="1800" dirty="0">
              <a:solidFill>
                <a:srgbClr val="00B0F0"/>
              </a:solidFill>
              <a:latin typeface="Consolas" panose="020B0609020204030204" pitchFamily="49" charset="0"/>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vert="horz" wrap="square" lIns="68591" tIns="34295" rIns="68591" bIns="34295" numCol="1" anchor="t" anchorCtr="0" compatLnSpc="1"/>
          <a:lstStyle/>
          <a:p>
            <a:pPr marL="342900" marR="0" lvl="0" indent="-342900" algn="l" defTabSz="914400" rtl="0" eaLnBrk="1" fontAlgn="base" latinLnBrk="0" hangingPunct="1">
              <a:lnSpc>
                <a:spcPct val="150000"/>
              </a:lnSpc>
              <a:spcBef>
                <a:spcPts val="0"/>
              </a:spcBef>
              <a:spcAft>
                <a:spcPct val="0"/>
              </a:spcAft>
              <a:buClrTx/>
              <a:buSzTx/>
              <a:buFontTx/>
              <a:buChar char="•"/>
              <a:defRPr/>
            </a:pPr>
            <a:r>
              <a:rPr kumimoji="0" lang="zh-CN" altLang="en-US" sz="1800" b="0" i="0" u="none" strike="noStrike" kern="1200" cap="none" spc="0" normalizeH="0" baseline="0" noProof="1">
                <a:ln>
                  <a:noFill/>
                </a:ln>
                <a:solidFill>
                  <a:schemeClr val="tx1"/>
                </a:solidFill>
                <a:effectLst/>
                <a:uLnTx/>
                <a:uFillTx/>
                <a:latin typeface="+mn-lt"/>
                <a:ea typeface="+mn-ea"/>
                <a:cs typeface="+mn-cs"/>
              </a:rPr>
              <a:t>如果</a:t>
            </a:r>
            <a:r>
              <a:rPr kumimoji="0" lang="zh-CN" altLang="en-US" sz="1800" b="0" i="0" u="none" strike="noStrike" kern="1200" cap="none" spc="0" normalizeH="0" baseline="0" noProof="1">
                <a:ln>
                  <a:noFill/>
                </a:ln>
                <a:solidFill>
                  <a:srgbClr val="FF0000"/>
                </a:solidFill>
                <a:effectLst/>
                <a:uLnTx/>
                <a:uFillTx/>
                <a:latin typeface="+mn-lt"/>
                <a:ea typeface="+mn-ea"/>
                <a:cs typeface="+mn-cs"/>
              </a:rPr>
              <a:t>函数实参是字典</a:t>
            </a:r>
            <a:r>
              <a:rPr kumimoji="0" lang="zh-CN" altLang="en-US" sz="1800" b="0" i="0" u="none" strike="noStrike" kern="1200" cap="none" spc="0" normalizeH="0" baseline="0" noProof="1">
                <a:ln>
                  <a:noFill/>
                </a:ln>
                <a:solidFill>
                  <a:schemeClr val="tx1"/>
                </a:solidFill>
                <a:effectLst/>
                <a:uLnTx/>
                <a:uFillTx/>
                <a:latin typeface="+mn-lt"/>
                <a:ea typeface="+mn-ea"/>
                <a:cs typeface="+mn-cs"/>
              </a:rPr>
              <a:t>，可以</a:t>
            </a:r>
            <a:r>
              <a:rPr kumimoji="0" lang="zh-CN" altLang="en-US" sz="1800" b="0" i="0" u="none" strike="noStrike" kern="1200" cap="none" spc="0" normalizeH="0" baseline="0" noProof="1">
                <a:ln>
                  <a:noFill/>
                </a:ln>
                <a:solidFill>
                  <a:srgbClr val="FF0000"/>
                </a:solidFill>
                <a:effectLst/>
                <a:uLnTx/>
                <a:uFillTx/>
                <a:latin typeface="+mn-lt"/>
                <a:ea typeface="+mn-ea"/>
                <a:cs typeface="+mn-cs"/>
              </a:rPr>
              <a:t>在前面加两个星号</a:t>
            </a:r>
            <a:r>
              <a:rPr kumimoji="0" lang="zh-CN" altLang="en-US" sz="1800" b="0" i="0" u="none" strike="noStrike" kern="1200" cap="none" spc="0" normalizeH="0" baseline="0" noProof="1">
                <a:ln>
                  <a:noFill/>
                </a:ln>
                <a:solidFill>
                  <a:schemeClr val="tx1"/>
                </a:solidFill>
                <a:effectLst/>
                <a:uLnTx/>
                <a:uFillTx/>
                <a:latin typeface="+mn-lt"/>
                <a:ea typeface="+mn-ea"/>
                <a:cs typeface="+mn-cs"/>
              </a:rPr>
              <a:t>进行解包，</a:t>
            </a:r>
            <a:r>
              <a:rPr kumimoji="0" lang="zh-CN" altLang="en-US" sz="1800" b="0" i="0" u="none" strike="noStrike" kern="1200" cap="none" spc="0" normalizeH="0" baseline="0" noProof="1">
                <a:ln>
                  <a:noFill/>
                </a:ln>
                <a:solidFill>
                  <a:srgbClr val="FF0000"/>
                </a:solidFill>
                <a:effectLst/>
                <a:uLnTx/>
                <a:uFillTx/>
                <a:latin typeface="+mn-lt"/>
                <a:ea typeface="+mn-ea"/>
                <a:cs typeface="+mn-cs"/>
              </a:rPr>
              <a:t>等价于关键参数</a:t>
            </a:r>
            <a:r>
              <a:rPr kumimoji="0" lang="zh-CN" altLang="en-US" sz="1800" b="0" i="0" u="none" strike="noStrike" kern="1200" cap="none" spc="0" normalizeH="0" baseline="0" noProof="1">
                <a:ln>
                  <a:noFill/>
                </a:ln>
                <a:solidFill>
                  <a:schemeClr val="tx1"/>
                </a:solidFill>
                <a:effectLst/>
                <a:uLnTx/>
                <a:uFillTx/>
                <a:latin typeface="+mn-lt"/>
                <a:ea typeface="+mn-ea"/>
                <a:cs typeface="+mn-cs"/>
              </a:rPr>
              <a:t>。</a:t>
            </a: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def demo(a, b, c):</a:t>
            </a:r>
            <a:endPar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print(a+b+c)</a:t>
            </a:r>
            <a:endPar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endPar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dic = {'a':1, 'b':2, 'c':3}</a:t>
            </a:r>
            <a:endPar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demo(**dic)</a:t>
            </a:r>
            <a:endPar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rPr>
              <a:t>6</a:t>
            </a:r>
            <a:endParaRPr kumimoji="0" lang="zh-CN" altLang="en-US"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demo(a=1, b=2, c=3)</a:t>
            </a:r>
            <a:endPar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rPr>
              <a:t>6</a:t>
            </a:r>
            <a:endParaRPr kumimoji="0" lang="zh-CN" altLang="en-US"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demo(*dic.values())</a:t>
            </a:r>
            <a:endPar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rPr>
              <a:t>6</a:t>
            </a:r>
            <a:endParaRPr kumimoji="0" lang="zh-CN" altLang="en-US"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endParaRPr>
          </a:p>
        </p:txBody>
      </p:sp>
      <p:sp>
        <p:nvSpPr>
          <p:cNvPr id="51202" name="标题 39937"/>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5.3.4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参数传递的序列解包</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5.3.4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参数传递的序列解包</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51202" name="内容占位符 2"/>
          <p:cNvSpPr>
            <a:spLocks noGrp="1"/>
          </p:cNvSpPr>
          <p:nvPr>
            <p:ph idx="1"/>
          </p:nvPr>
        </p:nvSpPr>
        <p:spPr/>
        <p:txBody>
          <a:bodyPr wrap="square" lIns="68591" tIns="34295" rIns="68591" bIns="34295" anchor="t"/>
          <a:lstStyle/>
          <a:p>
            <a:pPr eaLnBrk="1" hangingPunct="1">
              <a:lnSpc>
                <a:spcPct val="150000"/>
              </a:lnSpc>
              <a:spcBef>
                <a:spcPct val="0"/>
              </a:spcBef>
              <a:buSzPct val="90000"/>
              <a:buFont typeface="Wingdings" panose="05000000000000000000" pitchFamily="2" charset="2"/>
              <a:buChar char="§"/>
            </a:pPr>
            <a:r>
              <a:rPr lang="zh-CN" altLang="en-US" sz="1800" dirty="0">
                <a:solidFill>
                  <a:srgbClr val="FF0000"/>
                </a:solidFill>
              </a:rPr>
              <a:t>注意：</a:t>
            </a:r>
            <a:r>
              <a:rPr lang="zh-CN" altLang="en-US" sz="1800" dirty="0"/>
              <a:t>调用函数时对实参序列使用一个星号*进行解包后的实参将会被当做普通位置参数对待，并且会在关键参数和使用两个星号**进行序列解包的参数之前进行处理。</a:t>
            </a:r>
            <a:endParaRPr lang="zh-CN" alt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5.3.4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参数传递的序列解包</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52226" name="内容占位符 2"/>
          <p:cNvSpPr>
            <a:spLocks noGrp="1"/>
          </p:cNvSpPr>
          <p:nvPr>
            <p:ph idx="1"/>
          </p:nvPr>
        </p:nvSpPr>
        <p:spPr/>
        <p:txBody>
          <a:bodyPr wrap="square" lIns="68591" tIns="34295" rIns="68591" bIns="34295" anchor="t"/>
          <a:lstStyle/>
          <a:p>
            <a:pPr marL="0" indent="0" eaLnBrk="1" fontAlgn="base" hangingPunct="1">
              <a:buSzPct val="90000"/>
              <a:buFont typeface="Wingdings" panose="05000000000000000000" pitchFamily="2" charset="2"/>
              <a:buNone/>
            </a:pPr>
            <a:r>
              <a:rPr lang="zh-CN" altLang="en-US" sz="1800" strike="noStrike" noProof="1">
                <a:latin typeface="Consolas" panose="020B0609020204030204" pitchFamily="49" charset="0"/>
              </a:rPr>
              <a:t>&gt;&gt;&gt; def demo(a, b, c):            #定义函数</a:t>
            </a:r>
            <a:endParaRPr lang="zh-CN" altLang="en-US" sz="1800" strike="noStrike" noProof="1">
              <a:latin typeface="Consolas" panose="020B0609020204030204" pitchFamily="49" charset="0"/>
            </a:endParaRPr>
          </a:p>
          <a:p>
            <a:pPr marL="0" indent="0" eaLnBrk="1" fontAlgn="base" hangingPunct="1">
              <a:buSzPct val="90000"/>
              <a:buFont typeface="Wingdings" panose="05000000000000000000" pitchFamily="2" charset="2"/>
              <a:buNone/>
            </a:pPr>
            <a:r>
              <a:rPr lang="en-US" altLang="zh-CN" sz="1800" strike="noStrike" noProof="1">
                <a:latin typeface="Consolas" panose="020B0609020204030204" pitchFamily="49" charset="0"/>
              </a:rPr>
              <a:t>    </a:t>
            </a:r>
            <a:r>
              <a:rPr lang="zh-CN" altLang="en-US" sz="1800" strike="noStrike" noProof="1">
                <a:latin typeface="Consolas" panose="020B0609020204030204" pitchFamily="49" charset="0"/>
              </a:rPr>
              <a:t>print(a, b, c)	</a:t>
            </a:r>
            <a:endParaRPr lang="zh-CN" altLang="en-US" sz="1800" strike="noStrike" noProof="1">
              <a:latin typeface="Consolas" panose="020B0609020204030204" pitchFamily="49" charset="0"/>
            </a:endParaRPr>
          </a:p>
          <a:p>
            <a:pPr marL="0" indent="0" eaLnBrk="1" fontAlgn="base" hangingPunct="1">
              <a:buSzPct val="90000"/>
              <a:buFont typeface="Wingdings" panose="05000000000000000000" pitchFamily="2" charset="2"/>
              <a:buNone/>
            </a:pPr>
            <a:endParaRPr lang="zh-CN" altLang="en-US" sz="1800" strike="noStrike" noProof="1">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800" strike="noStrike" noProof="1">
                <a:latin typeface="Consolas" panose="020B0609020204030204" pitchFamily="49" charset="0"/>
              </a:rPr>
              <a:t>&gt;&gt;&gt; demo(*(1, 2, 3))              #调用，序列解包</a:t>
            </a:r>
            <a:endParaRPr lang="zh-CN" altLang="en-US" sz="1800" strike="noStrike" noProof="1">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800" strike="noStrike" noProof="1">
                <a:solidFill>
                  <a:srgbClr val="00B0F0"/>
                </a:solidFill>
                <a:latin typeface="Consolas" panose="020B0609020204030204" pitchFamily="49" charset="0"/>
              </a:rPr>
              <a:t>1 2 3</a:t>
            </a:r>
            <a:endParaRPr lang="zh-CN" altLang="en-US" sz="1800" strike="noStrike" noProof="1">
              <a:solidFill>
                <a:srgbClr val="00B0F0"/>
              </a:solidFill>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800" strike="noStrike" noProof="1">
                <a:latin typeface="Consolas" panose="020B0609020204030204" pitchFamily="49" charset="0"/>
              </a:rPr>
              <a:t>&gt;&gt;&gt; demo(1, *(2, 3))              #位置参数和序列解包同时使用</a:t>
            </a:r>
            <a:endParaRPr lang="zh-CN" altLang="en-US" sz="1800" strike="noStrike" noProof="1">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800" strike="noStrike" noProof="1">
                <a:solidFill>
                  <a:srgbClr val="00B0F0"/>
                </a:solidFill>
                <a:latin typeface="Consolas" panose="020B0609020204030204" pitchFamily="49" charset="0"/>
              </a:rPr>
              <a:t>1 2 3</a:t>
            </a:r>
            <a:endParaRPr lang="zh-CN" altLang="en-US" sz="1800" strike="noStrike" noProof="1">
              <a:solidFill>
                <a:srgbClr val="00B0F0"/>
              </a:solidFill>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800" strike="noStrike" noProof="1">
                <a:latin typeface="Consolas" panose="020B0609020204030204" pitchFamily="49" charset="0"/>
              </a:rPr>
              <a:t>&gt;&gt;&gt; demo(1, *(2,), 3)</a:t>
            </a:r>
            <a:endParaRPr lang="zh-CN" altLang="en-US" sz="1800" strike="noStrike" noProof="1">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800" strike="noStrike" noProof="1">
                <a:solidFill>
                  <a:srgbClr val="00B0F0"/>
                </a:solidFill>
                <a:latin typeface="Consolas" panose="020B0609020204030204" pitchFamily="49" charset="0"/>
              </a:rPr>
              <a:t>1 2 3</a:t>
            </a:r>
            <a:endParaRPr lang="zh-CN" altLang="en-US" sz="1800" strike="noStrike" noProof="1">
              <a:solidFill>
                <a:srgbClr val="00B0F0"/>
              </a:solidFill>
              <a:latin typeface="Consolas" panose="020B0609020204030204" pitchFamily="49"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5.3.4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参数传递的序列解包</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53250" name="内容占位符 2"/>
          <p:cNvSpPr>
            <a:spLocks noGrp="1"/>
          </p:cNvSpPr>
          <p:nvPr>
            <p:ph idx="1"/>
          </p:nvPr>
        </p:nvSpPr>
        <p:spPr/>
        <p:txBody>
          <a:bodyPr wrap="square" lIns="68591" tIns="34295" rIns="68591" bIns="34295" anchor="t"/>
          <a:lstStyle/>
          <a:p>
            <a:pPr marL="0" indent="0" eaLnBrk="1" fontAlgn="base" hangingPunct="1">
              <a:buSzPct val="90000"/>
              <a:buFont typeface="Wingdings" panose="05000000000000000000" pitchFamily="2" charset="2"/>
              <a:buNone/>
            </a:pPr>
            <a:r>
              <a:rPr lang="zh-CN" altLang="en-US" sz="1600" strike="noStrike" noProof="1">
                <a:latin typeface="Consolas" panose="020B0609020204030204" pitchFamily="49" charset="0"/>
              </a:rPr>
              <a:t>&gt;&gt;&gt; demo(a=1, *(2, 3))         #序列解包相当于位置参数，优先处理</a:t>
            </a:r>
            <a:endParaRPr lang="zh-CN" altLang="en-US" sz="1600" strike="noStrike" noProof="1">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solidFill>
                  <a:srgbClr val="FF0000"/>
                </a:solidFill>
                <a:latin typeface="Consolas" panose="020B0609020204030204" pitchFamily="49" charset="0"/>
              </a:rPr>
              <a:t>Traceback (most recent call last):</a:t>
            </a:r>
            <a:endParaRPr lang="zh-CN" altLang="en-US" sz="1600" strike="noStrike" noProof="1">
              <a:solidFill>
                <a:srgbClr val="FF0000"/>
              </a:solidFill>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solidFill>
                  <a:srgbClr val="FF0000"/>
                </a:solidFill>
                <a:latin typeface="Consolas" panose="020B0609020204030204" pitchFamily="49" charset="0"/>
              </a:rPr>
              <a:t>  File "&lt;pyshell#26&gt;", line 1, in &lt;module&gt;</a:t>
            </a:r>
            <a:endParaRPr lang="zh-CN" altLang="en-US" sz="1600" strike="noStrike" noProof="1">
              <a:solidFill>
                <a:srgbClr val="FF0000"/>
              </a:solidFill>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solidFill>
                  <a:srgbClr val="FF0000"/>
                </a:solidFill>
                <a:latin typeface="Consolas" panose="020B0609020204030204" pitchFamily="49" charset="0"/>
              </a:rPr>
              <a:t>    demo(a=1, *(2, 3))</a:t>
            </a:r>
            <a:endParaRPr lang="zh-CN" altLang="en-US" sz="1600" strike="noStrike" noProof="1">
              <a:solidFill>
                <a:srgbClr val="FF0000"/>
              </a:solidFill>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solidFill>
                  <a:srgbClr val="FF0000"/>
                </a:solidFill>
                <a:latin typeface="Consolas" panose="020B0609020204030204" pitchFamily="49" charset="0"/>
              </a:rPr>
              <a:t>TypeError: demo() got multiple values for argument 'a'</a:t>
            </a:r>
            <a:endParaRPr lang="zh-CN" altLang="en-US" sz="1600" strike="noStrike" noProof="1">
              <a:solidFill>
                <a:srgbClr val="FF0000"/>
              </a:solidFill>
              <a:latin typeface="Consolas" panose="020B0609020204030204" pitchFamily="49" charset="0"/>
            </a:endParaRPr>
          </a:p>
          <a:p>
            <a:pPr marL="0" indent="0" eaLnBrk="1" fontAlgn="base" hangingPunct="1">
              <a:buSzPct val="90000"/>
              <a:buFont typeface="Wingdings" panose="05000000000000000000" pitchFamily="2" charset="2"/>
              <a:buNone/>
            </a:pPr>
            <a:endParaRPr lang="zh-CN" altLang="en-US" sz="1600" strike="noStrike" noProof="1">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latin typeface="Consolas" panose="020B0609020204030204" pitchFamily="49" charset="0"/>
              </a:rPr>
              <a:t>&gt;&gt;&gt; demo(b=1, *(2, 3))</a:t>
            </a:r>
            <a:endParaRPr lang="zh-CN" altLang="en-US" sz="1600" strike="noStrike" noProof="1">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solidFill>
                  <a:srgbClr val="FF0000"/>
                </a:solidFill>
                <a:latin typeface="Consolas" panose="020B0609020204030204" pitchFamily="49" charset="0"/>
              </a:rPr>
              <a:t>Traceback (most recent call last):</a:t>
            </a:r>
            <a:endParaRPr lang="zh-CN" altLang="en-US" sz="1600" strike="noStrike" noProof="1">
              <a:solidFill>
                <a:srgbClr val="FF0000"/>
              </a:solidFill>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solidFill>
                  <a:srgbClr val="FF0000"/>
                </a:solidFill>
                <a:latin typeface="Consolas" panose="020B0609020204030204" pitchFamily="49" charset="0"/>
              </a:rPr>
              <a:t>  File "&lt;pyshell#27&gt;", line 1, in &lt;module&gt;</a:t>
            </a:r>
            <a:endParaRPr lang="zh-CN" altLang="en-US" sz="1600" strike="noStrike" noProof="1">
              <a:solidFill>
                <a:srgbClr val="FF0000"/>
              </a:solidFill>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solidFill>
                  <a:srgbClr val="FF0000"/>
                </a:solidFill>
                <a:latin typeface="Consolas" panose="020B0609020204030204" pitchFamily="49" charset="0"/>
              </a:rPr>
              <a:t>    demo(b=1, *(2, 3))</a:t>
            </a:r>
            <a:endParaRPr lang="zh-CN" altLang="en-US" sz="1600" strike="noStrike" noProof="1">
              <a:solidFill>
                <a:srgbClr val="FF0000"/>
              </a:solidFill>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solidFill>
                  <a:srgbClr val="FF0000"/>
                </a:solidFill>
                <a:latin typeface="Consolas" panose="020B0609020204030204" pitchFamily="49" charset="0"/>
              </a:rPr>
              <a:t>TypeError: demo() got multiple values for argument 'b'</a:t>
            </a:r>
            <a:endParaRPr lang="zh-CN" altLang="en-US" sz="1600" strike="noStrike" noProof="1">
              <a:solidFill>
                <a:srgbClr val="FF0000"/>
              </a:solidFill>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latin typeface="Consolas" panose="020B0609020204030204" pitchFamily="49" charset="0"/>
              </a:rPr>
              <a:t>&gt;&gt;&gt; demo(c=1, *(2, 3))</a:t>
            </a:r>
            <a:endParaRPr lang="zh-CN" altLang="en-US" sz="1600" strike="noStrike" noProof="1">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solidFill>
                  <a:srgbClr val="00B0F0"/>
                </a:solidFill>
                <a:latin typeface="Consolas" panose="020B0609020204030204" pitchFamily="49" charset="0"/>
              </a:rPr>
              <a:t>2 3 1</a:t>
            </a:r>
            <a:endParaRPr lang="zh-CN" altLang="en-US" sz="1600" strike="noStrike" noProof="1">
              <a:solidFill>
                <a:srgbClr val="00B0F0"/>
              </a:solidFill>
              <a:latin typeface="Consolas" panose="020B0609020204030204" pitchFamily="49"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5.3.4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参数传递的序列解包</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54274" name="内容占位符 2"/>
          <p:cNvSpPr>
            <a:spLocks noGrp="1"/>
          </p:cNvSpPr>
          <p:nvPr>
            <p:ph idx="1"/>
          </p:nvPr>
        </p:nvSpPr>
        <p:spPr/>
        <p:txBody>
          <a:bodyPr wrap="square" lIns="68591" tIns="34295" rIns="68591" bIns="34295" anchor="t"/>
          <a:lstStyle/>
          <a:p>
            <a:pPr marL="0" indent="0" eaLnBrk="1" fontAlgn="base" hangingPunct="1">
              <a:buSzPct val="90000"/>
              <a:buFont typeface="Wingdings" panose="05000000000000000000" pitchFamily="2" charset="2"/>
              <a:buNone/>
            </a:pPr>
            <a:r>
              <a:rPr lang="zh-CN" altLang="en-US" sz="1600" strike="noStrike" noProof="1">
                <a:latin typeface="Consolas" panose="020B0609020204030204" pitchFamily="49" charset="0"/>
              </a:rPr>
              <a:t>&gt;&gt;&gt; demo(**{'a':1, 'b':2}, *(3,)) #序列解包不能在关键参数解包之后</a:t>
            </a:r>
            <a:endParaRPr lang="zh-CN" altLang="en-US" sz="1600" strike="noStrike" noProof="1">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solidFill>
                  <a:srgbClr val="FF0000"/>
                </a:solidFill>
                <a:latin typeface="Consolas" panose="020B0609020204030204" pitchFamily="49" charset="0"/>
              </a:rPr>
              <a:t>SyntaxError: iterable argument unpacking follows keyword argument unpacking</a:t>
            </a:r>
            <a:endParaRPr lang="zh-CN" altLang="en-US" sz="1600" strike="noStrike" noProof="1">
              <a:solidFill>
                <a:srgbClr val="FF0000"/>
              </a:solidFill>
              <a:latin typeface="Consolas" panose="020B0609020204030204" pitchFamily="49" charset="0"/>
            </a:endParaRPr>
          </a:p>
          <a:p>
            <a:pPr marL="0" indent="0" eaLnBrk="1" fontAlgn="base" hangingPunct="1">
              <a:buSzPct val="90000"/>
              <a:buFont typeface="Wingdings" panose="05000000000000000000" pitchFamily="2" charset="2"/>
              <a:buNone/>
            </a:pPr>
            <a:endParaRPr lang="zh-CN" altLang="en-US" sz="1600" strike="noStrike" noProof="1">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latin typeface="Consolas" panose="020B0609020204030204" pitchFamily="49" charset="0"/>
              </a:rPr>
              <a:t>&gt;&gt;&gt; demo(*(3,), **{'a':1, 'b':2})</a:t>
            </a:r>
            <a:endParaRPr lang="zh-CN" altLang="en-US" sz="1600" strike="noStrike" noProof="1">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solidFill>
                  <a:srgbClr val="FF0000"/>
                </a:solidFill>
                <a:latin typeface="Consolas" panose="020B0609020204030204" pitchFamily="49" charset="0"/>
              </a:rPr>
              <a:t>Traceback (most recent call last):</a:t>
            </a:r>
            <a:endParaRPr lang="zh-CN" altLang="en-US" sz="1600" strike="noStrike" noProof="1">
              <a:solidFill>
                <a:srgbClr val="FF0000"/>
              </a:solidFill>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solidFill>
                  <a:srgbClr val="FF0000"/>
                </a:solidFill>
                <a:latin typeface="Consolas" panose="020B0609020204030204" pitchFamily="49" charset="0"/>
              </a:rPr>
              <a:t>  File "&lt;pyshell#30&gt;", line 1, in &lt;module&gt;</a:t>
            </a:r>
            <a:endParaRPr lang="zh-CN" altLang="en-US" sz="1600" strike="noStrike" noProof="1">
              <a:solidFill>
                <a:srgbClr val="FF0000"/>
              </a:solidFill>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solidFill>
                  <a:srgbClr val="FF0000"/>
                </a:solidFill>
                <a:latin typeface="Consolas" panose="020B0609020204030204" pitchFamily="49" charset="0"/>
              </a:rPr>
              <a:t>    demo(*(3,), **{'a':1, 'b':2})</a:t>
            </a:r>
            <a:endParaRPr lang="zh-CN" altLang="en-US" sz="1600" strike="noStrike" noProof="1">
              <a:solidFill>
                <a:srgbClr val="FF0000"/>
              </a:solidFill>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solidFill>
                  <a:srgbClr val="FF0000"/>
                </a:solidFill>
                <a:latin typeface="Consolas" panose="020B0609020204030204" pitchFamily="49" charset="0"/>
              </a:rPr>
              <a:t>TypeError: demo() got multiple values for argument 'a'</a:t>
            </a:r>
            <a:endParaRPr lang="zh-CN" altLang="en-US" sz="1600" strike="noStrike" noProof="1">
              <a:solidFill>
                <a:srgbClr val="FF0000"/>
              </a:solidFill>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latin typeface="Consolas" panose="020B0609020204030204" pitchFamily="49" charset="0"/>
              </a:rPr>
              <a:t>&gt;&gt;&gt; demo(*(3,), **{'c':1, 'b':2})</a:t>
            </a:r>
            <a:endParaRPr lang="zh-CN" altLang="en-US" sz="1600" strike="noStrike" noProof="1">
              <a:latin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solidFill>
                  <a:srgbClr val="00B0F0"/>
                </a:solidFill>
                <a:latin typeface="Consolas" panose="020B0609020204030204" pitchFamily="49" charset="0"/>
              </a:rPr>
              <a:t>3 2 1</a:t>
            </a:r>
            <a:endParaRPr lang="zh-CN" altLang="en-US" sz="1600" strike="noStrike" noProof="1">
              <a:solidFill>
                <a:srgbClr val="00B0F0"/>
              </a:solidFill>
              <a:latin typeface="Consolas" panose="020B0609020204030204" pitchFamily="49"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4096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5.4  return</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语句</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55298" name="文本占位符 40962"/>
          <p:cNvSpPr>
            <a:spLocks noGrp="1"/>
          </p:cNvSpPr>
          <p:nvPr>
            <p:ph idx="1"/>
          </p:nvPr>
        </p:nvSpPr>
        <p:spPr/>
        <p:txBody>
          <a:bodyPr wrap="square" lIns="68591" tIns="34295" rIns="68591" bIns="34295" anchor="t"/>
          <a:lstStyle/>
          <a:p>
            <a:pPr eaLnBrk="1" hangingPunct="1">
              <a:spcBef>
                <a:spcPts val="1200"/>
              </a:spcBef>
              <a:spcAft>
                <a:spcPts val="1200"/>
              </a:spcAft>
              <a:buSzPct val="90000"/>
              <a:buFont typeface="Wingdings" panose="05000000000000000000" pitchFamily="2" charset="2"/>
              <a:buChar char="§"/>
            </a:pPr>
            <a:r>
              <a:rPr lang="zh-CN" altLang="en-US" sz="1800" dirty="0"/>
              <a:t>return语句用来从一个函数中返回一个值，同时</a:t>
            </a:r>
            <a:r>
              <a:rPr lang="zh-CN" altLang="en-US" sz="1800" dirty="0">
                <a:solidFill>
                  <a:srgbClr val="FF0000"/>
                </a:solidFill>
              </a:rPr>
              <a:t>结束函数</a:t>
            </a:r>
            <a:r>
              <a:rPr lang="zh-CN" altLang="en-US" sz="1800" dirty="0"/>
              <a:t>。</a:t>
            </a:r>
            <a:endParaRPr lang="zh-CN" altLang="en-US" sz="1800" dirty="0"/>
          </a:p>
          <a:p>
            <a:pPr eaLnBrk="1" hangingPunct="1">
              <a:lnSpc>
                <a:spcPct val="150000"/>
              </a:lnSpc>
              <a:spcBef>
                <a:spcPts val="600"/>
              </a:spcBef>
              <a:spcAft>
                <a:spcPts val="600"/>
              </a:spcAft>
              <a:buSzPct val="90000"/>
              <a:buFont typeface="Wingdings" panose="05000000000000000000" pitchFamily="2" charset="2"/>
              <a:buChar char="§"/>
            </a:pPr>
            <a:r>
              <a:rPr lang="zh-CN" altLang="en-US" sz="1800" dirty="0"/>
              <a:t>对于以下情况，</a:t>
            </a:r>
            <a:r>
              <a:rPr lang="en-US" altLang="zh-CN" sz="1800" dirty="0"/>
              <a:t>Python</a:t>
            </a:r>
            <a:r>
              <a:rPr lang="zh-CN" altLang="en-US" sz="1800" dirty="0"/>
              <a:t>将认为该函数以</a:t>
            </a:r>
            <a:r>
              <a:rPr lang="en-US" altLang="zh-CN" sz="1800" dirty="0"/>
              <a:t>return None</a:t>
            </a:r>
            <a:r>
              <a:rPr lang="zh-CN" altLang="en-US" sz="1800" dirty="0"/>
              <a:t>结束，返回空值：</a:t>
            </a:r>
            <a:endParaRPr lang="zh-CN" altLang="en-US" sz="1800" dirty="0"/>
          </a:p>
          <a:p>
            <a:pPr eaLnBrk="1" hangingPunct="1">
              <a:lnSpc>
                <a:spcPct val="150000"/>
              </a:lnSpc>
              <a:spcBef>
                <a:spcPts val="600"/>
              </a:spcBef>
              <a:spcAft>
                <a:spcPts val="600"/>
              </a:spcAft>
              <a:buSzPct val="90000"/>
              <a:buFont typeface="Wingdings" panose="05000000000000000000" pitchFamily="2" charset="2"/>
              <a:buChar char=""/>
            </a:pPr>
            <a:r>
              <a:rPr lang="zh-CN" altLang="en-US" sz="1600" dirty="0">
                <a:latin typeface="宋体" panose="02010600030101010101" pitchFamily="2" charset="-122"/>
              </a:rPr>
              <a:t>函数没有</a:t>
            </a:r>
            <a:r>
              <a:rPr lang="en-US" altLang="zh-CN" sz="1600" dirty="0">
                <a:latin typeface="宋体" panose="02010600030101010101" pitchFamily="2" charset="-122"/>
              </a:rPr>
              <a:t>return</a:t>
            </a:r>
            <a:r>
              <a:rPr lang="zh-CN" altLang="en-US" sz="1600" dirty="0">
                <a:latin typeface="宋体" panose="02010600030101010101" pitchFamily="2" charset="-122"/>
              </a:rPr>
              <a:t>语句；</a:t>
            </a:r>
            <a:endParaRPr lang="zh-CN" altLang="en-US" sz="1600" dirty="0">
              <a:latin typeface="宋体" panose="02010600030101010101" pitchFamily="2" charset="-122"/>
            </a:endParaRPr>
          </a:p>
          <a:p>
            <a:pPr eaLnBrk="1" hangingPunct="1">
              <a:lnSpc>
                <a:spcPct val="150000"/>
              </a:lnSpc>
              <a:spcBef>
                <a:spcPts val="600"/>
              </a:spcBef>
              <a:spcAft>
                <a:spcPts val="600"/>
              </a:spcAft>
              <a:buSzPct val="90000"/>
              <a:buFont typeface="Wingdings" panose="05000000000000000000" pitchFamily="2" charset="2"/>
              <a:buChar char=""/>
            </a:pPr>
            <a:r>
              <a:rPr lang="zh-CN" altLang="en-US" sz="1600" dirty="0">
                <a:latin typeface="宋体" panose="02010600030101010101" pitchFamily="2" charset="-122"/>
              </a:rPr>
              <a:t>函数有</a:t>
            </a:r>
            <a:r>
              <a:rPr lang="en-US" altLang="zh-CN" sz="1600" dirty="0">
                <a:latin typeface="宋体" panose="02010600030101010101" pitchFamily="2" charset="-122"/>
              </a:rPr>
              <a:t>return</a:t>
            </a:r>
            <a:r>
              <a:rPr lang="zh-CN" altLang="en-US" sz="1600" dirty="0">
                <a:latin typeface="宋体" panose="02010600030101010101" pitchFamily="2" charset="-122"/>
              </a:rPr>
              <a:t>语句但是没有执行到；</a:t>
            </a:r>
            <a:endParaRPr lang="zh-CN" altLang="en-US" sz="1600" dirty="0">
              <a:latin typeface="宋体" panose="02010600030101010101" pitchFamily="2" charset="-122"/>
            </a:endParaRPr>
          </a:p>
          <a:p>
            <a:pPr eaLnBrk="1" hangingPunct="1">
              <a:lnSpc>
                <a:spcPct val="150000"/>
              </a:lnSpc>
              <a:spcBef>
                <a:spcPts val="600"/>
              </a:spcBef>
              <a:spcAft>
                <a:spcPts val="600"/>
              </a:spcAft>
              <a:buSzPct val="90000"/>
              <a:buFont typeface="Wingdings" panose="05000000000000000000" pitchFamily="2" charset="2"/>
              <a:buChar char=""/>
            </a:pPr>
            <a:r>
              <a:rPr lang="zh-CN" altLang="en-US" sz="1600" dirty="0">
                <a:latin typeface="宋体" panose="02010600030101010101" pitchFamily="2" charset="-122"/>
              </a:rPr>
              <a:t>函数有</a:t>
            </a:r>
            <a:r>
              <a:rPr lang="en-US" altLang="zh-CN" sz="1600" dirty="0">
                <a:latin typeface="宋体" panose="02010600030101010101" pitchFamily="2" charset="-122"/>
              </a:rPr>
              <a:t>return</a:t>
            </a:r>
            <a:r>
              <a:rPr lang="zh-CN" altLang="en-US" sz="1600" dirty="0">
                <a:latin typeface="宋体" panose="02010600030101010101" pitchFamily="2" charset="-122"/>
              </a:rPr>
              <a:t>也执行到了，但是没有返回任何值。</a:t>
            </a:r>
            <a:endParaRPr lang="zh-CN" altLang="en-US" sz="1600" dirty="0">
              <a:latin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5.4  return</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语句</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3" name="内容占位符 2"/>
          <p:cNvSpPr>
            <a:spLocks noGrp="1"/>
          </p:cNvSpPr>
          <p:nvPr>
            <p:ph idx="1"/>
          </p:nvPr>
        </p:nvSpPr>
        <p:spPr/>
        <p:txBody>
          <a:bodyPr vert="horz" wrap="square" lIns="68591" tIns="34295" rIns="68591" bIns="34295" numCol="1" anchor="t" anchorCtr="0" compatLnSpc="1"/>
          <a:lstStyle/>
          <a:p>
            <a:pPr marL="342900" marR="0" lvl="0" indent="-342900" algn="l" defTabSz="914400" rtl="0" eaLnBrk="1" fontAlgn="base" latinLnBrk="0" hangingPunct="1">
              <a:lnSpc>
                <a:spcPct val="150000"/>
              </a:lnSpc>
              <a:spcBef>
                <a:spcPts val="0"/>
              </a:spcBef>
              <a:spcAft>
                <a:spcPct val="0"/>
              </a:spcAft>
              <a:buClrTx/>
              <a:buSzTx/>
              <a:buFontTx/>
              <a:buChar char="•"/>
              <a:defRPr/>
            </a:pPr>
            <a:r>
              <a:rPr kumimoji="0" lang="zh-CN" altLang="en-US" sz="1800" b="0" i="0" u="none" strike="noStrike" kern="1200" cap="none" spc="0" normalizeH="0" baseline="0" noProof="1">
                <a:ln>
                  <a:noFill/>
                </a:ln>
                <a:solidFill>
                  <a:schemeClr val="tx1"/>
                </a:solidFill>
                <a:effectLst/>
                <a:uLnTx/>
                <a:uFillTx/>
                <a:latin typeface="+mn-lt"/>
                <a:ea typeface="+mn-ea"/>
                <a:cs typeface="+mn-cs"/>
                <a:sym typeface="+mn-ea"/>
              </a:rPr>
              <a:t>在调用函数或对象方法时，</a:t>
            </a:r>
            <a:r>
              <a:rPr kumimoji="0" lang="zh-CN" altLang="en-US" sz="1800" b="0" i="0" u="none" strike="noStrike" kern="1200" cap="none" spc="0" normalizeH="0" baseline="0" noProof="1">
                <a:ln>
                  <a:noFill/>
                </a:ln>
                <a:solidFill>
                  <a:srgbClr val="FF0000"/>
                </a:solidFill>
                <a:effectLst/>
                <a:uLnTx/>
                <a:uFillTx/>
                <a:latin typeface="+mn-lt"/>
                <a:ea typeface="+mn-ea"/>
                <a:cs typeface="+mn-cs"/>
                <a:sym typeface="+mn-ea"/>
              </a:rPr>
              <a:t>一定要注意有没有返回值</a:t>
            </a:r>
            <a:r>
              <a:rPr kumimoji="0" lang="zh-CN" altLang="en-US" sz="1800" b="0" i="0" u="none" strike="noStrike" kern="1200" cap="none" spc="0" normalizeH="0" baseline="0" noProof="1">
                <a:ln>
                  <a:noFill/>
                </a:ln>
                <a:solidFill>
                  <a:schemeClr val="tx1"/>
                </a:solidFill>
                <a:effectLst/>
                <a:uLnTx/>
                <a:uFillTx/>
                <a:latin typeface="+mn-lt"/>
                <a:ea typeface="+mn-ea"/>
                <a:cs typeface="+mn-cs"/>
                <a:sym typeface="+mn-ea"/>
              </a:rPr>
              <a:t>。</a:t>
            </a:r>
            <a:endParaRPr kumimoji="0" lang="zh-CN" altLang="en-US" sz="1800" b="0" i="0" u="none" strike="noStrike" kern="1200" cap="none" spc="0" normalizeH="0" baseline="0" noProof="1">
              <a:ln>
                <a:noFill/>
              </a:ln>
              <a:solidFill>
                <a:schemeClr val="tx1"/>
              </a:solidFill>
              <a:effectLst/>
              <a:uLnTx/>
              <a:uFillTx/>
              <a:latin typeface="+mn-lt"/>
              <a:ea typeface="+mn-ea"/>
              <a:cs typeface="+mn-cs"/>
              <a:sym typeface="+mn-ea"/>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a_list = [1, 2, 3, 4, 9, 5, 7]</a:t>
            </a:r>
            <a:endPar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print(sorted(a_list))</a:t>
            </a:r>
            <a:endPar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rPr>
              <a:t>[1, 2, 3, 4, 5, 7, 9]</a:t>
            </a:r>
            <a:endParaRPr kumimoji="0" lang="zh-CN" altLang="en-US"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print(a_list)</a:t>
            </a:r>
            <a:endPar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rPr>
              <a:t>[1, 2, 3, 4, 9, 5, 7]</a:t>
            </a:r>
            <a:endParaRPr kumimoji="0" lang="zh-CN" altLang="en-US"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print(a_list.sort())</a:t>
            </a:r>
            <a:endPar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rPr>
              <a:t>None</a:t>
            </a:r>
            <a:endParaRPr kumimoji="0" lang="zh-CN" altLang="en-US"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print(a_list)</a:t>
            </a:r>
            <a:endPar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rPr>
              <a:t>[1, 2, 3, 4, 5, 7, 9]</a:t>
            </a:r>
            <a:endParaRPr kumimoji="0" lang="zh-CN" altLang="en-US"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41985"/>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5.5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变量作用域</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57346" name="文本占位符 41986"/>
          <p:cNvSpPr>
            <a:spLocks noGrp="1"/>
          </p:cNvSpPr>
          <p:nvPr>
            <p:ph idx="1"/>
          </p:nvPr>
        </p:nvSpPr>
        <p:spPr/>
        <p:txBody>
          <a:bodyPr wrap="square" lIns="68591" tIns="34295" rIns="68591" bIns="34295" anchor="t"/>
          <a:lstStyle/>
          <a:p>
            <a:pPr eaLnBrk="1" hangingPunct="1">
              <a:lnSpc>
                <a:spcPct val="150000"/>
              </a:lnSpc>
              <a:spcBef>
                <a:spcPct val="0"/>
              </a:spcBef>
              <a:buSzPct val="90000"/>
              <a:buFont typeface="Wingdings" panose="05000000000000000000" pitchFamily="2" charset="2"/>
              <a:buChar char="§"/>
            </a:pPr>
            <a:r>
              <a:rPr lang="zh-CN" altLang="en-US" sz="1800" dirty="0">
                <a:solidFill>
                  <a:srgbClr val="FF0000"/>
                </a:solidFill>
              </a:rPr>
              <a:t>变量起作用的代码范围</a:t>
            </a:r>
            <a:r>
              <a:rPr lang="zh-CN" altLang="en-US" sz="1800" dirty="0"/>
              <a:t>称为变量的作用域，不同作用域内变量名可以相同，互不影响。</a:t>
            </a:r>
            <a:endParaRPr lang="zh-CN" altLang="en-US" sz="1800" dirty="0"/>
          </a:p>
          <a:p>
            <a:pPr eaLnBrk="1" hangingPunct="1">
              <a:lnSpc>
                <a:spcPct val="150000"/>
              </a:lnSpc>
              <a:spcBef>
                <a:spcPct val="0"/>
              </a:spcBef>
              <a:buSzPct val="90000"/>
              <a:buFont typeface="Wingdings" panose="05000000000000000000" pitchFamily="2" charset="2"/>
              <a:buChar char="§"/>
            </a:pPr>
            <a:r>
              <a:rPr lang="zh-CN" altLang="en-US" sz="1800" dirty="0"/>
              <a:t>在函数内部定义的普通变量只在函数内部起作用，称为局部变量。</a:t>
            </a:r>
            <a:r>
              <a:rPr lang="zh-CN" altLang="en-US" sz="1800" dirty="0">
                <a:solidFill>
                  <a:srgbClr val="FF0000"/>
                </a:solidFill>
              </a:rPr>
              <a:t>当函数执行结束后，局部变量自动删除</a:t>
            </a:r>
            <a:r>
              <a:rPr lang="zh-CN" altLang="en-US" sz="1800" dirty="0"/>
              <a:t>，不再可以使用。</a:t>
            </a:r>
            <a:endParaRPr lang="zh-CN" altLang="en-US" sz="1800" dirty="0"/>
          </a:p>
          <a:p>
            <a:pPr eaLnBrk="1" hangingPunct="1">
              <a:lnSpc>
                <a:spcPct val="150000"/>
              </a:lnSpc>
              <a:spcBef>
                <a:spcPct val="0"/>
              </a:spcBef>
              <a:buSzPct val="90000"/>
              <a:buFont typeface="Wingdings" panose="05000000000000000000" pitchFamily="2" charset="2"/>
              <a:buChar char="§"/>
            </a:pPr>
            <a:r>
              <a:rPr lang="zh-CN" altLang="en-US" sz="1800" dirty="0">
                <a:solidFill>
                  <a:srgbClr val="FF0000"/>
                </a:solidFill>
              </a:rPr>
              <a:t>局部变量的引用比全局变量速度快</a:t>
            </a:r>
            <a:r>
              <a:rPr lang="zh-CN" altLang="en-US" sz="1800" dirty="0"/>
              <a:t>。</a:t>
            </a:r>
            <a:endParaRPr lang="zh-CN" altLang="en-US" sz="1800" dirty="0"/>
          </a:p>
          <a:p>
            <a:pPr eaLnBrk="1" hangingPunct="1">
              <a:lnSpc>
                <a:spcPct val="150000"/>
              </a:lnSpc>
              <a:spcBef>
                <a:spcPct val="0"/>
              </a:spcBef>
              <a:buSzPct val="90000"/>
              <a:buFont typeface="Wingdings" panose="05000000000000000000" pitchFamily="2" charset="2"/>
              <a:buChar char="§"/>
            </a:pPr>
            <a:r>
              <a:rPr lang="zh-CN" altLang="en-US" sz="1800" dirty="0"/>
              <a:t>全局变量会增加函数之间的隐式耦合。</a:t>
            </a:r>
            <a:endParaRPr lang="zh-CN" alt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标题 44033"/>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5.5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变量作用域</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58370" name="文本占位符 44034"/>
          <p:cNvSpPr>
            <a:spLocks noGrp="1"/>
          </p:cNvSpPr>
          <p:nvPr>
            <p:ph idx="1"/>
          </p:nvPr>
        </p:nvSpPr>
        <p:spPr/>
        <p:txBody>
          <a:bodyPr wrap="square" lIns="68591" tIns="34295" rIns="68591" bIns="34295" anchor="t"/>
          <a:lstStyle/>
          <a:p>
            <a:pPr eaLnBrk="1" hangingPunct="1">
              <a:buSzPct val="90000"/>
              <a:buFont typeface="Wingdings" panose="05000000000000000000" pitchFamily="2" charset="2"/>
              <a:buChar char="n"/>
            </a:pPr>
            <a:r>
              <a:rPr lang="zh-CN" altLang="en-US" sz="1800" dirty="0"/>
              <a:t>全局变量可以通过关键字</a:t>
            </a:r>
            <a:r>
              <a:rPr lang="en-US" altLang="zh-CN" sz="1800" dirty="0"/>
              <a:t>global</a:t>
            </a:r>
            <a:r>
              <a:rPr lang="zh-CN" altLang="en-US" sz="1800" dirty="0"/>
              <a:t>来定义。这分为两种情况：</a:t>
            </a:r>
            <a:endParaRPr lang="zh-CN" altLang="en-US" sz="1800" dirty="0"/>
          </a:p>
          <a:p>
            <a:pPr eaLnBrk="1" hangingPunct="1">
              <a:spcBef>
                <a:spcPts val="1200"/>
              </a:spcBef>
              <a:spcAft>
                <a:spcPts val="1200"/>
              </a:spcAft>
              <a:buSzPct val="90000"/>
              <a:buFont typeface="Wingdings" panose="05000000000000000000" pitchFamily="2" charset="2"/>
              <a:buChar char="ü"/>
            </a:pPr>
            <a:r>
              <a:rPr lang="zh-CN" altLang="en-US" sz="1600" dirty="0"/>
              <a:t>一个变量</a:t>
            </a:r>
            <a:r>
              <a:rPr lang="zh-CN" altLang="en-US" sz="1600" dirty="0">
                <a:solidFill>
                  <a:srgbClr val="FF0000"/>
                </a:solidFill>
              </a:rPr>
              <a:t>已在函数外定义</a:t>
            </a:r>
            <a:r>
              <a:rPr lang="zh-CN" altLang="en-US" sz="1600" dirty="0"/>
              <a:t>，如果在函数内需要为这个变量赋值，并要将这个赋值结果反映到函数外，可以在函数内使用</a:t>
            </a:r>
            <a:r>
              <a:rPr lang="en-US" altLang="zh-CN" sz="1600" dirty="0"/>
              <a:t>global</a:t>
            </a:r>
            <a:r>
              <a:rPr lang="zh-CN" altLang="en-US" sz="1600" dirty="0"/>
              <a:t>将其</a:t>
            </a:r>
            <a:r>
              <a:rPr lang="zh-CN" altLang="en-US" sz="1600" dirty="0">
                <a:solidFill>
                  <a:srgbClr val="FF0000"/>
                </a:solidFill>
              </a:rPr>
              <a:t>声明</a:t>
            </a:r>
            <a:r>
              <a:rPr lang="zh-CN" altLang="en-US" sz="1600" dirty="0"/>
              <a:t>为全局变量。</a:t>
            </a:r>
            <a:endParaRPr lang="zh-CN" altLang="en-US" sz="1600" dirty="0"/>
          </a:p>
          <a:p>
            <a:pPr eaLnBrk="1" hangingPunct="1">
              <a:spcBef>
                <a:spcPts val="1200"/>
              </a:spcBef>
              <a:spcAft>
                <a:spcPts val="1200"/>
              </a:spcAft>
              <a:buSzPct val="90000"/>
              <a:buFont typeface="Wingdings" panose="05000000000000000000" pitchFamily="2" charset="2"/>
              <a:buChar char="ü"/>
            </a:pPr>
            <a:r>
              <a:rPr lang="zh-CN" altLang="en-US" sz="1600" dirty="0"/>
              <a:t>如果一个变量</a:t>
            </a:r>
            <a:r>
              <a:rPr lang="zh-CN" altLang="en-US" sz="1600" dirty="0">
                <a:solidFill>
                  <a:srgbClr val="FF0000"/>
                </a:solidFill>
              </a:rPr>
              <a:t>在函数外没有定义</a:t>
            </a:r>
            <a:r>
              <a:rPr lang="zh-CN" altLang="en-US" sz="1600" dirty="0"/>
              <a:t>，</a:t>
            </a:r>
            <a:r>
              <a:rPr lang="zh-CN" altLang="en-US" sz="1600" dirty="0">
                <a:solidFill>
                  <a:srgbClr val="FF0000"/>
                </a:solidFill>
              </a:rPr>
              <a:t>在函数内部也可以直接将一个变量定义为全局变量</a:t>
            </a:r>
            <a:r>
              <a:rPr lang="zh-CN" altLang="en-US" sz="1600" dirty="0"/>
              <a:t>，该函数执行后，将增加一个新的全局变量。</a:t>
            </a:r>
            <a:endParaRPr lang="zh-CN" alt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5.5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变量作用域</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3" name="内容占位符 2"/>
          <p:cNvSpPr>
            <a:spLocks noGrp="1"/>
          </p:cNvSpPr>
          <p:nvPr>
            <p:ph idx="1"/>
          </p:nvPr>
        </p:nvSpPr>
        <p:spPr/>
        <p:txBody>
          <a:bodyPr vert="horz" wrap="square" lIns="68591" tIns="34295" rIns="68591" bIns="34295"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charset="0"/>
              <a:buChar char="n"/>
              <a:defRPr/>
            </a:pPr>
            <a:r>
              <a:rPr kumimoji="0" lang="zh-CN" altLang="en-US" sz="1800" b="0" i="0" u="none" strike="noStrike" kern="1200" cap="none" spc="0" normalizeH="0" baseline="0" noProof="1">
                <a:ln>
                  <a:noFill/>
                </a:ln>
                <a:solidFill>
                  <a:schemeClr val="tx1"/>
                </a:solidFill>
                <a:effectLst/>
                <a:uLnTx/>
                <a:uFillTx/>
                <a:latin typeface="+mn-lt"/>
                <a:ea typeface="+mn-ea"/>
                <a:cs typeface="+mn-cs"/>
                <a:sym typeface="+mn-ea"/>
              </a:rPr>
              <a:t>也可以这么理解：</a:t>
            </a:r>
            <a:endParaRPr kumimoji="0" lang="zh-CN" altLang="en-US" sz="1800" b="0" i="0" u="none" strike="noStrike" kern="1200" cap="none" spc="0" normalizeH="0" baseline="0" noProof="1">
              <a:ln>
                <a:noFill/>
              </a:ln>
              <a:solidFill>
                <a:schemeClr val="tx1"/>
              </a:solidFill>
              <a:effectLst/>
              <a:uLnTx/>
              <a:uFillTx/>
              <a:latin typeface="+mn-lt"/>
              <a:ea typeface="+mn-ea"/>
              <a:cs typeface="+mn-cs"/>
              <a:sym typeface="+mn-ea"/>
            </a:endParaRPr>
          </a:p>
          <a:p>
            <a:pPr marL="342900" marR="0" lvl="0" indent="-342900" algn="l" defTabSz="914400" rtl="0" eaLnBrk="1" fontAlgn="base" latinLnBrk="0" hangingPunct="1">
              <a:lnSpc>
                <a:spcPct val="150000"/>
              </a:lnSpc>
              <a:spcBef>
                <a:spcPts val="1200"/>
              </a:spcBef>
              <a:spcAft>
                <a:spcPts val="1200"/>
              </a:spcAft>
              <a:buClrTx/>
              <a:buSzTx/>
              <a:buFont typeface="Wingdings" panose="05000000000000000000" charset="0"/>
              <a:buChar char="ü"/>
              <a:defRPr/>
            </a:pPr>
            <a:r>
              <a:rPr kumimoji="0" lang="zh-CN" altLang="en-US" sz="1600" b="0" i="0" u="none" strike="noStrike" kern="1200" cap="none" spc="0" normalizeH="0" baseline="0" noProof="1">
                <a:ln>
                  <a:noFill/>
                </a:ln>
                <a:solidFill>
                  <a:schemeClr val="tx1"/>
                </a:solidFill>
                <a:effectLst/>
                <a:uLnTx/>
                <a:uFillTx/>
                <a:latin typeface="+mn-lt"/>
                <a:ea typeface="+mn-ea"/>
                <a:cs typeface="+mn-cs"/>
                <a:sym typeface="+mn-ea"/>
              </a:rPr>
              <a:t>在函数内只引用某个变量的值而没有为其赋新值，如果这样的操作可以执行，那么该变量为（隐式的）全局变量；</a:t>
            </a:r>
            <a:endParaRPr kumimoji="0" lang="zh-CN" altLang="en-US" sz="1600" b="0" i="0" u="none" strike="noStrike" kern="1200" cap="none" spc="0" normalizeH="0" baseline="0" noProof="1">
              <a:ln>
                <a:noFill/>
              </a:ln>
              <a:solidFill>
                <a:schemeClr val="tx1"/>
              </a:solidFill>
              <a:effectLst/>
              <a:uLnTx/>
              <a:uFillTx/>
              <a:latin typeface="+mn-lt"/>
              <a:ea typeface="+mn-ea"/>
              <a:cs typeface="+mn-cs"/>
              <a:sym typeface="+mn-ea"/>
            </a:endParaRPr>
          </a:p>
          <a:p>
            <a:pPr marL="342900" marR="0" lvl="0" indent="-342900" algn="l" defTabSz="914400" rtl="0" eaLnBrk="1" fontAlgn="base" latinLnBrk="0" hangingPunct="1">
              <a:lnSpc>
                <a:spcPct val="150000"/>
              </a:lnSpc>
              <a:spcBef>
                <a:spcPts val="1200"/>
              </a:spcBef>
              <a:spcAft>
                <a:spcPts val="1200"/>
              </a:spcAft>
              <a:buClrTx/>
              <a:buSzTx/>
              <a:buFont typeface="Wingdings" panose="05000000000000000000" charset="0"/>
              <a:buChar char="ü"/>
              <a:defRPr/>
            </a:pPr>
            <a:r>
              <a:rPr kumimoji="0" lang="zh-CN" altLang="en-US" sz="1600" b="0" i="0" u="none" strike="noStrike" kern="1200" cap="none" spc="0" normalizeH="0" baseline="0" noProof="1">
                <a:ln>
                  <a:noFill/>
                </a:ln>
                <a:solidFill>
                  <a:schemeClr val="tx1"/>
                </a:solidFill>
                <a:effectLst/>
                <a:uLnTx/>
                <a:uFillTx/>
                <a:latin typeface="+mn-lt"/>
                <a:ea typeface="+mn-ea"/>
                <a:cs typeface="+mn-cs"/>
                <a:sym typeface="+mn-ea"/>
              </a:rPr>
              <a:t>如果在函数内</a:t>
            </a:r>
            <a:r>
              <a:rPr kumimoji="0" lang="zh-CN" altLang="en-US" sz="1600" b="0" i="0" u="none" strike="noStrike" kern="1200" cap="none" spc="0" normalizeH="0" baseline="0" noProof="1">
                <a:ln>
                  <a:noFill/>
                </a:ln>
                <a:solidFill>
                  <a:srgbClr val="FF0000"/>
                </a:solidFill>
                <a:effectLst/>
                <a:uLnTx/>
                <a:uFillTx/>
                <a:latin typeface="+mn-lt"/>
                <a:ea typeface="+mn-ea"/>
                <a:cs typeface="+mn-cs"/>
                <a:sym typeface="+mn-ea"/>
              </a:rPr>
              <a:t>任意位置</a:t>
            </a:r>
            <a:r>
              <a:rPr kumimoji="0" lang="zh-CN" altLang="en-US" sz="1600" b="0" i="0" u="none" strike="noStrike" kern="1200" cap="none" spc="0" normalizeH="0" baseline="0" noProof="1">
                <a:ln>
                  <a:noFill/>
                </a:ln>
                <a:solidFill>
                  <a:schemeClr val="tx1"/>
                </a:solidFill>
                <a:effectLst/>
                <a:uLnTx/>
                <a:uFillTx/>
                <a:latin typeface="+mn-lt"/>
                <a:ea typeface="+mn-ea"/>
                <a:cs typeface="+mn-cs"/>
                <a:sym typeface="+mn-ea"/>
              </a:rPr>
              <a:t>有为变量赋新值的操作，该变量即被认为是（隐式的）局部变量，</a:t>
            </a:r>
            <a:r>
              <a:rPr kumimoji="0" lang="zh-CN" altLang="en-US" sz="1600" b="0" i="0" u="none" strike="noStrike" kern="1200" cap="none" spc="0" normalizeH="0" baseline="0" noProof="1">
                <a:ln>
                  <a:noFill/>
                </a:ln>
                <a:solidFill>
                  <a:srgbClr val="FF0000"/>
                </a:solidFill>
                <a:effectLst/>
                <a:uLnTx/>
                <a:uFillTx/>
                <a:latin typeface="+mn-lt"/>
                <a:ea typeface="+mn-ea"/>
                <a:cs typeface="+mn-cs"/>
                <a:sym typeface="+mn-ea"/>
              </a:rPr>
              <a:t>除非</a:t>
            </a:r>
            <a:r>
              <a:rPr kumimoji="0" lang="zh-CN" altLang="en-US" sz="1600" b="0" i="0" u="none" strike="noStrike" kern="1200" cap="none" spc="0" normalizeH="0" baseline="0" noProof="1">
                <a:ln>
                  <a:noFill/>
                </a:ln>
                <a:solidFill>
                  <a:schemeClr val="tx1"/>
                </a:solidFill>
                <a:effectLst/>
                <a:uLnTx/>
                <a:uFillTx/>
                <a:latin typeface="+mn-lt"/>
                <a:ea typeface="+mn-ea"/>
                <a:cs typeface="+mn-cs"/>
                <a:sym typeface="+mn-ea"/>
              </a:rPr>
              <a:t>在函数内显式地用关键字global进行声明。</a:t>
            </a:r>
            <a:endParaRPr kumimoji="0" lang="zh-CN" altLang="en-US" sz="1500" b="0" i="0" u="none" strike="noStrike" kern="1200" cap="none" spc="0" normalizeH="0" baseline="0" noProof="1">
              <a:ln>
                <a:noFill/>
              </a:ln>
              <a:solidFill>
                <a:schemeClr val="tx1"/>
              </a:solidFill>
              <a:effectLst/>
              <a:uLnTx/>
              <a:uFillTx/>
              <a:latin typeface="+mn-lt"/>
              <a:ea typeface="+mn-ea"/>
              <a:cs typeface="+mn-cs"/>
              <a:sym typeface="+mn-ea"/>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标题 45057"/>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5.5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变量作用域</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60418" name="文本占位符 45058"/>
          <p:cNvSpPr>
            <a:spLocks noGrp="1"/>
          </p:cNvSpPr>
          <p:nvPr>
            <p:ph idx="1"/>
          </p:nvPr>
        </p:nvSpPr>
        <p:spPr/>
        <p:txBody>
          <a:bodyPr wrap="square" lIns="68591" tIns="34295" rIns="68591" bIns="34295" anchor="t"/>
          <a:lstStyle/>
          <a:p>
            <a:pPr eaLnBrk="1" latinLnBrk="0"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&gt;&gt;&gt; def demo():</a:t>
            </a:r>
            <a:endParaRPr lang="en-US" altLang="zh-CN" sz="1800" strike="noStrike" noProof="1">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    global x</a:t>
            </a:r>
            <a:endParaRPr lang="en-US" altLang="zh-CN" sz="1800" strike="noStrike" noProof="1">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    x = 3</a:t>
            </a:r>
            <a:endParaRPr lang="en-US" altLang="zh-CN" sz="1800" strike="noStrike" noProof="1">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    y = 4</a:t>
            </a:r>
            <a:endParaRPr lang="en-US" altLang="zh-CN" sz="1800" strike="noStrike" noProof="1">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    print(x,y)</a:t>
            </a:r>
            <a:endParaRPr lang="en-US" altLang="zh-CN" sz="1800" strike="noStrike" noProof="1">
              <a:latin typeface="Consolas" panose="020B0609020204030204" pitchFamily="49" charset="0"/>
            </a:endParaRPr>
          </a:p>
          <a:p>
            <a:pPr eaLnBrk="1" latinLnBrk="0" hangingPunct="1">
              <a:spcBef>
                <a:spcPct val="0"/>
              </a:spcBef>
              <a:buSzPct val="90000"/>
              <a:buFont typeface="Wingdings" panose="05000000000000000000" pitchFamily="2" charset="2"/>
              <a:buNone/>
            </a:pPr>
            <a:endParaRPr lang="en-US" altLang="zh-CN" sz="1800" strike="noStrike" noProof="1">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&gt;&gt;&gt; x = 5</a:t>
            </a:r>
            <a:endParaRPr lang="en-US" altLang="zh-CN" sz="1800" strike="noStrike" noProof="1">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&gt;&gt;&gt; demo()</a:t>
            </a:r>
            <a:endParaRPr lang="en-US" altLang="zh-CN" sz="1800" strike="noStrike" noProof="1">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en-US" altLang="zh-CN" sz="1800" strike="noStrike" noProof="1">
                <a:solidFill>
                  <a:srgbClr val="00B0F0"/>
                </a:solidFill>
                <a:latin typeface="Consolas" panose="020B0609020204030204" pitchFamily="49" charset="0"/>
              </a:rPr>
              <a:t>3  4</a:t>
            </a:r>
            <a:endParaRPr lang="en-US" altLang="zh-CN" sz="1800" strike="noStrike" noProof="1">
              <a:solidFill>
                <a:srgbClr val="00B0F0"/>
              </a:solidFill>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&gt;&gt;&gt; x</a:t>
            </a:r>
            <a:endParaRPr lang="en-US" altLang="zh-CN" sz="1800" strike="noStrike" noProof="1">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en-US" altLang="zh-CN" sz="1800" strike="noStrike" noProof="1">
                <a:solidFill>
                  <a:srgbClr val="00B0F0"/>
                </a:solidFill>
                <a:latin typeface="Consolas" panose="020B0609020204030204" pitchFamily="49" charset="0"/>
              </a:rPr>
              <a:t>3</a:t>
            </a:r>
            <a:endParaRPr lang="en-US" altLang="zh-CN" sz="1800" strike="noStrike" noProof="1">
              <a:solidFill>
                <a:srgbClr val="00B0F0"/>
              </a:solidFill>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&gt;&gt;&gt; y</a:t>
            </a:r>
            <a:endParaRPr lang="zh-CN" altLang="en-US" sz="1800" strike="noStrike" noProof="1">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en-US" altLang="zh-CN" sz="1800" strike="noStrike" noProof="1">
                <a:solidFill>
                  <a:srgbClr val="FF0000"/>
                </a:solidFill>
                <a:latin typeface="Consolas" panose="020B0609020204030204" pitchFamily="49" charset="0"/>
              </a:rPr>
              <a:t>NameError: name 'y' is not defined</a:t>
            </a:r>
            <a:endParaRPr lang="en-US" altLang="zh-CN" sz="1800" strike="noStrike" noProof="1">
              <a:solidFill>
                <a:srgbClr val="FF0000"/>
              </a:solidFill>
              <a:latin typeface="Consolas" panose="020B0609020204030204" pitchFamily="49"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5.5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变量作用域</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61442" name="内容占位符 2"/>
          <p:cNvSpPr>
            <a:spLocks noGrp="1"/>
          </p:cNvSpPr>
          <p:nvPr>
            <p:ph idx="1"/>
          </p:nvPr>
        </p:nvSpPr>
        <p:spPr/>
        <p:txBody>
          <a:bodyPr wrap="square" lIns="68591" tIns="34295" rIns="68591" bIns="34295" anchor="t"/>
          <a:lstStyle/>
          <a:p>
            <a:pPr eaLnBrk="1" fontAlgn="base"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&gt;&gt;&gt; del x</a:t>
            </a:r>
            <a:endParaRPr lang="en-US" altLang="zh-CN"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&gt;&gt;&gt; x</a:t>
            </a:r>
            <a:endParaRPr lang="zh-CN" altLang="en-US"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solidFill>
                  <a:srgbClr val="FF0000"/>
                </a:solidFill>
                <a:latin typeface="Consolas" panose="020B0609020204030204" pitchFamily="49" charset="0"/>
              </a:rPr>
              <a:t>NameError: name 'x' is not defined</a:t>
            </a:r>
            <a:endParaRPr lang="en-US" altLang="zh-CN" sz="1800" strike="noStrike" noProof="1">
              <a:solidFill>
                <a:srgbClr val="FF0000"/>
              </a:solidFill>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&gt;&gt;&gt; demo()</a:t>
            </a:r>
            <a:endParaRPr lang="en-US" altLang="zh-CN"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solidFill>
                  <a:srgbClr val="00B0F0"/>
                </a:solidFill>
                <a:latin typeface="Consolas" panose="020B0609020204030204" pitchFamily="49" charset="0"/>
              </a:rPr>
              <a:t>3  4</a:t>
            </a:r>
            <a:endParaRPr lang="en-US" altLang="zh-CN" sz="1800" strike="noStrike" noProof="1">
              <a:solidFill>
                <a:srgbClr val="00B0F0"/>
              </a:solidFill>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&gt;&gt;&gt; x</a:t>
            </a:r>
            <a:endParaRPr lang="en-US" altLang="zh-CN"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solidFill>
                  <a:srgbClr val="00B0F0"/>
                </a:solidFill>
                <a:latin typeface="Consolas" panose="020B0609020204030204" pitchFamily="49" charset="0"/>
              </a:rPr>
              <a:t>3</a:t>
            </a:r>
            <a:endParaRPr lang="en-US" altLang="zh-CN" sz="1800" strike="noStrike" noProof="1">
              <a:solidFill>
                <a:srgbClr val="00B0F0"/>
              </a:solidFill>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&gt;&gt;&gt; y</a:t>
            </a:r>
            <a:endParaRPr lang="zh-CN" altLang="en-US"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solidFill>
                  <a:srgbClr val="FF0000"/>
                </a:solidFill>
                <a:latin typeface="Consolas" panose="020B0609020204030204" pitchFamily="49" charset="0"/>
              </a:rPr>
              <a:t>NameError: name 'y' is not defined</a:t>
            </a:r>
            <a:endParaRPr lang="en-US" altLang="zh-CN" sz="1800" strike="noStrike" noProof="1">
              <a:solidFill>
                <a:srgbClr val="FF0000"/>
              </a:solidFill>
              <a:latin typeface="Consolas" panose="020B0609020204030204" pitchFamily="49"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605" y="1200150"/>
            <a:ext cx="8065135" cy="3395980"/>
          </a:xfrm>
        </p:spPr>
        <p:txBody>
          <a:bodyPr vert="horz" wrap="square" lIns="68591" tIns="34295" rIns="68591" bIns="34295" numCol="1" anchor="t" anchorCtr="0" compatLnSpc="1"/>
          <a:lstStyle/>
          <a:p>
            <a:pPr marL="342900" marR="0" lvl="0" indent="-342900" algn="l" defTabSz="914400" rtl="0" eaLnBrk="1" latinLnBrk="0" hangingPunct="1">
              <a:lnSpc>
                <a:spcPct val="100000"/>
              </a:lnSpc>
              <a:spcBef>
                <a:spcPts val="0"/>
              </a:spcBef>
              <a:spcAft>
                <a:spcPct val="0"/>
              </a:spcAft>
              <a:buClrTx/>
              <a:buSzTx/>
              <a:buFontTx/>
              <a:buChar char="•"/>
              <a:defRPr/>
            </a:pPr>
            <a:r>
              <a:rPr kumimoji="0" lang="zh-CN" altLang="en-US" sz="1800" b="0" i="0" u="none" strike="noStrike" kern="1200" cap="none" spc="0" normalizeH="0" baseline="0" noProof="1">
                <a:ln>
                  <a:noFill/>
                </a:ln>
                <a:solidFill>
                  <a:schemeClr val="tx1"/>
                </a:solidFill>
                <a:effectLst/>
                <a:uLnTx/>
                <a:uFillTx/>
                <a:latin typeface="+mn-lt"/>
                <a:ea typeface="+mn-ea"/>
                <a:cs typeface="+mn-cs"/>
              </a:rPr>
              <a:t>注意：在某个作用域内</a:t>
            </a:r>
            <a:r>
              <a:rPr kumimoji="0" lang="zh-CN" altLang="en-US" sz="1800" b="0" i="0" u="none" strike="noStrike" kern="1200" cap="none" spc="0" normalizeH="0" baseline="0" noProof="1">
                <a:ln>
                  <a:noFill/>
                </a:ln>
                <a:solidFill>
                  <a:srgbClr val="FF0000"/>
                </a:solidFill>
                <a:effectLst/>
                <a:uLnTx/>
                <a:uFillTx/>
                <a:latin typeface="+mn-lt"/>
                <a:ea typeface="+mn-ea"/>
                <a:cs typeface="+mn-cs"/>
              </a:rPr>
              <a:t>任意位置</a:t>
            </a:r>
            <a:r>
              <a:rPr kumimoji="0" lang="zh-CN" altLang="en-US" sz="1800" b="0" i="0" u="none" strike="noStrike" kern="1200" cap="none" spc="0" normalizeH="0" baseline="0" noProof="1">
                <a:ln>
                  <a:noFill/>
                </a:ln>
                <a:solidFill>
                  <a:schemeClr val="tx1"/>
                </a:solidFill>
                <a:effectLst/>
                <a:uLnTx/>
                <a:uFillTx/>
                <a:latin typeface="+mn-lt"/>
                <a:ea typeface="+mn-ea"/>
                <a:cs typeface="+mn-cs"/>
              </a:rPr>
              <a:t>只要有为变量赋值的操作，该变量在这个作用域内就是局部变量，</a:t>
            </a:r>
            <a:r>
              <a:rPr kumimoji="0" lang="zh-CN" altLang="en-US" sz="1800" b="0" i="0" u="none" strike="noStrike" kern="1200" cap="none" spc="0" normalizeH="0" baseline="0" noProof="1">
                <a:ln>
                  <a:noFill/>
                </a:ln>
                <a:solidFill>
                  <a:srgbClr val="FF0000"/>
                </a:solidFill>
                <a:effectLst/>
                <a:uLnTx/>
                <a:uFillTx/>
                <a:latin typeface="+mn-lt"/>
                <a:ea typeface="+mn-ea"/>
                <a:cs typeface="+mn-cs"/>
              </a:rPr>
              <a:t>除非</a:t>
            </a:r>
            <a:r>
              <a:rPr kumimoji="0" lang="zh-CN" altLang="en-US" sz="1800" b="0" i="0" u="none" strike="noStrike" kern="1200" cap="none" spc="0" normalizeH="0" baseline="0" noProof="1">
                <a:ln>
                  <a:noFill/>
                </a:ln>
                <a:solidFill>
                  <a:schemeClr val="tx1"/>
                </a:solidFill>
                <a:effectLst/>
                <a:uLnTx/>
                <a:uFillTx/>
                <a:latin typeface="+mn-lt"/>
                <a:ea typeface="+mn-ea"/>
                <a:cs typeface="+mn-cs"/>
              </a:rPr>
              <a:t>使用</a:t>
            </a:r>
            <a:r>
              <a:rPr kumimoji="0" lang="en-US" altLang="zh-CN" sz="1800" b="0" i="0" u="none" strike="noStrike" kern="1200" cap="none" spc="0" normalizeH="0" baseline="0" noProof="1">
                <a:ln>
                  <a:noFill/>
                </a:ln>
                <a:solidFill>
                  <a:schemeClr val="tx1"/>
                </a:solidFill>
                <a:effectLst/>
                <a:uLnTx/>
                <a:uFillTx/>
                <a:latin typeface="+mn-lt"/>
                <a:ea typeface="+mn-ea"/>
                <a:cs typeface="+mn-cs"/>
              </a:rPr>
              <a:t>global</a:t>
            </a:r>
            <a:r>
              <a:rPr kumimoji="0" lang="zh-CN" altLang="en-US" sz="1800" b="0" i="0" u="none" strike="noStrike" kern="1200" cap="none" spc="0" normalizeH="0" baseline="0" noProof="1">
                <a:ln>
                  <a:noFill/>
                </a:ln>
                <a:solidFill>
                  <a:schemeClr val="tx1"/>
                </a:solidFill>
                <a:effectLst/>
                <a:uLnTx/>
                <a:uFillTx/>
                <a:latin typeface="+mn-lt"/>
                <a:ea typeface="+mn-ea"/>
                <a:cs typeface="+mn-cs"/>
              </a:rPr>
              <a:t>进行了声明。</a:t>
            </a: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x = 3</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def f():</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a:t>
            </a: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print(x)           </a:t>
            </a:r>
            <a:r>
              <a:rPr kumimoji="0" lang="en-US" altLang="zh-CN"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a:t>
            </a: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本意是先输出全局变量</a:t>
            </a:r>
            <a:r>
              <a:rPr kumimoji="0" lang="en-US" altLang="zh-CN"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x</a:t>
            </a: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的值，但是不允许这样做</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a:t>
            </a: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x = 5              </a:t>
            </a:r>
            <a:r>
              <a:rPr kumimoji="0" lang="en-US" altLang="zh-CN"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a:t>
            </a: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有赋值操作，因此在整个作用域内</a:t>
            </a:r>
            <a:r>
              <a:rPr kumimoji="0" lang="en-US" altLang="zh-CN"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x</a:t>
            </a: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都是局部变量</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a:t>
            </a: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print(x)</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f()</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rPr>
              <a:t>Traceback (most recent call last):</a:t>
            </a:r>
            <a:endParaRPr kumimoji="0" lang="zh-CN" alt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rPr>
              <a:t>  File "&lt;pyshell#10&gt;", line 1, in &lt;module&gt;</a:t>
            </a:r>
            <a:endParaRPr kumimoji="0" lang="zh-CN" alt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rPr>
              <a:t>    f()</a:t>
            </a:r>
            <a:endParaRPr kumimoji="0" lang="zh-CN" alt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rPr>
              <a:t>  File "&lt;pyshell#9&gt;", line 2, in f</a:t>
            </a:r>
            <a:endParaRPr kumimoji="0" lang="zh-CN" alt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rPr>
              <a:t>    print(x)</a:t>
            </a:r>
            <a:endParaRPr kumimoji="0" lang="zh-CN" alt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rPr>
              <a:t>UnboundLocalError: local variable 'x' referenced before assignment</a:t>
            </a:r>
            <a:endParaRPr kumimoji="0" lang="zh-CN" altLang="en-US" sz="1600" b="0" i="0" u="none" strike="noStrike" kern="1200" cap="none" spc="0" normalizeH="0" baseline="0" noProof="1">
              <a:ln>
                <a:noFill/>
              </a:ln>
              <a:solidFill>
                <a:srgbClr val="FF0000"/>
              </a:solidFill>
              <a:effectLst/>
              <a:uLnTx/>
              <a:uFillTx/>
              <a:latin typeface="Consolas" panose="020B0609020204030204" pitchFamily="49" charset="0"/>
              <a:ea typeface="+mn-ea"/>
              <a:cs typeface="+mn-cs"/>
            </a:endParaRPr>
          </a:p>
        </p:txBody>
      </p:sp>
      <p:sp>
        <p:nvSpPr>
          <p:cNvPr id="63490"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5.5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变量作用域</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5.5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变量作用域</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3" name="内容占位符 2"/>
          <p:cNvSpPr>
            <a:spLocks noGrp="1"/>
          </p:cNvSpPr>
          <p:nvPr>
            <p:ph idx="1"/>
          </p:nvPr>
        </p:nvSpPr>
        <p:spPr/>
        <p:txBody>
          <a:bodyPr vert="horz" wrap="square" lIns="68591" tIns="34295" rIns="68591" bIns="34295" numCol="1" anchor="t" anchorCtr="0" compatLnSpc="1"/>
          <a:lstStyle/>
          <a:p>
            <a:pPr marL="342900" marR="0" lvl="0" indent="-342900" algn="l" defTabSz="914400" rtl="0" eaLnBrk="1" fontAlgn="base" latinLnBrk="0" hangingPunct="1">
              <a:lnSpc>
                <a:spcPct val="150000"/>
              </a:lnSpc>
              <a:spcBef>
                <a:spcPts val="0"/>
              </a:spcBef>
              <a:spcAft>
                <a:spcPct val="0"/>
              </a:spcAft>
              <a:buClrTx/>
              <a:buSzTx/>
              <a:buFont typeface="Wingdings" panose="05000000000000000000" charset="0"/>
              <a:buChar char="n"/>
              <a:defRPr/>
            </a:pPr>
            <a:r>
              <a:rPr kumimoji="0" lang="zh-CN" altLang="en-US" sz="1800" b="0" i="0" u="none" strike="noStrike" kern="1200" cap="none" spc="0" normalizeH="0" baseline="0" noProof="1">
                <a:ln>
                  <a:noFill/>
                </a:ln>
                <a:solidFill>
                  <a:schemeClr val="tx1"/>
                </a:solidFill>
                <a:effectLst/>
                <a:uLnTx/>
                <a:uFillTx/>
                <a:latin typeface="+mn-lt"/>
                <a:ea typeface="+mn-ea"/>
                <a:cs typeface="+mn-cs"/>
              </a:rPr>
              <a:t>如果局部变量与全局变量具有相同的名字，那么该</a:t>
            </a:r>
            <a:r>
              <a:rPr kumimoji="0" lang="zh-CN" altLang="en-US" sz="1800" b="0" i="0" u="none" strike="noStrike" kern="1200" cap="none" spc="0" normalizeH="0" baseline="0" noProof="1">
                <a:ln>
                  <a:noFill/>
                </a:ln>
                <a:solidFill>
                  <a:srgbClr val="FF0000"/>
                </a:solidFill>
                <a:effectLst/>
                <a:uLnTx/>
                <a:uFillTx/>
                <a:latin typeface="+mn-lt"/>
                <a:ea typeface="+mn-ea"/>
                <a:cs typeface="+mn-cs"/>
              </a:rPr>
              <a:t>局部变量会在自己的作用域内隐藏同名的全局变量</a:t>
            </a:r>
            <a:r>
              <a:rPr kumimoji="0" lang="zh-CN" altLang="en-US" sz="1800" b="0" i="0" u="none" strike="noStrike" kern="1200" cap="none" spc="0" normalizeH="0" baseline="0" noProof="1">
                <a:ln>
                  <a:noFill/>
                </a:ln>
                <a:solidFill>
                  <a:schemeClr val="tx1"/>
                </a:solidFill>
                <a:effectLst/>
                <a:uLnTx/>
                <a:uFillTx/>
                <a:latin typeface="+mn-lt"/>
                <a:ea typeface="+mn-ea"/>
                <a:cs typeface="+mn-cs"/>
              </a:rPr>
              <a:t>。</a:t>
            </a: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35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def demo():</a:t>
            </a:r>
            <a:endPar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altLang="x-none"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a:t>
            </a:r>
            <a:r>
              <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x = 3         #创建了局部变量，并自动隐藏了同名的全局变量	</a:t>
            </a:r>
            <a:endPar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x = 5</a:t>
            </a:r>
            <a:endPar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x</a:t>
            </a:r>
            <a:endPar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rPr>
              <a:t>5</a:t>
            </a:r>
            <a:endParaRPr kumimoji="0" lang="zh-CN" altLang="en-US"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demo()</a:t>
            </a:r>
            <a:endPar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x             </a:t>
            </a:r>
            <a:r>
              <a:rPr kumimoji="0" lang="en-US" altLang="zh-CN"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a:t>
            </a:r>
            <a:r>
              <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函数执行不影响外面全局变量的值</a:t>
            </a:r>
            <a:endParaRPr kumimoji="0" lang="zh-CN" altLang="en-US" sz="18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rPr>
              <a:t>5</a:t>
            </a:r>
            <a:endParaRPr kumimoji="0" lang="zh-CN" altLang="en-US" sz="1800" b="0" i="0" u="none" strike="noStrike" kern="1200" cap="none" spc="0" normalizeH="0" baseline="0" noProof="1">
              <a:ln>
                <a:noFill/>
              </a:ln>
              <a:solidFill>
                <a:srgbClr val="00B0F0"/>
              </a:solidFill>
              <a:effectLst/>
              <a:uLnTx/>
              <a:uFillTx/>
              <a:latin typeface="Consolas" panose="020B0609020204030204" pitchFamily="49" charset="0"/>
              <a:ea typeface="+mn-ea"/>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Content Placeholder 2"/>
          <p:cNvSpPr>
            <a:spLocks noGrp="1"/>
          </p:cNvSpPr>
          <p:nvPr>
            <p:ph idx="1"/>
          </p:nvPr>
        </p:nvSpPr>
        <p:spPr/>
        <p:txBody>
          <a:bodyPr wrap="square" lIns="68591" tIns="34295" rIns="68591" bIns="34295" anchor="t"/>
          <a:lstStyle/>
          <a:p>
            <a:pPr eaLnBrk="1" hangingPunct="1">
              <a:lnSpc>
                <a:spcPct val="150000"/>
              </a:lnSpc>
              <a:spcBef>
                <a:spcPct val="0"/>
              </a:spcBef>
            </a:pPr>
            <a:r>
              <a:rPr lang="zh-CN" altLang="en-US" sz="1800" b="1" dirty="0"/>
              <a:t>选讲：</a:t>
            </a:r>
            <a:r>
              <a:rPr lang="en-US" altLang="en-US" sz="1800" dirty="0"/>
              <a:t>除了局部变量和全局变量，Python还支持使用nonlocal关键字定义一种介于二者之间的变量</a:t>
            </a:r>
            <a:r>
              <a:rPr lang="zh-CN" altLang="en-US" sz="1800" dirty="0"/>
              <a:t>，或称闭包作用域变量</a:t>
            </a:r>
            <a:r>
              <a:rPr lang="en-US" altLang="en-US" sz="1800" dirty="0"/>
              <a:t>。</a:t>
            </a:r>
            <a:r>
              <a:rPr lang="en-US" altLang="en-US" sz="1800" dirty="0">
                <a:solidFill>
                  <a:srgbClr val="FF0000"/>
                </a:solidFill>
              </a:rPr>
              <a:t>关键字nonlocal声明的变量会引用距离最近的非全局作用域的变量</a:t>
            </a:r>
            <a:r>
              <a:rPr lang="en-US" altLang="en-US" sz="1800" dirty="0"/>
              <a:t>，</a:t>
            </a:r>
            <a:r>
              <a:rPr lang="en-US" altLang="en-US" sz="1800" dirty="0">
                <a:solidFill>
                  <a:srgbClr val="FF0000"/>
                </a:solidFill>
              </a:rPr>
              <a:t>要求声明的变量已经存在</a:t>
            </a:r>
            <a:r>
              <a:rPr lang="en-US" altLang="en-US" sz="1800" dirty="0"/>
              <a:t>，关键字</a:t>
            </a:r>
            <a:r>
              <a:rPr lang="en-US" altLang="en-US" sz="1800" dirty="0">
                <a:solidFill>
                  <a:srgbClr val="FF0000"/>
                </a:solidFill>
              </a:rPr>
              <a:t>nonlocal不会创建新变量</a:t>
            </a:r>
            <a:r>
              <a:rPr lang="en-US" altLang="en-US" sz="1800" dirty="0"/>
              <a:t>。</a:t>
            </a:r>
            <a:endParaRPr lang="en-US" altLang="en-US" sz="1800" dirty="0"/>
          </a:p>
        </p:txBody>
      </p:sp>
      <p:sp>
        <p:nvSpPr>
          <p:cNvPr id="66562"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5.5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变量作用域</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Content Placeholder 2"/>
          <p:cNvSpPr>
            <a:spLocks noGrp="1"/>
          </p:cNvSpPr>
          <p:nvPr>
            <p:ph idx="1"/>
          </p:nvPr>
        </p:nvSpPr>
        <p:spPr>
          <a:xfrm>
            <a:off x="332105" y="1069975"/>
            <a:ext cx="8236585" cy="3394075"/>
          </a:xfrm>
        </p:spPr>
        <p:txBody>
          <a:bodyPr wrap="square" lIns="68591" tIns="34295" rIns="68591" bIns="34295" anchor="t"/>
          <a:lstStyle/>
          <a:p>
            <a:pPr marL="0" indent="0" eaLnBrk="1" latinLnBrk="0" hangingPunct="1">
              <a:spcBef>
                <a:spcPts val="0"/>
              </a:spcBef>
              <a:buNone/>
            </a:pPr>
            <a:r>
              <a:rPr lang="en-US" altLang="en-US" sz="1200" dirty="0">
                <a:latin typeface="Consolas" panose="020B0609020204030204" pitchFamily="49" charset="0"/>
              </a:rPr>
              <a:t>def scope_test():</a:t>
            </a:r>
            <a:endParaRPr lang="en-US" altLang="en-US" sz="1200" dirty="0">
              <a:latin typeface="Consolas" panose="020B0609020204030204" pitchFamily="49" charset="0"/>
            </a:endParaRPr>
          </a:p>
          <a:p>
            <a:pPr marL="0" indent="0" eaLnBrk="1" latinLnBrk="0" hangingPunct="1">
              <a:spcBef>
                <a:spcPts val="0"/>
              </a:spcBef>
              <a:buNone/>
            </a:pPr>
            <a:r>
              <a:rPr lang="en-US" altLang="en-US" sz="1200" dirty="0">
                <a:latin typeface="Consolas" panose="020B0609020204030204" pitchFamily="49" charset="0"/>
              </a:rPr>
              <a:t>    def do_local():</a:t>
            </a:r>
            <a:endParaRPr lang="en-US" altLang="en-US" sz="1200" dirty="0">
              <a:latin typeface="Consolas" panose="020B0609020204030204" pitchFamily="49" charset="0"/>
            </a:endParaRPr>
          </a:p>
          <a:p>
            <a:pPr marL="0" indent="0" eaLnBrk="1" latinLnBrk="0" hangingPunct="1">
              <a:spcBef>
                <a:spcPts val="0"/>
              </a:spcBef>
              <a:buNone/>
            </a:pPr>
            <a:r>
              <a:rPr lang="en-US" altLang="en-US" sz="1200" dirty="0">
                <a:latin typeface="Consolas" panose="020B0609020204030204" pitchFamily="49" charset="0"/>
              </a:rPr>
              <a:t>        spam = "我是局部变量"</a:t>
            </a:r>
            <a:endParaRPr lang="en-US" altLang="en-US" sz="1200" dirty="0">
              <a:latin typeface="Consolas" panose="020B0609020204030204" pitchFamily="49" charset="0"/>
            </a:endParaRPr>
          </a:p>
          <a:p>
            <a:pPr marL="0" indent="0" eaLnBrk="1" latinLnBrk="0" hangingPunct="1">
              <a:spcBef>
                <a:spcPts val="0"/>
              </a:spcBef>
              <a:buNone/>
            </a:pPr>
            <a:endParaRPr lang="en-US" altLang="en-US" sz="1200" dirty="0">
              <a:latin typeface="Consolas" panose="020B0609020204030204" pitchFamily="49" charset="0"/>
            </a:endParaRPr>
          </a:p>
          <a:p>
            <a:pPr marL="0" indent="0" eaLnBrk="1" latinLnBrk="0" hangingPunct="1">
              <a:spcBef>
                <a:spcPts val="0"/>
              </a:spcBef>
              <a:buNone/>
            </a:pPr>
            <a:r>
              <a:rPr lang="en-US" altLang="en-US" sz="1200" dirty="0">
                <a:latin typeface="Consolas" panose="020B0609020204030204" pitchFamily="49" charset="0"/>
              </a:rPr>
              <a:t>    def do_nonlocal():</a:t>
            </a:r>
            <a:endParaRPr lang="en-US" altLang="en-US" sz="1200" dirty="0">
              <a:latin typeface="Consolas" panose="020B0609020204030204" pitchFamily="49" charset="0"/>
            </a:endParaRPr>
          </a:p>
          <a:p>
            <a:pPr marL="0" indent="0" eaLnBrk="1" latinLnBrk="0" hangingPunct="1">
              <a:spcBef>
                <a:spcPts val="0"/>
              </a:spcBef>
              <a:buNone/>
            </a:pPr>
            <a:r>
              <a:rPr lang="en-US" altLang="en-US" sz="1200" dirty="0">
                <a:latin typeface="Consolas" panose="020B0609020204030204" pitchFamily="49" charset="0"/>
              </a:rPr>
              <a:t>        nonlocal spam                   # 这时要求spam必须是已存在的变量</a:t>
            </a:r>
            <a:endParaRPr lang="en-US" altLang="en-US" sz="1200" dirty="0">
              <a:latin typeface="Consolas" panose="020B0609020204030204" pitchFamily="49" charset="0"/>
            </a:endParaRPr>
          </a:p>
          <a:p>
            <a:pPr marL="0" indent="0" eaLnBrk="1" latinLnBrk="0" hangingPunct="1">
              <a:spcBef>
                <a:spcPts val="0"/>
              </a:spcBef>
              <a:buNone/>
            </a:pPr>
            <a:r>
              <a:rPr lang="en-US" altLang="en-US" sz="1200" dirty="0">
                <a:latin typeface="Consolas" panose="020B0609020204030204" pitchFamily="49" charset="0"/>
              </a:rPr>
              <a:t>        spam = "我不是局部变量，也不是全局变量"</a:t>
            </a:r>
            <a:endParaRPr lang="en-US" altLang="en-US" sz="1200" dirty="0">
              <a:latin typeface="Consolas" panose="020B0609020204030204" pitchFamily="49" charset="0"/>
            </a:endParaRPr>
          </a:p>
          <a:p>
            <a:pPr marL="0" indent="0" eaLnBrk="1" latinLnBrk="0" hangingPunct="1">
              <a:spcBef>
                <a:spcPts val="0"/>
              </a:spcBef>
              <a:buNone/>
            </a:pPr>
            <a:endParaRPr lang="en-US" altLang="en-US" sz="1200" dirty="0">
              <a:latin typeface="Consolas" panose="020B0609020204030204" pitchFamily="49" charset="0"/>
            </a:endParaRPr>
          </a:p>
          <a:p>
            <a:pPr marL="0" indent="0" eaLnBrk="1" latinLnBrk="0" hangingPunct="1">
              <a:spcBef>
                <a:spcPts val="0"/>
              </a:spcBef>
              <a:buNone/>
            </a:pPr>
            <a:r>
              <a:rPr lang="en-US" altLang="en-US" sz="1200" dirty="0">
                <a:latin typeface="Consolas" panose="020B0609020204030204" pitchFamily="49" charset="0"/>
              </a:rPr>
              <a:t>    def do_global():</a:t>
            </a:r>
            <a:endParaRPr lang="en-US" altLang="en-US" sz="1200" dirty="0">
              <a:latin typeface="Consolas" panose="020B0609020204030204" pitchFamily="49" charset="0"/>
            </a:endParaRPr>
          </a:p>
          <a:p>
            <a:pPr marL="0" indent="0" eaLnBrk="1" latinLnBrk="0" hangingPunct="1">
              <a:spcBef>
                <a:spcPts val="0"/>
              </a:spcBef>
              <a:buNone/>
            </a:pPr>
            <a:r>
              <a:rPr lang="en-US" altLang="en-US" sz="1200" dirty="0">
                <a:latin typeface="Consolas" panose="020B0609020204030204" pitchFamily="49" charset="0"/>
              </a:rPr>
              <a:t>        global spam                     # 如果全局作用域内没有spam，就自动新建一个</a:t>
            </a:r>
            <a:endParaRPr lang="en-US" altLang="en-US" sz="1200" dirty="0">
              <a:latin typeface="Consolas" panose="020B0609020204030204" pitchFamily="49" charset="0"/>
            </a:endParaRPr>
          </a:p>
          <a:p>
            <a:pPr marL="0" indent="0" eaLnBrk="1" latinLnBrk="0" hangingPunct="1">
              <a:spcBef>
                <a:spcPts val="0"/>
              </a:spcBef>
              <a:buNone/>
            </a:pPr>
            <a:r>
              <a:rPr lang="en-US" altLang="en-US" sz="1200" dirty="0">
                <a:latin typeface="Consolas" panose="020B0609020204030204" pitchFamily="49" charset="0"/>
              </a:rPr>
              <a:t>        spam = "我是全局变量"</a:t>
            </a:r>
            <a:endParaRPr lang="en-US" altLang="en-US" sz="1200" dirty="0">
              <a:latin typeface="Consolas" panose="020B0609020204030204" pitchFamily="49" charset="0"/>
            </a:endParaRPr>
          </a:p>
          <a:p>
            <a:pPr marL="0" indent="0" eaLnBrk="1" latinLnBrk="0" hangingPunct="1">
              <a:spcBef>
                <a:spcPts val="0"/>
              </a:spcBef>
              <a:buNone/>
            </a:pPr>
            <a:endParaRPr lang="en-US" altLang="en-US" sz="1200" dirty="0">
              <a:latin typeface="Consolas" panose="020B0609020204030204" pitchFamily="49" charset="0"/>
            </a:endParaRPr>
          </a:p>
          <a:p>
            <a:pPr marL="0" indent="0" eaLnBrk="1" latinLnBrk="0" hangingPunct="1">
              <a:spcBef>
                <a:spcPts val="0"/>
              </a:spcBef>
              <a:buNone/>
            </a:pPr>
            <a:r>
              <a:rPr lang="en-US" altLang="en-US" sz="1200" dirty="0">
                <a:latin typeface="Consolas" panose="020B0609020204030204" pitchFamily="49" charset="0"/>
              </a:rPr>
              <a:t>    spam = "原来的值"</a:t>
            </a:r>
            <a:endParaRPr lang="en-US" altLang="en-US" sz="1200" dirty="0">
              <a:latin typeface="Consolas" panose="020B0609020204030204" pitchFamily="49" charset="0"/>
            </a:endParaRPr>
          </a:p>
          <a:p>
            <a:pPr marL="0" indent="0" eaLnBrk="1" latinLnBrk="0" hangingPunct="1">
              <a:spcBef>
                <a:spcPts val="0"/>
              </a:spcBef>
              <a:buNone/>
            </a:pPr>
            <a:r>
              <a:rPr lang="en-US" altLang="en-US" sz="1200" dirty="0">
                <a:latin typeface="Consolas" panose="020B0609020204030204" pitchFamily="49" charset="0"/>
              </a:rPr>
              <a:t>    do_local()</a:t>
            </a:r>
            <a:endParaRPr lang="en-US" altLang="en-US" sz="1200" dirty="0">
              <a:latin typeface="Consolas" panose="020B0609020204030204" pitchFamily="49" charset="0"/>
            </a:endParaRPr>
          </a:p>
          <a:p>
            <a:pPr marL="0" indent="0" eaLnBrk="1" latinLnBrk="0" hangingPunct="1">
              <a:spcBef>
                <a:spcPts val="0"/>
              </a:spcBef>
              <a:buNone/>
            </a:pPr>
            <a:r>
              <a:rPr lang="en-US" altLang="en-US" sz="1200" dirty="0">
                <a:latin typeface="Consolas" panose="020B0609020204030204" pitchFamily="49" charset="0"/>
              </a:rPr>
              <a:t>    print("局部变量赋值后：", spam)      # 原来的值</a:t>
            </a:r>
            <a:endParaRPr lang="en-US" altLang="en-US" sz="1200" dirty="0">
              <a:latin typeface="Consolas" panose="020B0609020204030204" pitchFamily="49" charset="0"/>
            </a:endParaRPr>
          </a:p>
          <a:p>
            <a:pPr marL="0" indent="0" eaLnBrk="1" latinLnBrk="0" hangingPunct="1">
              <a:spcBef>
                <a:spcPts val="0"/>
              </a:spcBef>
              <a:buNone/>
            </a:pPr>
            <a:r>
              <a:rPr lang="en-US" altLang="en-US" sz="1200" dirty="0">
                <a:latin typeface="Consolas" panose="020B0609020204030204" pitchFamily="49" charset="0"/>
              </a:rPr>
              <a:t>    do_nonlocal()</a:t>
            </a:r>
            <a:endParaRPr lang="en-US" altLang="en-US" sz="1200" dirty="0">
              <a:latin typeface="Consolas" panose="020B0609020204030204" pitchFamily="49" charset="0"/>
            </a:endParaRPr>
          </a:p>
          <a:p>
            <a:pPr marL="0" indent="0" eaLnBrk="1" latinLnBrk="0" hangingPunct="1">
              <a:spcBef>
                <a:spcPts val="0"/>
              </a:spcBef>
              <a:buNone/>
            </a:pPr>
            <a:r>
              <a:rPr lang="en-US" altLang="en-US" sz="1200" dirty="0">
                <a:latin typeface="Consolas" panose="020B0609020204030204" pitchFamily="49" charset="0"/>
              </a:rPr>
              <a:t>    print("nonlocal变量赋值后：", spam)  # 我不是局部变量，也不是全局变量</a:t>
            </a:r>
            <a:endParaRPr lang="en-US" altLang="en-US" sz="1200" dirty="0">
              <a:latin typeface="Consolas" panose="020B0609020204030204" pitchFamily="49" charset="0"/>
            </a:endParaRPr>
          </a:p>
          <a:p>
            <a:pPr marL="0" indent="0" eaLnBrk="1" latinLnBrk="0" hangingPunct="1">
              <a:spcBef>
                <a:spcPts val="0"/>
              </a:spcBef>
              <a:buNone/>
            </a:pPr>
            <a:r>
              <a:rPr lang="en-US" altLang="en-US" sz="1200" dirty="0">
                <a:latin typeface="Consolas" panose="020B0609020204030204" pitchFamily="49" charset="0"/>
              </a:rPr>
              <a:t>    do_global()</a:t>
            </a:r>
            <a:endParaRPr lang="en-US" altLang="en-US" sz="1200" dirty="0">
              <a:latin typeface="Consolas" panose="020B0609020204030204" pitchFamily="49" charset="0"/>
            </a:endParaRPr>
          </a:p>
          <a:p>
            <a:pPr marL="0" indent="0" eaLnBrk="1" latinLnBrk="0" hangingPunct="1">
              <a:spcBef>
                <a:spcPts val="0"/>
              </a:spcBef>
              <a:buNone/>
            </a:pPr>
            <a:r>
              <a:rPr lang="en-US" altLang="en-US" sz="1200" dirty="0">
                <a:latin typeface="Consolas" panose="020B0609020204030204" pitchFamily="49" charset="0"/>
              </a:rPr>
              <a:t>    print("全局变量赋值后：", spam)      # 我不是局部变量，也不是全局变量</a:t>
            </a:r>
            <a:endParaRPr lang="en-US" altLang="en-US" sz="1200" dirty="0">
              <a:latin typeface="Consolas" panose="020B0609020204030204" pitchFamily="49" charset="0"/>
            </a:endParaRPr>
          </a:p>
          <a:p>
            <a:pPr marL="0" indent="0" eaLnBrk="1" latinLnBrk="0" hangingPunct="1">
              <a:spcBef>
                <a:spcPts val="0"/>
              </a:spcBef>
              <a:buNone/>
            </a:pPr>
            <a:r>
              <a:rPr lang="en-US" altLang="en-US" sz="1200" dirty="0">
                <a:latin typeface="Consolas" panose="020B0609020204030204" pitchFamily="49" charset="0"/>
              </a:rPr>
              <a:t>scope_test()</a:t>
            </a:r>
            <a:endParaRPr lang="en-US" altLang="en-US" sz="1200" dirty="0">
              <a:latin typeface="Consolas" panose="020B0609020204030204" pitchFamily="49" charset="0"/>
            </a:endParaRPr>
          </a:p>
          <a:p>
            <a:pPr marL="0" indent="0" eaLnBrk="1" latinLnBrk="0" hangingPunct="1">
              <a:spcBef>
                <a:spcPts val="0"/>
              </a:spcBef>
              <a:buNone/>
            </a:pPr>
            <a:r>
              <a:rPr lang="en-US" altLang="en-US" sz="1200" dirty="0">
                <a:latin typeface="Consolas" panose="020B0609020204030204" pitchFamily="49" charset="0"/>
              </a:rPr>
              <a:t>print("全局变量：", spam)                # 我是全局变量</a:t>
            </a:r>
            <a:endParaRPr lang="en-US" altLang="en-US" sz="1200" dirty="0">
              <a:latin typeface="Consolas" panose="020B0609020204030204" pitchFamily="49" charset="0"/>
            </a:endParaRPr>
          </a:p>
        </p:txBody>
      </p:sp>
      <p:sp>
        <p:nvSpPr>
          <p:cNvPr id="67586"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5.5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变量作用域</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45440" y="1009650"/>
            <a:ext cx="7574915" cy="3395980"/>
          </a:xfrm>
        </p:spPr>
        <p:txBody>
          <a:bodyPr vert="horz" wrap="square" lIns="68591" tIns="34295" rIns="68591" bIns="34295" numCol="1" anchor="t" anchorCtr="0" compatLnSpc="1"/>
          <a:lstStyle/>
          <a:p>
            <a:pPr marL="342900" marR="0" lvl="0" indent="-306705" algn="l" defTabSz="914400" rtl="0" eaLnBrk="1" fontAlgn="base" latinLnBrk="0" hangingPunct="1">
              <a:lnSpc>
                <a:spcPct val="100000"/>
              </a:lnSpc>
              <a:spcBef>
                <a:spcPts val="0"/>
              </a:spcBef>
              <a:spcAft>
                <a:spcPct val="0"/>
              </a:spcAft>
              <a:buClrTx/>
              <a:buSzTx/>
              <a:buFontTx/>
              <a:buChar char="•"/>
              <a:defRPr/>
            </a:pPr>
            <a:r>
              <a:rPr kumimoji="0" lang="zh-CN" altLang="en-US" sz="1350" b="1" i="0" u="none" strike="noStrike" kern="1200" cap="none" spc="0" normalizeH="0" baseline="0" noProof="1">
                <a:ln>
                  <a:noFill/>
                </a:ln>
                <a:solidFill>
                  <a:schemeClr val="tx1"/>
                </a:solidFill>
                <a:effectLst/>
                <a:uLnTx/>
                <a:uFillTx/>
                <a:latin typeface="+mn-lt"/>
                <a:ea typeface="+mn-ea"/>
                <a:cs typeface="+mn-cs"/>
              </a:rPr>
              <a:t>选讲：</a:t>
            </a:r>
            <a:r>
              <a:rPr kumimoji="0" lang="zh-CN" altLang="en-US" sz="1350" b="0" i="0" u="none" strike="noStrike" kern="1200" cap="none" spc="0" normalizeH="0" baseline="0" noProof="1">
                <a:ln>
                  <a:noFill/>
                </a:ln>
                <a:solidFill>
                  <a:schemeClr val="tx1"/>
                </a:solidFill>
                <a:effectLst/>
                <a:uLnTx/>
                <a:uFillTx/>
                <a:latin typeface="+mn-lt"/>
                <a:ea typeface="+mn-ea"/>
                <a:cs typeface="+mn-cs"/>
              </a:rPr>
              <a:t>变量访问时的</a:t>
            </a:r>
            <a:r>
              <a:rPr kumimoji="0" lang="en-US" altLang="zh-CN" sz="1350" b="0" i="0" u="none" strike="noStrike" kern="1200" cap="none" spc="0" normalizeH="0" baseline="0" noProof="1">
                <a:ln>
                  <a:noFill/>
                </a:ln>
                <a:solidFill>
                  <a:schemeClr val="tx1"/>
                </a:solidFill>
                <a:effectLst/>
                <a:uLnTx/>
                <a:uFillTx/>
                <a:latin typeface="+mn-lt"/>
                <a:ea typeface="+mn-ea"/>
                <a:cs typeface="+mn-cs"/>
              </a:rPr>
              <a:t>LEGB</a:t>
            </a:r>
            <a:r>
              <a:rPr kumimoji="0" lang="zh-CN" altLang="en-US" sz="1350" b="0" i="0" u="none" strike="noStrike" kern="1200" cap="none" spc="0" normalizeH="0" baseline="0" noProof="1">
                <a:ln>
                  <a:noFill/>
                </a:ln>
                <a:solidFill>
                  <a:schemeClr val="tx1"/>
                </a:solidFill>
                <a:effectLst/>
                <a:uLnTx/>
                <a:uFillTx/>
                <a:latin typeface="+mn-lt"/>
                <a:ea typeface="+mn-ea"/>
                <a:cs typeface="+mn-cs"/>
              </a:rPr>
              <a:t>顺序：</a:t>
            </a:r>
            <a:r>
              <a:rPr kumimoji="0" lang="zh-CN" altLang="en-US" sz="1350" b="0" i="0" u="none" strike="noStrike" kern="1200" cap="none" spc="0" normalizeH="0" baseline="0" noProof="1">
                <a:ln>
                  <a:noFill/>
                </a:ln>
                <a:solidFill>
                  <a:srgbClr val="FF0000"/>
                </a:solidFill>
                <a:effectLst/>
                <a:uLnTx/>
                <a:uFillTx/>
                <a:latin typeface="+mn-lt"/>
                <a:ea typeface="+mn-ea"/>
                <a:cs typeface="+mn-cs"/>
              </a:rPr>
              <a:t>Local ==&gt; Enclosing ==&gt; Global ==&gt; Builtin</a:t>
            </a:r>
            <a:endParaRPr kumimoji="0" lang="zh-CN" altLang="en-US" sz="1350" b="0" i="0" u="none" strike="noStrike" kern="1200" cap="none" spc="0" normalizeH="0" baseline="0" noProof="1">
              <a:ln>
                <a:noFill/>
              </a:ln>
              <a:solidFill>
                <a:srgbClr val="FF0000"/>
              </a:solidFill>
              <a:effectLst/>
              <a:uLnTx/>
              <a:uFillTx/>
              <a:latin typeface="+mn-lt"/>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x = 3</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def outer():</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y = 5</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 这个自定义函数和内置函数名字相同，会在当前作用域和更内层作用域中影响内置函数map()的正常使用</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def map():</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return '我是假的map()函数'</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def inner():</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x = 7</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y = 9</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 最内层的作用域内，局部变量（Local）x,y优先被访问</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 在局部作用域、闭包作用域、全局作用域内都不存在函数max，最后在内置作用域（Builtin）内搜索到函数max</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 当前作用域中不存在map，但在外层的闭包作用域内搜索到了，并没有调用内置函数map，被拦截了</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print('inner:', x, y, max(x,y), map())</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inner()</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 在当前作用域（闭包，Enclosing）内，y可以直接访问，在当前作用域内不存在x，继续到全局作用域（Global）去搜索</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 当前作用域内不存在函数max，外层全局作用域也不存在，最后在内置作用域（Builtin）内搜索到函数max</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 当前作用域中有个map，直接调用了，没有调用内置函数map()，被拦截了</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print('outer:', x, y, max(x,y), map())</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outer()</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print(list(map(str, range(5))))             </a:t>
            </a:r>
            <a:r>
              <a:rPr lang="en-US" altLang="zh-CN" sz="900">
                <a:ln>
                  <a:noFill/>
                </a:ln>
                <a:effectLst/>
                <a:uLnTx/>
                <a:uFillTx/>
                <a:latin typeface="Consolas" panose="020B0609020204030204" pitchFamily="49" charset="0"/>
                <a:sym typeface="+mn-ea"/>
              </a:rPr>
              <a:t># </a:t>
            </a:r>
            <a:r>
              <a:rPr lang="zh-CN" altLang="en-US" sz="900">
                <a:ln>
                  <a:noFill/>
                </a:ln>
                <a:effectLst/>
                <a:uLnTx/>
                <a:uFillTx/>
                <a:latin typeface="Consolas" panose="020B0609020204030204" pitchFamily="49" charset="0"/>
                <a:sym typeface="+mn-ea"/>
              </a:rPr>
              <a:t>内置函数</a:t>
            </a:r>
            <a:r>
              <a:rPr lang="en-US" altLang="zh-CN" sz="900">
                <a:ln>
                  <a:noFill/>
                </a:ln>
                <a:effectLst/>
                <a:uLnTx/>
                <a:uFillTx/>
                <a:latin typeface="Consolas" panose="020B0609020204030204" pitchFamily="49" charset="0"/>
                <a:sym typeface="+mn-ea"/>
              </a:rPr>
              <a:t>map()</a:t>
            </a:r>
            <a:r>
              <a:rPr lang="zh-CN" altLang="en-US" sz="900">
                <a:ln>
                  <a:noFill/>
                </a:ln>
                <a:effectLst/>
                <a:uLnTx/>
                <a:uFillTx/>
                <a:latin typeface="Consolas" panose="020B0609020204030204" pitchFamily="49" charset="0"/>
                <a:sym typeface="+mn-ea"/>
              </a:rPr>
              <a:t>可以使用</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当前作用域中有x，可以直接访问，但不存在y，由于当前处于全局作用域，按Python变量搜索顺序，会继续在内置作用域搜索</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不会去搜索Enclosing和Local作用域，但在内置作用域内也不存在y，代码引发异常</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print('outside:', x, y, max(x,y))</a:t>
            </a:r>
            <a:endParaRPr kumimoji="0" lang="zh-CN" altLang="en-US" sz="9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p:txBody>
      </p:sp>
      <p:sp>
        <p:nvSpPr>
          <p:cNvPr id="68610"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5.5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变量作用域</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标题 4608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5.6  </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lambda</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表达式</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68610" name="文本占位符 46082"/>
          <p:cNvSpPr>
            <a:spLocks noGrp="1"/>
          </p:cNvSpPr>
          <p:nvPr>
            <p:ph idx="1"/>
          </p:nvPr>
        </p:nvSpPr>
        <p:spPr/>
        <p:txBody>
          <a:bodyPr wrap="square" lIns="68591" tIns="34295" rIns="68591" bIns="34295" anchor="t"/>
          <a:lstStyle/>
          <a:p>
            <a:pPr eaLnBrk="1" hangingPunct="1">
              <a:lnSpc>
                <a:spcPct val="150000"/>
              </a:lnSpc>
              <a:spcBef>
                <a:spcPts val="1200"/>
              </a:spcBef>
              <a:spcAft>
                <a:spcPts val="600"/>
              </a:spcAft>
              <a:buSzPct val="90000"/>
              <a:buFont typeface="Wingdings" panose="05000000000000000000" pitchFamily="2" charset="2"/>
              <a:buChar char="§"/>
            </a:pPr>
            <a:r>
              <a:rPr lang="en-US" altLang="zh-CN" sz="1800" dirty="0"/>
              <a:t>lambda</a:t>
            </a:r>
            <a:r>
              <a:rPr lang="zh-CN" altLang="en-US" sz="1800" dirty="0"/>
              <a:t>表达式可以用来声明</a:t>
            </a:r>
            <a:r>
              <a:rPr lang="zh-CN" altLang="en-US" sz="1800" dirty="0">
                <a:solidFill>
                  <a:srgbClr val="FF0000"/>
                </a:solidFill>
              </a:rPr>
              <a:t>匿名函数</a:t>
            </a:r>
            <a:r>
              <a:rPr lang="zh-CN" altLang="en-US" sz="1800" dirty="0">
                <a:sym typeface="+mn-ea"/>
              </a:rPr>
              <a:t>（也可以定义</a:t>
            </a:r>
            <a:r>
              <a:rPr lang="zh-CN" altLang="en-US" sz="1800" dirty="0">
                <a:solidFill>
                  <a:srgbClr val="FF0000"/>
                </a:solidFill>
                <a:sym typeface="+mn-ea"/>
              </a:rPr>
              <a:t>具名函数）</a:t>
            </a:r>
            <a:r>
              <a:rPr lang="zh-CN" altLang="en-US" sz="1800" dirty="0"/>
              <a:t>，也就是没有函数名字的临时使用的小函数，尤其适合需要一个函数作为另一个函数参数的场合。</a:t>
            </a:r>
            <a:endParaRPr lang="zh-CN" altLang="en-US" sz="1800" dirty="0"/>
          </a:p>
          <a:p>
            <a:pPr eaLnBrk="1" hangingPunct="1">
              <a:lnSpc>
                <a:spcPct val="150000"/>
              </a:lnSpc>
              <a:spcBef>
                <a:spcPts val="1200"/>
              </a:spcBef>
              <a:spcAft>
                <a:spcPts val="600"/>
              </a:spcAft>
              <a:buSzPct val="90000"/>
              <a:buFont typeface="Wingdings" panose="05000000000000000000" pitchFamily="2" charset="2"/>
              <a:buChar char="§"/>
            </a:pPr>
            <a:r>
              <a:rPr lang="en-US" altLang="zh-CN" sz="1800" dirty="0"/>
              <a:t>lambda</a:t>
            </a:r>
            <a:r>
              <a:rPr lang="zh-CN" altLang="en-US" sz="1800" dirty="0"/>
              <a:t>表达式</a:t>
            </a:r>
            <a:r>
              <a:rPr lang="zh-CN" altLang="en-US" sz="1800" dirty="0">
                <a:solidFill>
                  <a:srgbClr val="FF0000"/>
                </a:solidFill>
              </a:rPr>
              <a:t>只可以包含一个表达式</a:t>
            </a:r>
            <a:r>
              <a:rPr lang="zh-CN" altLang="en-US" sz="1800" dirty="0"/>
              <a:t>，该表达式可以任意复杂，其</a:t>
            </a:r>
            <a:r>
              <a:rPr lang="zh-CN" altLang="en-US" sz="1800" dirty="0"/>
              <a:t>计算结果可以看作是函数的返回值。</a:t>
            </a:r>
            <a:endParaRPr lang="zh-CN" alt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标题 47105"/>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5.6  </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lambda</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表达式</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69634" name="文本占位符 47106"/>
          <p:cNvSpPr>
            <a:spLocks noGrp="1"/>
          </p:cNvSpPr>
          <p:nvPr>
            <p:ph idx="1"/>
          </p:nvPr>
        </p:nvSpPr>
        <p:spPr/>
        <p:txBody>
          <a:bodyPr wrap="square" lIns="68591" tIns="34295" rIns="68591" bIns="34295" anchor="t"/>
          <a:lstStyle/>
          <a:p>
            <a:pPr eaLnBrk="1" fontAlgn="base"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&gt;&gt;&gt; f = lambda x, y, z: x+y+z        #</a:t>
            </a:r>
            <a:r>
              <a:rPr lang="zh-CN" altLang="en-US" sz="1800" strike="noStrike" noProof="1">
                <a:latin typeface="Consolas" panose="020B0609020204030204" pitchFamily="49" charset="0"/>
              </a:rPr>
              <a:t>可以给</a:t>
            </a:r>
            <a:r>
              <a:rPr lang="en-US" altLang="zh-CN" sz="1800" strike="noStrike" noProof="1">
                <a:latin typeface="Consolas" panose="020B0609020204030204" pitchFamily="49" charset="0"/>
              </a:rPr>
              <a:t>lambda</a:t>
            </a:r>
            <a:r>
              <a:rPr lang="zh-CN" altLang="en-US" sz="1800" strike="noStrike" noProof="1">
                <a:latin typeface="Consolas" panose="020B0609020204030204" pitchFamily="49" charset="0"/>
              </a:rPr>
              <a:t>表达式起名字</a:t>
            </a:r>
            <a:endParaRPr lang="zh-CN" altLang="en-US"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&gt;&gt;&gt; f(1,2,3)                         #</a:t>
            </a:r>
            <a:r>
              <a:rPr lang="zh-CN" altLang="en-US" sz="1800" strike="noStrike" noProof="1">
                <a:latin typeface="Consolas" panose="020B0609020204030204" pitchFamily="49" charset="0"/>
              </a:rPr>
              <a:t>像函数一样调用</a:t>
            </a:r>
            <a:endParaRPr lang="zh-CN" altLang="en-US"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solidFill>
                  <a:srgbClr val="00B0F0"/>
                </a:solidFill>
                <a:latin typeface="Consolas" panose="020B0609020204030204" pitchFamily="49" charset="0"/>
              </a:rPr>
              <a:t>6</a:t>
            </a:r>
            <a:endParaRPr lang="en-US" altLang="zh-CN" sz="1800" strike="noStrike" noProof="1">
              <a:solidFill>
                <a:srgbClr val="00B0F0"/>
              </a:solidFill>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&gt;&gt;&gt; g = lambda x, y=2, z=3: x+y+z    #</a:t>
            </a:r>
            <a:r>
              <a:rPr lang="zh-CN" altLang="en-US" sz="1800" strike="noStrike" noProof="1">
                <a:latin typeface="Consolas" panose="020B0609020204030204" pitchFamily="49" charset="0"/>
              </a:rPr>
              <a:t>参数默认值</a:t>
            </a:r>
            <a:endParaRPr lang="zh-CN" altLang="en-US"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&gt;&gt;&gt; g(1)</a:t>
            </a:r>
            <a:endParaRPr lang="en-US" altLang="zh-CN"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solidFill>
                  <a:srgbClr val="00B0F0"/>
                </a:solidFill>
                <a:latin typeface="Consolas" panose="020B0609020204030204" pitchFamily="49" charset="0"/>
              </a:rPr>
              <a:t>6</a:t>
            </a:r>
            <a:endParaRPr lang="en-US" altLang="zh-CN" sz="1800" strike="noStrike" noProof="1">
              <a:solidFill>
                <a:srgbClr val="00B0F0"/>
              </a:solidFill>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&gt;&gt;&gt; g(2, z=4, y=5)                   #</a:t>
            </a:r>
            <a:r>
              <a:rPr lang="zh-CN" altLang="en-US" sz="1800" strike="noStrike" noProof="1">
                <a:latin typeface="Consolas" panose="020B0609020204030204" pitchFamily="49" charset="0"/>
              </a:rPr>
              <a:t>关键参数</a:t>
            </a:r>
            <a:endParaRPr lang="zh-CN" altLang="en-US"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solidFill>
                  <a:srgbClr val="00B0F0"/>
                </a:solidFill>
                <a:latin typeface="Consolas" panose="020B0609020204030204" pitchFamily="49" charset="0"/>
              </a:rPr>
              <a:t>11</a:t>
            </a:r>
            <a:endParaRPr lang="en-US" altLang="zh-CN" sz="1800" strike="noStrike" noProof="1">
              <a:solidFill>
                <a:srgbClr val="00B0F0"/>
              </a:solidFill>
              <a:latin typeface="Consolas" panose="020B0609020204030204" pitchFamily="49" charset="0"/>
            </a:endParaRPr>
          </a:p>
          <a:p>
            <a:pPr eaLnBrk="1" fontAlgn="base" hangingPunct="1">
              <a:lnSpc>
                <a:spcPct val="80000"/>
              </a:lnSpc>
              <a:spcBef>
                <a:spcPct val="0"/>
              </a:spcBef>
              <a:buSzPct val="90000"/>
              <a:buFont typeface="Wingdings" panose="05000000000000000000" pitchFamily="2" charset="2"/>
              <a:buNone/>
            </a:pPr>
            <a:endParaRPr lang="zh-CN" altLang="en-US" sz="1800" strike="noStrike" noProof="1"/>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5.6  </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lambda</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表达式</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70658" name="内容占位符 2"/>
          <p:cNvSpPr>
            <a:spLocks noGrp="1"/>
          </p:cNvSpPr>
          <p:nvPr>
            <p:ph idx="1"/>
          </p:nvPr>
        </p:nvSpPr>
        <p:spPr/>
        <p:txBody>
          <a:bodyPr wrap="square" lIns="68591" tIns="34295" rIns="68591" bIns="34295" anchor="t"/>
          <a:lstStyle/>
          <a:p>
            <a:pPr eaLnBrk="1" latinLnBrk="0"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L = [(lambda x: x**2),                   #</a:t>
            </a:r>
            <a:r>
              <a:rPr lang="zh-CN" altLang="en-US" sz="1600" strike="noStrike" noProof="1">
                <a:latin typeface="Consolas" panose="020B0609020204030204" pitchFamily="49" charset="0"/>
              </a:rPr>
              <a:t>匿名函数</a:t>
            </a:r>
            <a:endParaRPr lang="en-US" altLang="zh-CN" sz="1600" strike="noStrike" noProof="1">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         (lambda x: x**3),</a:t>
            </a:r>
            <a:endParaRPr lang="en-US" altLang="zh-CN" sz="1600" strike="noStrike" noProof="1">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         (lambda x: x**4)]</a:t>
            </a:r>
            <a:endParaRPr lang="en-US" altLang="zh-CN" sz="1600" strike="noStrike" noProof="1">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print(L[0](2),L[1](2),L[2](2))           #</a:t>
            </a:r>
            <a:r>
              <a:rPr lang="zh-CN" altLang="en-US" sz="1600" strike="noStrike" noProof="1">
                <a:latin typeface="Consolas" panose="020B0609020204030204" pitchFamily="49" charset="0"/>
              </a:rPr>
              <a:t>调用</a:t>
            </a:r>
            <a:r>
              <a:rPr lang="en-US" altLang="zh-CN" sz="1600" strike="noStrike" noProof="1">
                <a:latin typeface="Consolas" panose="020B0609020204030204" pitchFamily="49" charset="0"/>
              </a:rPr>
              <a:t>lambda</a:t>
            </a:r>
            <a:r>
              <a:rPr lang="zh-CN" altLang="en-US" sz="1600" strike="noStrike" noProof="1">
                <a:latin typeface="Consolas" panose="020B0609020204030204" pitchFamily="49" charset="0"/>
              </a:rPr>
              <a:t>表达式</a:t>
            </a:r>
            <a:endParaRPr lang="en-US" altLang="zh-CN" sz="1600" strike="noStrike" noProof="1">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4 8 16</a:t>
            </a:r>
            <a:endParaRPr lang="en-US" altLang="zh-CN" sz="1600" strike="noStrike" noProof="1">
              <a:solidFill>
                <a:srgbClr val="00B0F0"/>
              </a:solidFill>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D = {'f1':(lambda:2+3), 'f2':(lambda:2*3), 'f3':(lambda:2**3)}</a:t>
            </a:r>
            <a:endParaRPr lang="en-US" altLang="zh-CN" sz="1600" strike="noStrike" noProof="1">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print(D['f1'](), D['f2'](), D['f3']())</a:t>
            </a:r>
            <a:endParaRPr lang="en-US" altLang="zh-CN" sz="1600" strike="noStrike" noProof="1">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5 6 8</a:t>
            </a:r>
            <a:endParaRPr lang="en-US" altLang="zh-CN" sz="1600" strike="noStrike" noProof="1">
              <a:solidFill>
                <a:srgbClr val="00B0F0"/>
              </a:solidFill>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L = [1,2,3,4,5]</a:t>
            </a:r>
            <a:endParaRPr lang="en-US" altLang="zh-CN" sz="1600" strike="noStrike" noProof="1">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print(list(map(lambda x: x+10, L)))      #lambda</a:t>
            </a:r>
            <a:r>
              <a:rPr lang="zh-CN" altLang="en-US" sz="1600" strike="noStrike" noProof="1">
                <a:latin typeface="Consolas" panose="020B0609020204030204" pitchFamily="49" charset="0"/>
              </a:rPr>
              <a:t>表达式作为函数参数</a:t>
            </a:r>
            <a:endParaRPr lang="zh-CN" altLang="en-US" sz="1600" strike="noStrike" noProof="1">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[11, 12, 13, 14, 15]</a:t>
            </a:r>
            <a:endParaRPr lang="en-US" altLang="zh-CN" sz="1600" strike="noStrike" noProof="1">
              <a:solidFill>
                <a:srgbClr val="00B0F0"/>
              </a:solidFill>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L</a:t>
            </a:r>
            <a:endParaRPr lang="en-US" altLang="zh-CN" sz="1600" strike="noStrike" noProof="1">
              <a:latin typeface="Consolas" panose="020B0609020204030204" pitchFamily="49" charset="0"/>
            </a:endParaRPr>
          </a:p>
          <a:p>
            <a:pPr eaLnBrk="1" latinLnBrk="0" hangingPunct="1">
              <a:spcBef>
                <a:spcPct val="0"/>
              </a:spcBef>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[1, 2, 3, 4, 5]</a:t>
            </a:r>
            <a:endParaRPr lang="en-US" altLang="zh-CN" sz="1600" strike="noStrike" noProof="1">
              <a:solidFill>
                <a:srgbClr val="00B0F0"/>
              </a:solidFill>
              <a:latin typeface="Consolas" panose="020B0609020204030204" pitchFamily="49"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48129"/>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5.6  </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lambda</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表达式</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71682" name="文本占位符 48130"/>
          <p:cNvSpPr>
            <a:spLocks noGrp="1"/>
          </p:cNvSpPr>
          <p:nvPr>
            <p:ph idx="1"/>
          </p:nvPr>
        </p:nvSpPr>
        <p:spPr>
          <a:xfrm>
            <a:off x="409575" y="1200150"/>
            <a:ext cx="8342630" cy="3395980"/>
          </a:xfrm>
        </p:spPr>
        <p:txBody>
          <a:bodyPr wrap="square" lIns="68591" tIns="34295" rIns="68591" bIns="34295" anchor="t"/>
          <a:lstStyle/>
          <a:p>
            <a:pPr eaLnBrk="1" fontAlgn="base" hangingPunct="1">
              <a:buSzPct val="90000"/>
              <a:buFont typeface="Wingdings" panose="05000000000000000000" pitchFamily="2" charset="2"/>
              <a:buNone/>
            </a:pPr>
            <a:r>
              <a:rPr lang="pt-BR" altLang="en-US" sz="1600" strike="noStrike" noProof="1">
                <a:latin typeface="Consolas" panose="020B0609020204030204" pitchFamily="49" charset="0"/>
              </a:rPr>
              <a:t>&gt;&gt;&gt; def demo(n):</a:t>
            </a:r>
            <a:endParaRPr lang="pt-BR" altLang="en-US" sz="1600" strike="noStrike" noProof="1">
              <a:latin typeface="Consolas" panose="020B0609020204030204" pitchFamily="49" charset="0"/>
            </a:endParaRPr>
          </a:p>
          <a:p>
            <a:pPr eaLnBrk="1" fontAlgn="base" hangingPunct="1">
              <a:buSzPct val="90000"/>
              <a:buFont typeface="Wingdings" panose="05000000000000000000" pitchFamily="2" charset="2"/>
              <a:buNone/>
            </a:pPr>
            <a:r>
              <a:rPr lang="en-US" altLang="zh-CN" sz="1600" strike="noStrike" noProof="1">
                <a:latin typeface="Consolas" panose="020B0609020204030204" pitchFamily="49" charset="0"/>
              </a:rPr>
              <a:t>    </a:t>
            </a:r>
            <a:r>
              <a:rPr lang="pt-BR" altLang="en-US" sz="1600" strike="noStrike" noProof="1">
                <a:latin typeface="Consolas" panose="020B0609020204030204" pitchFamily="49" charset="0"/>
              </a:rPr>
              <a:t>return n*n</a:t>
            </a:r>
            <a:endParaRPr lang="pt-BR" altLang="en-US" sz="1600" strike="noStrike" noProof="1">
              <a:latin typeface="Consolas" panose="020B0609020204030204" pitchFamily="49" charset="0"/>
            </a:endParaRPr>
          </a:p>
          <a:p>
            <a:pPr eaLnBrk="1" fontAlgn="base" hangingPunct="1">
              <a:buSzPct val="90000"/>
              <a:buFont typeface="Wingdings" panose="05000000000000000000" pitchFamily="2" charset="2"/>
              <a:buNone/>
            </a:pPr>
            <a:endParaRPr lang="pt-BR" altLang="en-US" sz="1600" strike="noStrike" noProof="1">
              <a:latin typeface="Consolas" panose="020B0609020204030204" pitchFamily="49" charset="0"/>
            </a:endParaRPr>
          </a:p>
          <a:p>
            <a:pPr eaLnBrk="1" fontAlgn="base" hangingPunct="1">
              <a:buSzPct val="90000"/>
              <a:buFont typeface="Wingdings" panose="05000000000000000000" pitchFamily="2" charset="2"/>
              <a:buNone/>
            </a:pPr>
            <a:r>
              <a:rPr lang="pt-BR" altLang="en-US" sz="1600" strike="noStrike" noProof="1">
                <a:latin typeface="Consolas" panose="020B0609020204030204" pitchFamily="49" charset="0"/>
              </a:rPr>
              <a:t>&gt;&gt;&gt; demo(5)</a:t>
            </a:r>
            <a:endParaRPr lang="pt-BR" altLang="en-US" sz="1600" strike="noStrike" noProof="1">
              <a:latin typeface="Consolas" panose="020B0609020204030204" pitchFamily="49" charset="0"/>
            </a:endParaRPr>
          </a:p>
          <a:p>
            <a:pPr eaLnBrk="1" fontAlgn="base" hangingPunct="1">
              <a:buSzPct val="90000"/>
              <a:buFont typeface="Wingdings" panose="05000000000000000000" pitchFamily="2" charset="2"/>
              <a:buNone/>
            </a:pPr>
            <a:r>
              <a:rPr lang="pt-BR" altLang="en-US" sz="1600" strike="noStrike" noProof="1">
                <a:solidFill>
                  <a:srgbClr val="00B0F0"/>
                </a:solidFill>
                <a:latin typeface="Consolas" panose="020B0609020204030204" pitchFamily="49" charset="0"/>
              </a:rPr>
              <a:t>25</a:t>
            </a:r>
            <a:endParaRPr lang="pt-BR" altLang="en-US" sz="1600" strike="noStrike" noProof="1">
              <a:solidFill>
                <a:srgbClr val="00B0F0"/>
              </a:solidFill>
              <a:latin typeface="Consolas" panose="020B0609020204030204" pitchFamily="49" charset="0"/>
            </a:endParaRPr>
          </a:p>
          <a:p>
            <a:pPr eaLnBrk="1" fontAlgn="base" hangingPunct="1">
              <a:buSzPct val="90000"/>
              <a:buFont typeface="Wingdings" panose="05000000000000000000" pitchFamily="2" charset="2"/>
              <a:buNone/>
            </a:pPr>
            <a:r>
              <a:rPr lang="pt-BR" altLang="en-US" sz="1600" strike="noStrike" noProof="1">
                <a:latin typeface="Consolas" panose="020B0609020204030204" pitchFamily="49" charset="0"/>
              </a:rPr>
              <a:t>&gt;&gt;&gt; a_list = [1,2,3,4,5]</a:t>
            </a:r>
            <a:endParaRPr lang="pt-BR" altLang="en-US" sz="1600" strike="noStrike" noProof="1">
              <a:latin typeface="Consolas" panose="020B0609020204030204" pitchFamily="49" charset="0"/>
            </a:endParaRPr>
          </a:p>
          <a:p>
            <a:pPr eaLnBrk="1" fontAlgn="base" hangingPunct="1">
              <a:buSzPct val="90000"/>
              <a:buFont typeface="Wingdings" panose="05000000000000000000" pitchFamily="2" charset="2"/>
              <a:buNone/>
            </a:pPr>
            <a:r>
              <a:rPr lang="en-US" altLang="zh-CN" sz="1600" strike="noStrike" noProof="1">
                <a:latin typeface="Consolas" panose="020B0609020204030204" pitchFamily="49" charset="0"/>
              </a:rPr>
              <a:t>&gt;&gt;&gt; list(map(lambda x: demo(x), a_list))  #</a:t>
            </a:r>
            <a:r>
              <a:rPr lang="zh-CN" altLang="en-US" sz="1600" strike="noStrike" noProof="1">
                <a:latin typeface="Consolas" panose="020B0609020204030204" pitchFamily="49" charset="0"/>
              </a:rPr>
              <a:t>在</a:t>
            </a:r>
            <a:r>
              <a:rPr lang="en-US" altLang="zh-CN" sz="1600" strike="noStrike" noProof="1">
                <a:latin typeface="Consolas" panose="020B0609020204030204" pitchFamily="49" charset="0"/>
              </a:rPr>
              <a:t>lambda</a:t>
            </a:r>
            <a:r>
              <a:rPr lang="zh-CN" altLang="en-US" sz="1600" strike="noStrike" noProof="1">
                <a:latin typeface="Consolas" panose="020B0609020204030204" pitchFamily="49" charset="0"/>
              </a:rPr>
              <a:t>表达式中调用函数</a:t>
            </a:r>
            <a:endParaRPr lang="zh-CN" altLang="en-US" sz="1600" strike="noStrike" noProof="1">
              <a:latin typeface="Consolas" panose="020B0609020204030204" pitchFamily="49" charset="0"/>
            </a:endParaRPr>
          </a:p>
          <a:p>
            <a:pPr eaLnBrk="1" fontAlgn="base" hangingPunct="1">
              <a:buSzPct val="90000"/>
              <a:buFont typeface="Wingdings" panose="05000000000000000000" pitchFamily="2" charset="2"/>
              <a:buNone/>
            </a:pPr>
            <a:r>
              <a:rPr lang="zh-CN" altLang="en-US" sz="1600" strike="noStrike" noProof="1">
                <a:latin typeface="Consolas" panose="020B0609020204030204" pitchFamily="49" charset="0"/>
              </a:rPr>
              <a:t>                                          </a:t>
            </a:r>
            <a:r>
              <a:rPr lang="en-US" altLang="zh-CN" sz="1600" strike="noStrike" noProof="1">
                <a:latin typeface="Consolas" panose="020B0609020204030204" pitchFamily="49" charset="0"/>
              </a:rPr>
              <a:t>#</a:t>
            </a:r>
            <a:r>
              <a:rPr lang="zh-CN" altLang="en-US" sz="1600" strike="noStrike" noProof="1">
                <a:latin typeface="Consolas" panose="020B0609020204030204" pitchFamily="49" charset="0"/>
              </a:rPr>
              <a:t>等价于</a:t>
            </a:r>
            <a:r>
              <a:rPr lang="en-US" altLang="zh-CN" sz="1600" strike="noStrike" noProof="1">
                <a:latin typeface="Consolas" panose="020B0609020204030204" pitchFamily="49" charset="0"/>
              </a:rPr>
              <a:t>list(map(demo, a_list))</a:t>
            </a:r>
            <a:endParaRPr lang="zh-CN" altLang="en-US" sz="1600" strike="noStrike" noProof="1">
              <a:latin typeface="Consolas" panose="020B0609020204030204" pitchFamily="49" charset="0"/>
            </a:endParaRPr>
          </a:p>
          <a:p>
            <a:pPr eaLnBrk="1" fontAlgn="base" hangingPunct="1">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[1, 4, 9, 16, 25]</a:t>
            </a:r>
            <a:endParaRPr lang="en-US" altLang="zh-CN" sz="1600" strike="noStrike" noProof="1">
              <a:solidFill>
                <a:srgbClr val="00B0F0"/>
              </a:solidFill>
              <a:latin typeface="Consolas" panose="020B0609020204030204" pitchFamily="49"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标题 49153"/>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5.6  </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lambda</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表达式</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72706" name="文本占位符 49154"/>
          <p:cNvSpPr>
            <a:spLocks noGrp="1"/>
          </p:cNvSpPr>
          <p:nvPr>
            <p:ph idx="1"/>
          </p:nvPr>
        </p:nvSpPr>
        <p:spPr/>
        <p:txBody>
          <a:bodyPr wrap="square" lIns="68591" tIns="34295" rIns="68591" bIns="34295" anchor="t"/>
          <a:lstStyle/>
          <a:p>
            <a:pPr eaLnBrk="1" hangingPunct="1">
              <a:spcBef>
                <a:spcPts val="200"/>
              </a:spcBef>
              <a:buSzPct val="90000"/>
              <a:buFont typeface="Wingdings" panose="05000000000000000000" pitchFamily="2" charset="2"/>
              <a:buNone/>
            </a:pPr>
            <a:r>
              <a:rPr lang="en-US" altLang="zh-CN" sz="1600" dirty="0">
                <a:latin typeface="Consolas" panose="020B0609020204030204" pitchFamily="49" charset="0"/>
              </a:rPr>
              <a:t>&gt;&gt;&gt; data = list(range(20))           #</a:t>
            </a:r>
            <a:r>
              <a:rPr lang="zh-CN" altLang="en-US" sz="1600" dirty="0">
                <a:latin typeface="Consolas" panose="020B0609020204030204" pitchFamily="49" charset="0"/>
              </a:rPr>
              <a:t>创建列表</a:t>
            </a:r>
            <a:endParaRPr lang="zh-CN" altLang="en-US" sz="1600" dirty="0">
              <a:latin typeface="Consolas" panose="020B0609020204030204" pitchFamily="49" charset="0"/>
            </a:endParaRPr>
          </a:p>
          <a:p>
            <a:pPr eaLnBrk="1" hangingPunct="1">
              <a:spcBef>
                <a:spcPts val="200"/>
              </a:spcBef>
              <a:buSzPct val="90000"/>
              <a:buFont typeface="Wingdings" panose="05000000000000000000" pitchFamily="2" charset="2"/>
              <a:buNone/>
            </a:pPr>
            <a:r>
              <a:rPr lang="en-US" altLang="zh-CN" sz="1600" dirty="0">
                <a:latin typeface="Consolas" panose="020B0609020204030204" pitchFamily="49" charset="0"/>
              </a:rPr>
              <a:t>&gt;&gt;&gt; data</a:t>
            </a:r>
            <a:endParaRPr lang="en-US" altLang="zh-CN" sz="1600" dirty="0">
              <a:latin typeface="Consolas" panose="020B0609020204030204" pitchFamily="49" charset="0"/>
            </a:endParaRPr>
          </a:p>
          <a:p>
            <a:pPr eaLnBrk="1" hangingPunct="1">
              <a:spcBef>
                <a:spcPts val="200"/>
              </a:spcBef>
              <a:buSzPct val="90000"/>
              <a:buFont typeface="Wingdings" panose="05000000000000000000" pitchFamily="2" charset="2"/>
              <a:buNone/>
            </a:pPr>
            <a:r>
              <a:rPr lang="en-US" altLang="zh-CN" sz="1600" dirty="0">
                <a:solidFill>
                  <a:srgbClr val="00B0F0"/>
                </a:solidFill>
                <a:latin typeface="Consolas" panose="020B0609020204030204" pitchFamily="49" charset="0"/>
              </a:rPr>
              <a:t>[0, 1, 2, 3, 4, 5, 6, 7, 8, 9, 10, 11, 12, 13, 14, 15, 16, 17, 18, 19]</a:t>
            </a:r>
            <a:endParaRPr lang="en-US" altLang="zh-CN" sz="1600" dirty="0">
              <a:solidFill>
                <a:srgbClr val="00B0F0"/>
              </a:solidFill>
              <a:latin typeface="Consolas" panose="020B0609020204030204" pitchFamily="49" charset="0"/>
            </a:endParaRPr>
          </a:p>
          <a:p>
            <a:pPr eaLnBrk="1" hangingPunct="1">
              <a:spcBef>
                <a:spcPts val="200"/>
              </a:spcBef>
              <a:buSzPct val="90000"/>
              <a:buFont typeface="Wingdings" panose="05000000000000000000" pitchFamily="2" charset="2"/>
              <a:buNone/>
            </a:pPr>
            <a:r>
              <a:rPr lang="en-US" altLang="zh-CN" sz="1600" dirty="0">
                <a:latin typeface="Consolas" panose="020B0609020204030204" pitchFamily="49" charset="0"/>
              </a:rPr>
              <a:t>&gt;&gt;&gt; import random</a:t>
            </a:r>
            <a:endParaRPr lang="en-US" altLang="zh-CN" sz="1600" dirty="0">
              <a:latin typeface="Consolas" panose="020B0609020204030204" pitchFamily="49" charset="0"/>
            </a:endParaRPr>
          </a:p>
          <a:p>
            <a:pPr eaLnBrk="1" hangingPunct="1">
              <a:spcBef>
                <a:spcPts val="200"/>
              </a:spcBef>
              <a:buSzPct val="90000"/>
              <a:buFont typeface="Wingdings" panose="05000000000000000000" pitchFamily="2" charset="2"/>
              <a:buNone/>
            </a:pPr>
            <a:r>
              <a:rPr lang="en-US" altLang="zh-CN" sz="1600" dirty="0">
                <a:latin typeface="Consolas" panose="020B0609020204030204" pitchFamily="49" charset="0"/>
              </a:rPr>
              <a:t>&gt;&gt;&gt; random.shuffle(data)             #</a:t>
            </a:r>
            <a:r>
              <a:rPr lang="zh-CN" altLang="en-US" sz="1600" dirty="0">
                <a:latin typeface="Consolas" panose="020B0609020204030204" pitchFamily="49" charset="0"/>
              </a:rPr>
              <a:t>打乱顺序</a:t>
            </a:r>
            <a:endParaRPr lang="zh-CN" altLang="en-US" sz="1600" dirty="0">
              <a:latin typeface="Consolas" panose="020B0609020204030204" pitchFamily="49" charset="0"/>
            </a:endParaRPr>
          </a:p>
          <a:p>
            <a:pPr eaLnBrk="1" hangingPunct="1">
              <a:spcBef>
                <a:spcPts val="200"/>
              </a:spcBef>
              <a:buSzPct val="90000"/>
              <a:buFont typeface="Wingdings" panose="05000000000000000000" pitchFamily="2" charset="2"/>
              <a:buNone/>
            </a:pPr>
            <a:r>
              <a:rPr lang="en-US" altLang="zh-CN" sz="1600" dirty="0">
                <a:latin typeface="Consolas" panose="020B0609020204030204" pitchFamily="49" charset="0"/>
              </a:rPr>
              <a:t>&gt;&gt;&gt; data</a:t>
            </a:r>
            <a:endParaRPr lang="en-US" altLang="zh-CN" sz="1600" dirty="0">
              <a:latin typeface="Consolas" panose="020B0609020204030204" pitchFamily="49" charset="0"/>
            </a:endParaRPr>
          </a:p>
          <a:p>
            <a:pPr eaLnBrk="1" hangingPunct="1">
              <a:spcBef>
                <a:spcPts val="200"/>
              </a:spcBef>
              <a:buSzPct val="90000"/>
              <a:buFont typeface="Wingdings" panose="05000000000000000000" pitchFamily="2" charset="2"/>
              <a:buNone/>
            </a:pPr>
            <a:r>
              <a:rPr lang="en-US" altLang="zh-CN" sz="1600" dirty="0">
                <a:solidFill>
                  <a:srgbClr val="00B0F0"/>
                </a:solidFill>
                <a:latin typeface="Consolas" panose="020B0609020204030204" pitchFamily="49" charset="0"/>
              </a:rPr>
              <a:t>[4, 3, 11, 13, 12, 15, 9, 2, 10, 6, 19, 18, 14, 8, 0, 7, 5, 17, 1, 16]</a:t>
            </a:r>
            <a:endParaRPr lang="en-US" altLang="zh-CN" sz="1600" dirty="0">
              <a:solidFill>
                <a:srgbClr val="00B0F0"/>
              </a:solidFill>
              <a:latin typeface="Consolas" panose="020B0609020204030204" pitchFamily="49" charset="0"/>
            </a:endParaRPr>
          </a:p>
          <a:p>
            <a:pPr eaLnBrk="1" hangingPunct="1">
              <a:spcBef>
                <a:spcPts val="200"/>
              </a:spcBef>
              <a:buSzPct val="90000"/>
              <a:buFont typeface="Wingdings" panose="05000000000000000000" pitchFamily="2" charset="2"/>
              <a:buNone/>
            </a:pPr>
            <a:r>
              <a:rPr lang="en-US" altLang="zh-CN" sz="1600" dirty="0">
                <a:latin typeface="Consolas" panose="020B0609020204030204" pitchFamily="49" charset="0"/>
              </a:rPr>
              <a:t>&gt;&gt;&gt; data.sort(key=lambda x: x)       #</a:t>
            </a:r>
            <a:r>
              <a:rPr lang="zh-CN" altLang="en-US" sz="1600" dirty="0">
                <a:latin typeface="Consolas" panose="020B0609020204030204" pitchFamily="49" charset="0"/>
              </a:rPr>
              <a:t>和不指定规则效果一样</a:t>
            </a:r>
            <a:endParaRPr lang="zh-CN" altLang="en-US" sz="1600" dirty="0">
              <a:latin typeface="Consolas" panose="020B0609020204030204" pitchFamily="49" charset="0"/>
            </a:endParaRPr>
          </a:p>
          <a:p>
            <a:pPr eaLnBrk="1" hangingPunct="1">
              <a:spcBef>
                <a:spcPts val="200"/>
              </a:spcBef>
              <a:buSzPct val="90000"/>
              <a:buFont typeface="Wingdings" panose="05000000000000000000" pitchFamily="2" charset="2"/>
              <a:buNone/>
            </a:pPr>
            <a:r>
              <a:rPr lang="en-US" altLang="zh-CN" sz="1600" dirty="0">
                <a:latin typeface="Consolas" panose="020B0609020204030204" pitchFamily="49" charset="0"/>
              </a:rPr>
              <a:t>&gt;&gt;&gt; data</a:t>
            </a:r>
            <a:endParaRPr lang="en-US" altLang="zh-CN" sz="1600" dirty="0">
              <a:latin typeface="Consolas" panose="020B0609020204030204" pitchFamily="49" charset="0"/>
            </a:endParaRPr>
          </a:p>
          <a:p>
            <a:pPr eaLnBrk="1" hangingPunct="1">
              <a:spcBef>
                <a:spcPts val="200"/>
              </a:spcBef>
              <a:buSzPct val="90000"/>
              <a:buFont typeface="Wingdings" panose="05000000000000000000" pitchFamily="2" charset="2"/>
              <a:buNone/>
            </a:pPr>
            <a:r>
              <a:rPr lang="en-US" altLang="zh-CN" sz="1600" dirty="0">
                <a:solidFill>
                  <a:srgbClr val="00B0F0"/>
                </a:solidFill>
                <a:latin typeface="Consolas" panose="020B0609020204030204" pitchFamily="49" charset="0"/>
              </a:rPr>
              <a:t>[0, 1, 2, 3, 4, 5, 6, 7, 8, 9, 10, 11, 12, 13, 14, 15, 16, 17, 18, 19]</a:t>
            </a:r>
            <a:endParaRPr lang="en-US" altLang="zh-CN" sz="1600" dirty="0">
              <a:solidFill>
                <a:srgbClr val="00B0F0"/>
              </a:solidFill>
              <a:latin typeface="Consolas" panose="020B0609020204030204" pitchFamily="49"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5.6  </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lambda</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表达式</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73730" name="内容占位符 2"/>
          <p:cNvSpPr>
            <a:spLocks noGrp="1"/>
          </p:cNvSpPr>
          <p:nvPr>
            <p:ph idx="1"/>
          </p:nvPr>
        </p:nvSpPr>
        <p:spPr/>
        <p:txBody>
          <a:bodyPr wrap="square" lIns="68591" tIns="34295" rIns="68591" bIns="34295" anchor="t"/>
          <a:lstStyle/>
          <a:p>
            <a:pPr eaLnBrk="1" hangingPunct="1">
              <a:spcBef>
                <a:spcPts val="200"/>
              </a:spcBef>
              <a:buSzPct val="90000"/>
              <a:buFont typeface="Wingdings" panose="05000000000000000000" pitchFamily="2" charset="2"/>
              <a:buNone/>
            </a:pPr>
            <a:r>
              <a:rPr lang="en-US" altLang="zh-CN" sz="1600" dirty="0">
                <a:latin typeface="Consolas" panose="020B0609020204030204" pitchFamily="49" charset="0"/>
              </a:rPr>
              <a:t>&gt;&gt;&gt; data.sort(key=lambda x: len(str(x))) #</a:t>
            </a:r>
            <a:r>
              <a:rPr lang="zh-CN" altLang="en-US" sz="1600" dirty="0">
                <a:latin typeface="Consolas" panose="020B0609020204030204" pitchFamily="49" charset="0"/>
              </a:rPr>
              <a:t>按转换成字符串以后的长度排序</a:t>
            </a:r>
            <a:endParaRPr lang="zh-CN" altLang="en-US" sz="1600" dirty="0">
              <a:latin typeface="Consolas" panose="020B0609020204030204" pitchFamily="49" charset="0"/>
            </a:endParaRPr>
          </a:p>
          <a:p>
            <a:pPr eaLnBrk="1" hangingPunct="1">
              <a:spcBef>
                <a:spcPts val="200"/>
              </a:spcBef>
              <a:buSzPct val="90000"/>
              <a:buFont typeface="Wingdings" panose="05000000000000000000" pitchFamily="2" charset="2"/>
              <a:buNone/>
            </a:pPr>
            <a:r>
              <a:rPr lang="en-US" altLang="zh-CN" sz="1600" dirty="0">
                <a:latin typeface="Consolas" panose="020B0609020204030204" pitchFamily="49" charset="0"/>
              </a:rPr>
              <a:t>&gt;&gt;&gt; data</a:t>
            </a:r>
            <a:endParaRPr lang="en-US" altLang="zh-CN" sz="1600" dirty="0">
              <a:latin typeface="Consolas" panose="020B0609020204030204" pitchFamily="49" charset="0"/>
            </a:endParaRPr>
          </a:p>
          <a:p>
            <a:pPr eaLnBrk="1" hangingPunct="1">
              <a:spcBef>
                <a:spcPts val="200"/>
              </a:spcBef>
              <a:buSzPct val="90000"/>
              <a:buFont typeface="Wingdings" panose="05000000000000000000" pitchFamily="2" charset="2"/>
              <a:buNone/>
            </a:pPr>
            <a:r>
              <a:rPr lang="en-US" altLang="zh-CN" sz="1600" dirty="0">
                <a:solidFill>
                  <a:srgbClr val="00B0F0"/>
                </a:solidFill>
                <a:latin typeface="Consolas" panose="020B0609020204030204" pitchFamily="49" charset="0"/>
              </a:rPr>
              <a:t>[0, 1, 2, 3, 4, 5, 6, 7, 8, 9, 10, 11, 12, 13, 14, 15, 16, 17, 18, 19]</a:t>
            </a:r>
            <a:endParaRPr lang="en-US" altLang="zh-CN" sz="1600" dirty="0">
              <a:solidFill>
                <a:srgbClr val="00B0F0"/>
              </a:solidFill>
              <a:latin typeface="Consolas" panose="020B0609020204030204" pitchFamily="49" charset="0"/>
            </a:endParaRPr>
          </a:p>
          <a:p>
            <a:pPr eaLnBrk="1" hangingPunct="1">
              <a:spcBef>
                <a:spcPts val="200"/>
              </a:spcBef>
              <a:buSzPct val="90000"/>
              <a:buFont typeface="Wingdings" panose="05000000000000000000" pitchFamily="2" charset="2"/>
              <a:buNone/>
            </a:pPr>
            <a:r>
              <a:rPr lang="en-US" altLang="zh-CN" sz="1600" dirty="0">
                <a:latin typeface="Consolas" panose="020B0609020204030204" pitchFamily="49" charset="0"/>
              </a:rPr>
              <a:t>&gt;&gt;&gt; data.sort(key=lambda x: len(str(x)), reverse=True)</a:t>
            </a:r>
            <a:endParaRPr lang="en-US" altLang="zh-CN" sz="1600" dirty="0">
              <a:latin typeface="Consolas" panose="020B0609020204030204" pitchFamily="49" charset="0"/>
            </a:endParaRPr>
          </a:p>
          <a:p>
            <a:pPr eaLnBrk="1" hangingPunct="1">
              <a:spcBef>
                <a:spcPts val="200"/>
              </a:spcBef>
              <a:buSzPct val="90000"/>
              <a:buFont typeface="Wingdings" panose="05000000000000000000" pitchFamily="2" charset="2"/>
              <a:buNone/>
            </a:pPr>
            <a:r>
              <a:rPr lang="en-US" altLang="zh-CN" sz="1600" dirty="0">
                <a:latin typeface="Consolas" panose="020B0609020204030204" pitchFamily="49" charset="0"/>
              </a:rPr>
              <a:t>                                         #</a:t>
            </a:r>
            <a:r>
              <a:rPr lang="zh-CN" altLang="en-US" sz="1600" dirty="0">
                <a:latin typeface="Consolas" panose="020B0609020204030204" pitchFamily="49" charset="0"/>
              </a:rPr>
              <a:t>降序排序</a:t>
            </a:r>
            <a:endParaRPr lang="zh-CN" altLang="en-US" sz="1600" dirty="0">
              <a:latin typeface="Consolas" panose="020B0609020204030204" pitchFamily="49" charset="0"/>
            </a:endParaRPr>
          </a:p>
          <a:p>
            <a:pPr eaLnBrk="1" hangingPunct="1">
              <a:spcBef>
                <a:spcPts val="200"/>
              </a:spcBef>
              <a:buSzPct val="90000"/>
              <a:buFont typeface="Wingdings" panose="05000000000000000000" pitchFamily="2" charset="2"/>
              <a:buNone/>
            </a:pPr>
            <a:r>
              <a:rPr lang="en-US" altLang="zh-CN" sz="1600" dirty="0">
                <a:latin typeface="Consolas" panose="020B0609020204030204" pitchFamily="49" charset="0"/>
              </a:rPr>
              <a:t>&gt;&gt;&gt; data</a:t>
            </a:r>
            <a:endParaRPr lang="en-US" altLang="zh-CN" sz="1600" dirty="0">
              <a:latin typeface="Consolas" panose="020B0609020204030204" pitchFamily="49" charset="0"/>
            </a:endParaRPr>
          </a:p>
          <a:p>
            <a:pPr eaLnBrk="1" hangingPunct="1">
              <a:spcBef>
                <a:spcPts val="200"/>
              </a:spcBef>
              <a:buSzPct val="90000"/>
              <a:buFont typeface="Wingdings" panose="05000000000000000000" pitchFamily="2" charset="2"/>
              <a:buNone/>
            </a:pPr>
            <a:r>
              <a:rPr lang="en-US" altLang="zh-CN" sz="1600" dirty="0">
                <a:solidFill>
                  <a:srgbClr val="00B0F0"/>
                </a:solidFill>
                <a:latin typeface="Consolas" panose="020B0609020204030204" pitchFamily="49" charset="0"/>
              </a:rPr>
              <a:t>[10, 11, 12, 13, 14, 15, 16, 17, 18, 19, 0, 1, 2, 3, 4, 5, 6, 7, 8, 9]</a:t>
            </a:r>
            <a:endParaRPr lang="en-US" altLang="zh-CN" sz="1600" dirty="0">
              <a:solidFill>
                <a:srgbClr val="00B0F0"/>
              </a:solidFill>
              <a:latin typeface="Consolas" panose="020B0609020204030204" pitchFamily="49"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Arial" panose="020B0604020202020204" pitchFamily="34" charset="0"/>
              </a:rPr>
              <a:t>5.6  </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Arial" panose="020B0604020202020204" pitchFamily="34" charset="0"/>
              </a:rPr>
              <a:t>lambda</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Arial" panose="020B0604020202020204" pitchFamily="34" charset="0"/>
              </a:rPr>
              <a:t>表达式</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74754" name="内容占位符 2"/>
          <p:cNvSpPr>
            <a:spLocks noGrp="1"/>
          </p:cNvSpPr>
          <p:nvPr>
            <p:ph idx="1"/>
          </p:nvPr>
        </p:nvSpPr>
        <p:spPr/>
        <p:txBody>
          <a:bodyPr wrap="square" lIns="68591" tIns="34295" rIns="68591" bIns="34295" anchor="t"/>
          <a:lstStyle/>
          <a:p>
            <a:pPr marL="0" indent="0" eaLnBrk="1" hangingPunct="1">
              <a:buSzPct val="90000"/>
              <a:buFont typeface="Wingdings" panose="05000000000000000000" pitchFamily="2" charset="2"/>
              <a:buNone/>
            </a:pPr>
            <a:r>
              <a:rPr lang="zh-CN" altLang="en-US" sz="1600" dirty="0">
                <a:latin typeface="Consolas" panose="020B0609020204030204" pitchFamily="49" charset="0"/>
              </a:rPr>
              <a:t>&gt;&gt;&gt; import random</a:t>
            </a:r>
            <a:endParaRPr lang="zh-CN" altLang="en-US" sz="1600" dirty="0">
              <a:latin typeface="Consolas" panose="020B0609020204030204" pitchFamily="49" charset="0"/>
            </a:endParaRPr>
          </a:p>
          <a:p>
            <a:pPr marL="0" indent="0" eaLnBrk="1" hangingPunct="1">
              <a:buSzPct val="90000"/>
              <a:buFont typeface="Wingdings" panose="05000000000000000000" pitchFamily="2" charset="2"/>
              <a:buNone/>
            </a:pPr>
            <a:r>
              <a:rPr lang="zh-CN" altLang="en-US" sz="1600" dirty="0">
                <a:latin typeface="Consolas" panose="020B0609020204030204" pitchFamily="49" charset="0"/>
              </a:rPr>
              <a:t>&gt;&gt;&gt; x = [[random.randint(1,10) for j in range(5)] for i in range(5)]</a:t>
            </a:r>
            <a:endParaRPr lang="zh-CN" altLang="en-US" sz="1600" dirty="0">
              <a:latin typeface="Consolas" panose="020B0609020204030204" pitchFamily="49" charset="0"/>
            </a:endParaRPr>
          </a:p>
          <a:p>
            <a:pPr marL="0" indent="0" eaLnBrk="1" hangingPunct="1">
              <a:buSzPct val="90000"/>
              <a:buFont typeface="Wingdings" panose="05000000000000000000" pitchFamily="2" charset="2"/>
              <a:buNone/>
            </a:pPr>
            <a:r>
              <a:rPr lang="zh-CN" altLang="en-US" sz="1600" dirty="0">
                <a:latin typeface="Consolas" panose="020B0609020204030204" pitchFamily="49" charset="0"/>
              </a:rPr>
              <a:t>                                    </a:t>
            </a:r>
            <a:r>
              <a:rPr lang="en-US" altLang="zh-CN" sz="1600" dirty="0">
                <a:latin typeface="Consolas" panose="020B0609020204030204" pitchFamily="49" charset="0"/>
              </a:rPr>
              <a:t>#</a:t>
            </a:r>
            <a:r>
              <a:rPr lang="zh-CN" altLang="en-US" sz="1600" dirty="0">
                <a:latin typeface="Consolas" panose="020B0609020204030204" pitchFamily="49" charset="0"/>
              </a:rPr>
              <a:t>包含</a:t>
            </a:r>
            <a:r>
              <a:rPr lang="en-US" altLang="zh-CN" sz="1600" dirty="0">
                <a:latin typeface="Consolas" panose="020B0609020204030204" pitchFamily="49" charset="0"/>
              </a:rPr>
              <a:t>5</a:t>
            </a:r>
            <a:r>
              <a:rPr lang="zh-CN" altLang="en-US" sz="1600" dirty="0">
                <a:latin typeface="Consolas" panose="020B0609020204030204" pitchFamily="49" charset="0"/>
              </a:rPr>
              <a:t>个子列表的列表</a:t>
            </a:r>
            <a:endParaRPr lang="zh-CN" altLang="en-US" sz="1600" dirty="0">
              <a:latin typeface="Consolas" panose="020B0609020204030204" pitchFamily="49" charset="0"/>
            </a:endParaRPr>
          </a:p>
          <a:p>
            <a:pPr marL="0" indent="0" eaLnBrk="1" hangingPunct="1">
              <a:buSzPct val="90000"/>
              <a:buFont typeface="Wingdings" panose="05000000000000000000" pitchFamily="2" charset="2"/>
              <a:buNone/>
            </a:pPr>
            <a:r>
              <a:rPr lang="zh-CN" altLang="en-US" sz="1600" dirty="0">
                <a:latin typeface="Consolas" panose="020B0609020204030204" pitchFamily="49" charset="0"/>
              </a:rPr>
              <a:t>                                    </a:t>
            </a:r>
            <a:r>
              <a:rPr lang="en-US" altLang="zh-CN" sz="1600" dirty="0">
                <a:latin typeface="Consolas" panose="020B0609020204030204" pitchFamily="49" charset="0"/>
              </a:rPr>
              <a:t>#</a:t>
            </a:r>
            <a:r>
              <a:rPr lang="zh-CN" altLang="en-US" sz="1600" dirty="0">
                <a:latin typeface="Consolas" panose="020B0609020204030204" pitchFamily="49" charset="0"/>
              </a:rPr>
              <a:t>每个子列表中包含</a:t>
            </a:r>
            <a:r>
              <a:rPr lang="en-US" altLang="zh-CN" sz="1600" dirty="0">
                <a:latin typeface="Consolas" panose="020B0609020204030204" pitchFamily="49" charset="0"/>
              </a:rPr>
              <a:t>5</a:t>
            </a:r>
            <a:r>
              <a:rPr lang="zh-CN" altLang="en-US" sz="1600" dirty="0">
                <a:latin typeface="Consolas" panose="020B0609020204030204" pitchFamily="49" charset="0"/>
              </a:rPr>
              <a:t>个</a:t>
            </a:r>
            <a:r>
              <a:rPr lang="en-US" altLang="zh-CN" sz="1600" dirty="0">
                <a:latin typeface="Consolas" panose="020B0609020204030204" pitchFamily="49" charset="0"/>
              </a:rPr>
              <a:t>1</a:t>
            </a:r>
            <a:r>
              <a:rPr lang="zh-CN" altLang="en-US" sz="1600" dirty="0">
                <a:latin typeface="Consolas" panose="020B0609020204030204" pitchFamily="49" charset="0"/>
              </a:rPr>
              <a:t>到</a:t>
            </a:r>
            <a:r>
              <a:rPr lang="en-US" altLang="zh-CN" sz="1600" dirty="0">
                <a:latin typeface="Consolas" panose="020B0609020204030204" pitchFamily="49" charset="0"/>
              </a:rPr>
              <a:t>10</a:t>
            </a:r>
            <a:r>
              <a:rPr lang="zh-CN" altLang="en-US" sz="1600" dirty="0">
                <a:latin typeface="Consolas" panose="020B0609020204030204" pitchFamily="49" charset="0"/>
              </a:rPr>
              <a:t>之间的随机数</a:t>
            </a:r>
            <a:endParaRPr lang="zh-CN" altLang="en-US" sz="1600" dirty="0">
              <a:latin typeface="Consolas" panose="020B0609020204030204" pitchFamily="49" charset="0"/>
            </a:endParaRPr>
          </a:p>
          <a:p>
            <a:pPr marL="0" indent="0" eaLnBrk="1" hangingPunct="1">
              <a:buSzPct val="90000"/>
              <a:buFont typeface="Wingdings" panose="05000000000000000000" pitchFamily="2" charset="2"/>
              <a:buNone/>
            </a:pPr>
            <a:r>
              <a:rPr lang="zh-CN" altLang="en-US" sz="1600" dirty="0">
                <a:latin typeface="Consolas" panose="020B0609020204030204" pitchFamily="49" charset="0"/>
              </a:rPr>
              <a:t>&gt;&gt;&gt; for item in x:</a:t>
            </a:r>
            <a:endParaRPr lang="zh-CN" altLang="en-US" sz="1600" dirty="0">
              <a:latin typeface="Consolas" panose="020B0609020204030204" pitchFamily="49" charset="0"/>
            </a:endParaRPr>
          </a:p>
          <a:p>
            <a:pPr marL="0" indent="0" eaLnBrk="1" hangingPunct="1">
              <a:buSzPct val="90000"/>
              <a:buFont typeface="Wingdings" panose="05000000000000000000" pitchFamily="2" charset="2"/>
              <a:buNone/>
            </a:pPr>
            <a:r>
              <a:rPr lang="en-US" altLang="zh-CN" sz="1600" dirty="0">
                <a:latin typeface="Consolas" panose="020B0609020204030204" pitchFamily="49" charset="0"/>
              </a:rPr>
              <a:t>    </a:t>
            </a:r>
            <a:r>
              <a:rPr lang="zh-CN" altLang="en-US" sz="1600" dirty="0">
                <a:latin typeface="Consolas" panose="020B0609020204030204" pitchFamily="49" charset="0"/>
              </a:rPr>
              <a:t>print(item)	</a:t>
            </a:r>
            <a:endParaRPr lang="zh-CN" altLang="en-US" sz="1600" dirty="0">
              <a:latin typeface="Consolas" panose="020B0609020204030204" pitchFamily="49" charset="0"/>
            </a:endParaRPr>
          </a:p>
          <a:p>
            <a:pPr marL="0" indent="0" eaLnBrk="1" hangingPunct="1">
              <a:buSzPct val="90000"/>
              <a:buFont typeface="Wingdings" panose="05000000000000000000" pitchFamily="2" charset="2"/>
              <a:buNone/>
            </a:pPr>
            <a:endParaRPr lang="zh-CN" altLang="en-US" sz="1600" dirty="0">
              <a:latin typeface="Consolas" panose="020B0609020204030204" pitchFamily="49" charset="0"/>
            </a:endParaRPr>
          </a:p>
          <a:p>
            <a:pPr marL="0" indent="0" eaLnBrk="1" hangingPunct="1">
              <a:buSzPct val="90000"/>
              <a:buFont typeface="Wingdings" panose="05000000000000000000" pitchFamily="2" charset="2"/>
              <a:buNone/>
            </a:pPr>
            <a:r>
              <a:rPr lang="zh-CN" altLang="en-US" sz="1600" dirty="0">
                <a:solidFill>
                  <a:srgbClr val="00B0F0"/>
                </a:solidFill>
                <a:latin typeface="Consolas" panose="020B0609020204030204" pitchFamily="49" charset="0"/>
              </a:rPr>
              <a:t>[5, 6, 8, 7, 4]</a:t>
            </a:r>
            <a:endParaRPr lang="zh-CN" altLang="en-US" sz="1600" dirty="0">
              <a:solidFill>
                <a:srgbClr val="00B0F0"/>
              </a:solidFill>
              <a:latin typeface="Consolas" panose="020B0609020204030204" pitchFamily="49" charset="0"/>
            </a:endParaRPr>
          </a:p>
          <a:p>
            <a:pPr marL="0" indent="0" eaLnBrk="1" hangingPunct="1">
              <a:buSzPct val="90000"/>
              <a:buFont typeface="Wingdings" panose="05000000000000000000" pitchFamily="2" charset="2"/>
              <a:buNone/>
            </a:pPr>
            <a:r>
              <a:rPr lang="zh-CN" altLang="en-US" sz="1600" dirty="0">
                <a:solidFill>
                  <a:srgbClr val="00B0F0"/>
                </a:solidFill>
                <a:latin typeface="Consolas" panose="020B0609020204030204" pitchFamily="49" charset="0"/>
              </a:rPr>
              <a:t>[1, 5, 3, 9, 4]</a:t>
            </a:r>
            <a:endParaRPr lang="zh-CN" altLang="en-US" sz="1600" dirty="0">
              <a:solidFill>
                <a:srgbClr val="00B0F0"/>
              </a:solidFill>
              <a:latin typeface="Consolas" panose="020B0609020204030204" pitchFamily="49" charset="0"/>
            </a:endParaRPr>
          </a:p>
          <a:p>
            <a:pPr marL="0" indent="0" eaLnBrk="1" hangingPunct="1">
              <a:buSzPct val="90000"/>
              <a:buFont typeface="Wingdings" panose="05000000000000000000" pitchFamily="2" charset="2"/>
              <a:buNone/>
            </a:pPr>
            <a:r>
              <a:rPr lang="zh-CN" altLang="en-US" sz="1600" dirty="0">
                <a:solidFill>
                  <a:srgbClr val="00B0F0"/>
                </a:solidFill>
                <a:latin typeface="Consolas" panose="020B0609020204030204" pitchFamily="49" charset="0"/>
              </a:rPr>
              <a:t>[9, 6, 10, 7, 6]</a:t>
            </a:r>
            <a:endParaRPr lang="zh-CN" altLang="en-US" sz="1600" dirty="0">
              <a:solidFill>
                <a:srgbClr val="00B0F0"/>
              </a:solidFill>
              <a:latin typeface="Consolas" panose="020B0609020204030204" pitchFamily="49" charset="0"/>
            </a:endParaRPr>
          </a:p>
          <a:p>
            <a:pPr marL="0" indent="0" eaLnBrk="1" hangingPunct="1">
              <a:buSzPct val="90000"/>
              <a:buFont typeface="Wingdings" panose="05000000000000000000" pitchFamily="2" charset="2"/>
              <a:buNone/>
            </a:pPr>
            <a:r>
              <a:rPr lang="zh-CN" altLang="en-US" sz="1600" dirty="0">
                <a:solidFill>
                  <a:srgbClr val="00B0F0"/>
                </a:solidFill>
                <a:latin typeface="Consolas" panose="020B0609020204030204" pitchFamily="49" charset="0"/>
              </a:rPr>
              <a:t>[8, 2, 7, 1, 6]</a:t>
            </a:r>
            <a:endParaRPr lang="zh-CN" altLang="en-US" sz="1600" dirty="0">
              <a:solidFill>
                <a:srgbClr val="00B0F0"/>
              </a:solidFill>
              <a:latin typeface="Consolas" panose="020B0609020204030204" pitchFamily="49" charset="0"/>
            </a:endParaRPr>
          </a:p>
          <a:p>
            <a:pPr marL="0" indent="0" eaLnBrk="1" hangingPunct="1">
              <a:buSzPct val="90000"/>
              <a:buFont typeface="Wingdings" panose="05000000000000000000" pitchFamily="2" charset="2"/>
              <a:buNone/>
            </a:pPr>
            <a:r>
              <a:rPr lang="zh-CN" altLang="en-US" sz="1600" dirty="0">
                <a:solidFill>
                  <a:srgbClr val="00B0F0"/>
                </a:solidFill>
                <a:latin typeface="Consolas" panose="020B0609020204030204" pitchFamily="49" charset="0"/>
              </a:rPr>
              <a:t>[1, 7, 5, 3, 5]</a:t>
            </a:r>
            <a:endParaRPr lang="zh-CN" altLang="en-US" sz="1600" dirty="0">
              <a:solidFill>
                <a:srgbClr val="00B0F0"/>
              </a:solidFill>
              <a:latin typeface="Consolas" panose="020B0609020204030204" pitchFamily="49"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Arial" panose="020B0604020202020204" pitchFamily="34" charset="0"/>
              </a:rPr>
              <a:t>5.6  </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Arial" panose="020B0604020202020204" pitchFamily="34" charset="0"/>
              </a:rPr>
              <a:t>lambda</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Arial" panose="020B0604020202020204" pitchFamily="34" charset="0"/>
              </a:rPr>
              <a:t>表达式</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75778" name="内容占位符 2"/>
          <p:cNvSpPr>
            <a:spLocks noGrp="1"/>
          </p:cNvSpPr>
          <p:nvPr>
            <p:ph idx="1"/>
          </p:nvPr>
        </p:nvSpPr>
        <p:spPr/>
        <p:txBody>
          <a:bodyPr wrap="square" lIns="68591" tIns="34295" rIns="68591" bIns="34295" anchor="t"/>
          <a:lstStyle/>
          <a:p>
            <a:pPr marL="0" indent="0" eaLnBrk="1" hangingPunct="1">
              <a:buSzPct val="90000"/>
              <a:buFont typeface="Wingdings" panose="05000000000000000000" pitchFamily="2" charset="2"/>
              <a:buNone/>
            </a:pPr>
            <a:r>
              <a:rPr lang="zh-CN" altLang="en-US" sz="1600" dirty="0">
                <a:latin typeface="Consolas" panose="020B0609020204030204" pitchFamily="49" charset="0"/>
              </a:rPr>
              <a:t>&gt;&gt;&gt; y = sorted(x, key=lambda item: (item[1], item[4]))</a:t>
            </a:r>
            <a:endParaRPr lang="zh-CN" altLang="en-US" sz="1600" dirty="0">
              <a:latin typeface="Consolas" panose="020B0609020204030204" pitchFamily="49" charset="0"/>
            </a:endParaRPr>
          </a:p>
          <a:p>
            <a:pPr marL="0" indent="0" eaLnBrk="1" hangingPunct="1">
              <a:buSzPct val="90000"/>
              <a:buFont typeface="Wingdings" panose="05000000000000000000" pitchFamily="2" charset="2"/>
              <a:buNone/>
            </a:pPr>
            <a:r>
              <a:rPr lang="zh-CN" altLang="en-US" sz="1600" dirty="0">
                <a:latin typeface="Consolas" panose="020B0609020204030204" pitchFamily="49" charset="0"/>
              </a:rPr>
              <a:t>                               </a:t>
            </a:r>
            <a:r>
              <a:rPr lang="en-US" altLang="zh-CN" sz="1600" dirty="0">
                <a:latin typeface="Consolas" panose="020B0609020204030204" pitchFamily="49" charset="0"/>
              </a:rPr>
              <a:t>#</a:t>
            </a:r>
            <a:r>
              <a:rPr lang="zh-CN" altLang="en-US" sz="1600" dirty="0">
                <a:latin typeface="Consolas" panose="020B0609020204030204" pitchFamily="49" charset="0"/>
              </a:rPr>
              <a:t>按子列表中第</a:t>
            </a:r>
            <a:r>
              <a:rPr lang="en-US" altLang="zh-CN" sz="1600" dirty="0">
                <a:latin typeface="Consolas" panose="020B0609020204030204" pitchFamily="49" charset="0"/>
              </a:rPr>
              <a:t>2</a:t>
            </a:r>
            <a:r>
              <a:rPr lang="zh-CN" altLang="en-US" sz="1600" dirty="0">
                <a:latin typeface="Consolas" panose="020B0609020204030204" pitchFamily="49" charset="0"/>
              </a:rPr>
              <a:t>个元素升序、第</a:t>
            </a:r>
            <a:r>
              <a:rPr lang="en-US" altLang="zh-CN" sz="1600" dirty="0">
                <a:latin typeface="Consolas" panose="020B0609020204030204" pitchFamily="49" charset="0"/>
              </a:rPr>
              <a:t>5</a:t>
            </a:r>
            <a:r>
              <a:rPr lang="zh-CN" altLang="en-US" sz="1600" dirty="0">
                <a:latin typeface="Consolas" panose="020B0609020204030204" pitchFamily="49" charset="0"/>
              </a:rPr>
              <a:t>个元素升序排序</a:t>
            </a:r>
            <a:endParaRPr lang="zh-CN" altLang="en-US" sz="1600" dirty="0">
              <a:latin typeface="Consolas" panose="020B0609020204030204" pitchFamily="49" charset="0"/>
            </a:endParaRPr>
          </a:p>
          <a:p>
            <a:pPr marL="0" indent="0" eaLnBrk="1" hangingPunct="1">
              <a:buSzPct val="90000"/>
              <a:buFont typeface="Wingdings" panose="05000000000000000000" pitchFamily="2" charset="2"/>
              <a:buNone/>
            </a:pPr>
            <a:r>
              <a:rPr lang="zh-CN" altLang="en-US" sz="1600" dirty="0">
                <a:latin typeface="Consolas" panose="020B0609020204030204" pitchFamily="49" charset="0"/>
              </a:rPr>
              <a:t>&gt;&gt;&gt; for item in y:</a:t>
            </a:r>
            <a:endParaRPr lang="zh-CN" altLang="en-US" sz="1600" dirty="0">
              <a:latin typeface="Consolas" panose="020B0609020204030204" pitchFamily="49" charset="0"/>
            </a:endParaRPr>
          </a:p>
          <a:p>
            <a:pPr marL="0" indent="0" eaLnBrk="1" hangingPunct="1">
              <a:buSzPct val="90000"/>
              <a:buFont typeface="Wingdings" panose="05000000000000000000" pitchFamily="2" charset="2"/>
              <a:buNone/>
            </a:pPr>
            <a:r>
              <a:rPr lang="en-US" altLang="zh-CN" sz="1600" dirty="0">
                <a:latin typeface="Consolas" panose="020B0609020204030204" pitchFamily="49" charset="0"/>
              </a:rPr>
              <a:t>    </a:t>
            </a:r>
            <a:r>
              <a:rPr lang="zh-CN" altLang="en-US" sz="1600" dirty="0">
                <a:latin typeface="Consolas" panose="020B0609020204030204" pitchFamily="49" charset="0"/>
              </a:rPr>
              <a:t>print(item)	</a:t>
            </a:r>
            <a:endParaRPr lang="zh-CN" altLang="en-US" sz="1600" dirty="0">
              <a:latin typeface="Consolas" panose="020B0609020204030204" pitchFamily="49" charset="0"/>
            </a:endParaRPr>
          </a:p>
          <a:p>
            <a:pPr marL="0" indent="0" eaLnBrk="1" hangingPunct="1">
              <a:buSzPct val="90000"/>
              <a:buFont typeface="Wingdings" panose="05000000000000000000" pitchFamily="2" charset="2"/>
              <a:buNone/>
            </a:pPr>
            <a:endParaRPr lang="zh-CN" altLang="en-US" sz="1600" dirty="0">
              <a:latin typeface="Consolas" panose="020B0609020204030204" pitchFamily="49" charset="0"/>
            </a:endParaRPr>
          </a:p>
          <a:p>
            <a:pPr marL="0" indent="0" eaLnBrk="1" hangingPunct="1">
              <a:buSzPct val="90000"/>
              <a:buFont typeface="Wingdings" panose="05000000000000000000" pitchFamily="2" charset="2"/>
              <a:buNone/>
            </a:pPr>
            <a:r>
              <a:rPr lang="zh-CN" altLang="en-US" sz="1600" dirty="0">
                <a:solidFill>
                  <a:srgbClr val="00B0F0"/>
                </a:solidFill>
                <a:latin typeface="Consolas" panose="020B0609020204030204" pitchFamily="49" charset="0"/>
              </a:rPr>
              <a:t>[8, 2, 7, 1, 6]</a:t>
            </a:r>
            <a:endParaRPr lang="zh-CN" altLang="en-US" sz="1600" dirty="0">
              <a:solidFill>
                <a:srgbClr val="00B0F0"/>
              </a:solidFill>
              <a:latin typeface="Consolas" panose="020B0609020204030204" pitchFamily="49" charset="0"/>
            </a:endParaRPr>
          </a:p>
          <a:p>
            <a:pPr marL="0" indent="0" eaLnBrk="1" hangingPunct="1">
              <a:buSzPct val="90000"/>
              <a:buFont typeface="Wingdings" panose="05000000000000000000" pitchFamily="2" charset="2"/>
              <a:buNone/>
            </a:pPr>
            <a:r>
              <a:rPr lang="zh-CN" altLang="en-US" sz="1600" dirty="0">
                <a:solidFill>
                  <a:srgbClr val="00B0F0"/>
                </a:solidFill>
                <a:latin typeface="Consolas" panose="020B0609020204030204" pitchFamily="49" charset="0"/>
              </a:rPr>
              <a:t>[1, 5, 3, 9, 4]</a:t>
            </a:r>
            <a:endParaRPr lang="zh-CN" altLang="en-US" sz="1600" dirty="0">
              <a:solidFill>
                <a:srgbClr val="00B0F0"/>
              </a:solidFill>
              <a:latin typeface="Consolas" panose="020B0609020204030204" pitchFamily="49" charset="0"/>
            </a:endParaRPr>
          </a:p>
          <a:p>
            <a:pPr marL="0" indent="0" eaLnBrk="1" hangingPunct="1">
              <a:buSzPct val="90000"/>
              <a:buFont typeface="Wingdings" panose="05000000000000000000" pitchFamily="2" charset="2"/>
              <a:buNone/>
            </a:pPr>
            <a:r>
              <a:rPr lang="zh-CN" altLang="en-US" sz="1600" dirty="0">
                <a:solidFill>
                  <a:srgbClr val="00B0F0"/>
                </a:solidFill>
                <a:latin typeface="Consolas" panose="020B0609020204030204" pitchFamily="49" charset="0"/>
              </a:rPr>
              <a:t>[5, 6, 8, 7, 4]</a:t>
            </a:r>
            <a:endParaRPr lang="zh-CN" altLang="en-US" sz="1600" dirty="0">
              <a:solidFill>
                <a:srgbClr val="00B0F0"/>
              </a:solidFill>
              <a:latin typeface="Consolas" panose="020B0609020204030204" pitchFamily="49" charset="0"/>
            </a:endParaRPr>
          </a:p>
          <a:p>
            <a:pPr marL="0" indent="0" eaLnBrk="1" hangingPunct="1">
              <a:buSzPct val="90000"/>
              <a:buFont typeface="Wingdings" panose="05000000000000000000" pitchFamily="2" charset="2"/>
              <a:buNone/>
            </a:pPr>
            <a:r>
              <a:rPr lang="zh-CN" altLang="en-US" sz="1600" dirty="0">
                <a:solidFill>
                  <a:srgbClr val="00B0F0"/>
                </a:solidFill>
                <a:latin typeface="Consolas" panose="020B0609020204030204" pitchFamily="49" charset="0"/>
              </a:rPr>
              <a:t>[9, 6, 10, 7, 6]</a:t>
            </a:r>
            <a:endParaRPr lang="zh-CN" altLang="en-US" sz="1600" dirty="0">
              <a:solidFill>
                <a:srgbClr val="00B0F0"/>
              </a:solidFill>
              <a:latin typeface="Consolas" panose="020B0609020204030204" pitchFamily="49" charset="0"/>
            </a:endParaRPr>
          </a:p>
          <a:p>
            <a:pPr marL="0" indent="0" eaLnBrk="1" hangingPunct="1">
              <a:buSzPct val="90000"/>
              <a:buFont typeface="Wingdings" panose="05000000000000000000" pitchFamily="2" charset="2"/>
              <a:buNone/>
            </a:pPr>
            <a:r>
              <a:rPr lang="zh-CN" altLang="en-US" sz="1600" dirty="0">
                <a:solidFill>
                  <a:srgbClr val="00B0F0"/>
                </a:solidFill>
                <a:latin typeface="Consolas" panose="020B0609020204030204" pitchFamily="49" charset="0"/>
              </a:rPr>
              <a:t>[1, 7, 5, 3, 5]</a:t>
            </a:r>
            <a:endParaRPr lang="zh-CN" altLang="en-US" sz="1600" dirty="0">
              <a:solidFill>
                <a:srgbClr val="00B0F0"/>
              </a:solidFill>
              <a:latin typeface="Consolas" panose="020B0609020204030204" pitchFamily="49"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5" y="-953"/>
            <a:ext cx="9121775" cy="925039"/>
          </a:xfrm>
        </p:spPr>
        <p:txBody>
          <a:bodyPr/>
          <a:lstStyle/>
          <a:p>
            <a:pPr fontAlgn="base"/>
            <a:r>
              <a:rPr lang="zh-CN" altLang="en-US" strike="noStrike" noProof="0" smtClean="0">
                <a:ln>
                  <a:noFill/>
                </a:ln>
                <a:effectLst/>
                <a:uLnTx/>
                <a:uFillTx/>
                <a:sym typeface="Arial" panose="020B0604020202020204" pitchFamily="34" charset="0"/>
              </a:rPr>
              <a:t>5.6  </a:t>
            </a:r>
            <a:r>
              <a:rPr lang="en-US" altLang="zh-CN" strike="noStrike" noProof="0" smtClean="0">
                <a:ln>
                  <a:noFill/>
                </a:ln>
                <a:effectLst/>
                <a:uLnTx/>
                <a:uFillTx/>
                <a:sym typeface="Arial" panose="020B0604020202020204" pitchFamily="34" charset="0"/>
              </a:rPr>
              <a:t>lambda</a:t>
            </a:r>
            <a:r>
              <a:rPr lang="zh-CN" altLang="en-US" strike="noStrike" noProof="0" smtClean="0">
                <a:ln>
                  <a:noFill/>
                </a:ln>
                <a:effectLst/>
                <a:uLnTx/>
                <a:uFillTx/>
                <a:sym typeface="Arial" panose="020B0604020202020204" pitchFamily="34" charset="0"/>
              </a:rPr>
              <a:t>表达式</a:t>
            </a:r>
            <a:endParaRPr lang="en-US" strike="noStrike" noProof="1"/>
          </a:p>
        </p:txBody>
      </p:sp>
      <p:sp>
        <p:nvSpPr>
          <p:cNvPr id="76802" name="Content Placeholder 2"/>
          <p:cNvSpPr>
            <a:spLocks noGrp="1"/>
          </p:cNvSpPr>
          <p:nvPr>
            <p:ph idx="1"/>
          </p:nvPr>
        </p:nvSpPr>
        <p:spPr/>
        <p:txBody>
          <a:bodyPr anchor="t"/>
          <a:lstStyle/>
          <a:p>
            <a:pPr marL="0" indent="0" latinLnBrk="0">
              <a:spcBef>
                <a:spcPct val="0"/>
              </a:spcBef>
              <a:buNone/>
            </a:pPr>
            <a:r>
              <a:rPr lang="en-US" altLang="zh-CN" sz="1300">
                <a:latin typeface="Consolas" panose="020B0609020204030204" pitchFamily="49" charset="0"/>
              </a:rPr>
              <a:t>&gt;&gt;&gt; from random import sample      #sample()函数选择多个不重复的随机元素</a:t>
            </a:r>
            <a:endParaRPr lang="en-US" altLang="zh-CN" sz="1300">
              <a:latin typeface="Consolas" panose="020B0609020204030204" pitchFamily="49" charset="0"/>
            </a:endParaRPr>
          </a:p>
          <a:p>
            <a:pPr marL="0" indent="0" latinLnBrk="0">
              <a:spcBef>
                <a:spcPct val="0"/>
              </a:spcBef>
              <a:buNone/>
            </a:pPr>
            <a:r>
              <a:rPr lang="en-US" altLang="zh-CN" sz="1300">
                <a:latin typeface="Consolas" panose="020B0609020204030204" pitchFamily="49" charset="0"/>
              </a:rPr>
              <a:t>&gt;&gt;&gt; data = [sample(range(100), 10) for i in range(5)]</a:t>
            </a:r>
            <a:endParaRPr lang="en-US" altLang="zh-CN" sz="1300">
              <a:latin typeface="Consolas" panose="020B0609020204030204" pitchFamily="49" charset="0"/>
            </a:endParaRPr>
          </a:p>
          <a:p>
            <a:pPr marL="0" indent="0" latinLnBrk="0">
              <a:spcBef>
                <a:spcPct val="0"/>
              </a:spcBef>
              <a:buNone/>
            </a:pPr>
            <a:r>
              <a:rPr lang="en-US" altLang="zh-CN" sz="1300">
                <a:latin typeface="Consolas" panose="020B0609020204030204" pitchFamily="49" charset="0"/>
              </a:rPr>
              <a:t>&gt;&gt;&gt; for row in data:</a:t>
            </a:r>
            <a:endParaRPr lang="en-US" altLang="zh-CN" sz="1300">
              <a:latin typeface="Consolas" panose="020B0609020204030204" pitchFamily="49" charset="0"/>
            </a:endParaRPr>
          </a:p>
          <a:p>
            <a:pPr marL="0" indent="0" latinLnBrk="0">
              <a:spcBef>
                <a:spcPct val="0"/>
              </a:spcBef>
              <a:buNone/>
            </a:pPr>
            <a:r>
              <a:rPr lang="en-US" altLang="zh-CN" sz="1300">
                <a:latin typeface="Consolas" panose="020B0609020204030204" pitchFamily="49" charset="0"/>
              </a:rPr>
              <a:t>    print(row)</a:t>
            </a:r>
            <a:endParaRPr lang="en-US" altLang="zh-CN" sz="1300">
              <a:latin typeface="Consolas" panose="020B0609020204030204" pitchFamily="49" charset="0"/>
            </a:endParaRPr>
          </a:p>
          <a:p>
            <a:pPr marL="0" indent="0" latinLnBrk="0">
              <a:spcBef>
                <a:spcPct val="0"/>
              </a:spcBef>
              <a:buNone/>
            </a:pPr>
            <a:r>
              <a:rPr lang="en-US" altLang="zh-CN" sz="1300">
                <a:latin typeface="Consolas" panose="020B0609020204030204" pitchFamily="49" charset="0"/>
              </a:rPr>
              <a:t>	</a:t>
            </a:r>
            <a:endParaRPr lang="en-US" altLang="zh-CN" sz="1300">
              <a:latin typeface="Consolas" panose="020B0609020204030204" pitchFamily="49" charset="0"/>
            </a:endParaRPr>
          </a:p>
          <a:p>
            <a:pPr marL="0" indent="0" latinLnBrk="0">
              <a:spcBef>
                <a:spcPct val="0"/>
              </a:spcBef>
              <a:buNone/>
            </a:pPr>
            <a:r>
              <a:rPr lang="en-US" altLang="zh-CN" sz="1300">
                <a:solidFill>
                  <a:srgbClr val="00B0F0"/>
                </a:solidFill>
                <a:latin typeface="Consolas" panose="020B0609020204030204" pitchFamily="49" charset="0"/>
              </a:rPr>
              <a:t>[72, 47, 87, 27, 75, 14, 0, 67, 16, 52]</a:t>
            </a:r>
            <a:endParaRPr lang="en-US" altLang="zh-CN" sz="1300">
              <a:solidFill>
                <a:srgbClr val="00B0F0"/>
              </a:solidFill>
              <a:latin typeface="Consolas" panose="020B0609020204030204" pitchFamily="49" charset="0"/>
            </a:endParaRPr>
          </a:p>
          <a:p>
            <a:pPr marL="0" indent="0" latinLnBrk="0">
              <a:spcBef>
                <a:spcPct val="0"/>
              </a:spcBef>
              <a:buNone/>
            </a:pPr>
            <a:r>
              <a:rPr lang="en-US" altLang="zh-CN" sz="1300">
                <a:solidFill>
                  <a:srgbClr val="00B0F0"/>
                </a:solidFill>
                <a:latin typeface="Consolas" panose="020B0609020204030204" pitchFamily="49" charset="0"/>
              </a:rPr>
              <a:t>[28, 93, 74, 15, 52, 77, 87, 50, 79, 43]</a:t>
            </a:r>
            <a:endParaRPr lang="en-US" altLang="zh-CN" sz="1300">
              <a:solidFill>
                <a:srgbClr val="00B0F0"/>
              </a:solidFill>
              <a:latin typeface="Consolas" panose="020B0609020204030204" pitchFamily="49" charset="0"/>
            </a:endParaRPr>
          </a:p>
          <a:p>
            <a:pPr marL="0" indent="0" latinLnBrk="0">
              <a:spcBef>
                <a:spcPct val="0"/>
              </a:spcBef>
              <a:buNone/>
            </a:pPr>
            <a:r>
              <a:rPr lang="en-US" altLang="zh-CN" sz="1300">
                <a:solidFill>
                  <a:srgbClr val="00B0F0"/>
                </a:solidFill>
                <a:latin typeface="Consolas" panose="020B0609020204030204" pitchFamily="49" charset="0"/>
              </a:rPr>
              <a:t>[32, 31, 25, 67, 63, 84, 27, 53, 79, 93]</a:t>
            </a:r>
            <a:endParaRPr lang="en-US" altLang="zh-CN" sz="1300">
              <a:solidFill>
                <a:srgbClr val="00B0F0"/>
              </a:solidFill>
              <a:latin typeface="Consolas" panose="020B0609020204030204" pitchFamily="49" charset="0"/>
            </a:endParaRPr>
          </a:p>
          <a:p>
            <a:pPr marL="0" indent="0" latinLnBrk="0">
              <a:spcBef>
                <a:spcPct val="0"/>
              </a:spcBef>
              <a:buNone/>
            </a:pPr>
            <a:r>
              <a:rPr lang="en-US" altLang="zh-CN" sz="1300">
                <a:solidFill>
                  <a:srgbClr val="00B0F0"/>
                </a:solidFill>
                <a:latin typeface="Consolas" panose="020B0609020204030204" pitchFamily="49" charset="0"/>
              </a:rPr>
              <a:t>[22, 3, 56, 91, 75, 83, 51, 89, 14, 45]</a:t>
            </a:r>
            <a:endParaRPr lang="en-US" altLang="zh-CN" sz="1300">
              <a:solidFill>
                <a:srgbClr val="00B0F0"/>
              </a:solidFill>
              <a:latin typeface="Consolas" panose="020B0609020204030204" pitchFamily="49" charset="0"/>
            </a:endParaRPr>
          </a:p>
          <a:p>
            <a:pPr marL="0" indent="0" latinLnBrk="0">
              <a:spcBef>
                <a:spcPct val="0"/>
              </a:spcBef>
              <a:buNone/>
            </a:pPr>
            <a:r>
              <a:rPr lang="en-US" altLang="zh-CN" sz="1300">
                <a:solidFill>
                  <a:srgbClr val="00B0F0"/>
                </a:solidFill>
                <a:latin typeface="Consolas" panose="020B0609020204030204" pitchFamily="49" charset="0"/>
              </a:rPr>
              <a:t>[90, 46, 29, 56, 72, 38, 88, 69, 50, 11]</a:t>
            </a:r>
            <a:endParaRPr lang="en-US" altLang="zh-CN" sz="1300">
              <a:solidFill>
                <a:srgbClr val="00B0F0"/>
              </a:solidFill>
              <a:latin typeface="Consolas" panose="020B0609020204030204" pitchFamily="49" charset="0"/>
            </a:endParaRPr>
          </a:p>
          <a:p>
            <a:pPr marL="0" indent="0" latinLnBrk="0">
              <a:spcBef>
                <a:spcPct val="0"/>
              </a:spcBef>
              <a:buNone/>
            </a:pPr>
            <a:r>
              <a:rPr lang="en-US" altLang="zh-CN" sz="1300">
                <a:latin typeface="Consolas" panose="020B0609020204030204" pitchFamily="49" charset="0"/>
              </a:rPr>
              <a:t>&gt;&gt;&gt; for row in sorted(data):</a:t>
            </a:r>
            <a:endParaRPr lang="en-US" altLang="zh-CN" sz="1300">
              <a:latin typeface="Consolas" panose="020B0609020204030204" pitchFamily="49" charset="0"/>
            </a:endParaRPr>
          </a:p>
          <a:p>
            <a:pPr marL="0" indent="0" latinLnBrk="0">
              <a:spcBef>
                <a:spcPct val="0"/>
              </a:spcBef>
              <a:buNone/>
            </a:pPr>
            <a:r>
              <a:rPr lang="en-US" altLang="zh-CN" sz="1300">
                <a:latin typeface="Consolas" panose="020B0609020204030204" pitchFamily="49" charset="0"/>
              </a:rPr>
              <a:t>    print(row)</a:t>
            </a:r>
            <a:endParaRPr lang="en-US" altLang="zh-CN" sz="1300">
              <a:latin typeface="Consolas" panose="020B0609020204030204" pitchFamily="49" charset="0"/>
            </a:endParaRPr>
          </a:p>
          <a:p>
            <a:pPr marL="0" indent="0" latinLnBrk="0">
              <a:spcBef>
                <a:spcPct val="0"/>
              </a:spcBef>
              <a:buNone/>
            </a:pPr>
            <a:r>
              <a:rPr lang="en-US" altLang="zh-CN" sz="1300">
                <a:latin typeface="Consolas" panose="020B0609020204030204" pitchFamily="49" charset="0"/>
              </a:rPr>
              <a:t>	</a:t>
            </a:r>
            <a:endParaRPr lang="en-US" altLang="zh-CN" sz="1300">
              <a:latin typeface="Consolas" panose="020B0609020204030204" pitchFamily="49" charset="0"/>
            </a:endParaRPr>
          </a:p>
          <a:p>
            <a:pPr marL="0" indent="0" latinLnBrk="0">
              <a:spcBef>
                <a:spcPct val="0"/>
              </a:spcBef>
              <a:buNone/>
            </a:pPr>
            <a:r>
              <a:rPr lang="en-US" altLang="zh-CN" sz="1300">
                <a:solidFill>
                  <a:srgbClr val="00B0F0"/>
                </a:solidFill>
                <a:latin typeface="Consolas" panose="020B0609020204030204" pitchFamily="49" charset="0"/>
              </a:rPr>
              <a:t>[22, 3, 56, 91, 75, 83, 51, 89, 14, 45]</a:t>
            </a:r>
            <a:endParaRPr lang="en-US" altLang="zh-CN" sz="1300">
              <a:solidFill>
                <a:srgbClr val="00B0F0"/>
              </a:solidFill>
              <a:latin typeface="Consolas" panose="020B0609020204030204" pitchFamily="49" charset="0"/>
            </a:endParaRPr>
          </a:p>
          <a:p>
            <a:pPr marL="0" indent="0" latinLnBrk="0">
              <a:spcBef>
                <a:spcPct val="0"/>
              </a:spcBef>
              <a:buNone/>
            </a:pPr>
            <a:r>
              <a:rPr lang="en-US" altLang="zh-CN" sz="1300">
                <a:solidFill>
                  <a:srgbClr val="00B0F0"/>
                </a:solidFill>
                <a:latin typeface="Consolas" panose="020B0609020204030204" pitchFamily="49" charset="0"/>
              </a:rPr>
              <a:t>[28, 93, 74, 15, 52, 77, 87, 50, 79, 43]</a:t>
            </a:r>
            <a:endParaRPr lang="en-US" altLang="zh-CN" sz="1300">
              <a:solidFill>
                <a:srgbClr val="00B0F0"/>
              </a:solidFill>
              <a:latin typeface="Consolas" panose="020B0609020204030204" pitchFamily="49" charset="0"/>
            </a:endParaRPr>
          </a:p>
          <a:p>
            <a:pPr marL="0" indent="0" latinLnBrk="0">
              <a:spcBef>
                <a:spcPct val="0"/>
              </a:spcBef>
              <a:buNone/>
            </a:pPr>
            <a:r>
              <a:rPr lang="en-US" altLang="zh-CN" sz="1300">
                <a:solidFill>
                  <a:srgbClr val="00B0F0"/>
                </a:solidFill>
                <a:latin typeface="Consolas" panose="020B0609020204030204" pitchFamily="49" charset="0"/>
              </a:rPr>
              <a:t>[32, 31, 25, 67, 63, 84, 27, 53, 79, 93]</a:t>
            </a:r>
            <a:endParaRPr lang="en-US" altLang="zh-CN" sz="1300">
              <a:solidFill>
                <a:srgbClr val="00B0F0"/>
              </a:solidFill>
              <a:latin typeface="Consolas" panose="020B0609020204030204" pitchFamily="49" charset="0"/>
            </a:endParaRPr>
          </a:p>
          <a:p>
            <a:pPr marL="0" indent="0" latinLnBrk="0">
              <a:spcBef>
                <a:spcPct val="0"/>
              </a:spcBef>
              <a:buNone/>
            </a:pPr>
            <a:r>
              <a:rPr lang="en-US" altLang="zh-CN" sz="1300">
                <a:solidFill>
                  <a:srgbClr val="00B0F0"/>
                </a:solidFill>
                <a:latin typeface="Consolas" panose="020B0609020204030204" pitchFamily="49" charset="0"/>
              </a:rPr>
              <a:t>[72, 47, 87, 27, 75, 14, 0, 67, 16, 52]</a:t>
            </a:r>
            <a:endParaRPr lang="en-US" altLang="zh-CN" sz="1300">
              <a:solidFill>
                <a:srgbClr val="00B0F0"/>
              </a:solidFill>
              <a:latin typeface="Consolas" panose="020B0609020204030204" pitchFamily="49" charset="0"/>
            </a:endParaRPr>
          </a:p>
          <a:p>
            <a:pPr marL="0" indent="0" latinLnBrk="0">
              <a:spcBef>
                <a:spcPct val="0"/>
              </a:spcBef>
              <a:buNone/>
            </a:pPr>
            <a:r>
              <a:rPr lang="en-US" altLang="zh-CN" sz="1300">
                <a:solidFill>
                  <a:srgbClr val="00B0F0"/>
                </a:solidFill>
                <a:latin typeface="Consolas" panose="020B0609020204030204" pitchFamily="49" charset="0"/>
              </a:rPr>
              <a:t>[90, 46, 29, 56, 72, 38, 88, 69, 50, 11]</a:t>
            </a:r>
            <a:endParaRPr lang="en-US" altLang="zh-CN" sz="1300">
              <a:solidFill>
                <a:srgbClr val="00B0F0"/>
              </a:solidFill>
              <a:latin typeface="Consolas" panose="020B0609020204030204" pitchFamily="49"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5" y="-953"/>
            <a:ext cx="9121775" cy="925039"/>
          </a:xfrm>
        </p:spPr>
        <p:txBody>
          <a:bodyPr/>
          <a:lstStyle/>
          <a:p>
            <a:pPr fontAlgn="base"/>
            <a:r>
              <a:rPr lang="zh-CN" altLang="en-US" strike="noStrike" noProof="0" smtClean="0">
                <a:ln>
                  <a:noFill/>
                </a:ln>
                <a:effectLst/>
                <a:uLnTx/>
                <a:uFillTx/>
                <a:sym typeface="Arial" panose="020B0604020202020204" pitchFamily="34" charset="0"/>
              </a:rPr>
              <a:t>5.6  </a:t>
            </a:r>
            <a:r>
              <a:rPr lang="en-US" altLang="zh-CN" strike="noStrike" noProof="0" smtClean="0">
                <a:ln>
                  <a:noFill/>
                </a:ln>
                <a:effectLst/>
                <a:uLnTx/>
                <a:uFillTx/>
                <a:sym typeface="Arial" panose="020B0604020202020204" pitchFamily="34" charset="0"/>
              </a:rPr>
              <a:t>lambda</a:t>
            </a:r>
            <a:r>
              <a:rPr lang="zh-CN" altLang="en-US" strike="noStrike" noProof="0" smtClean="0">
                <a:ln>
                  <a:noFill/>
                </a:ln>
                <a:effectLst/>
                <a:uLnTx/>
                <a:uFillTx/>
                <a:sym typeface="Arial" panose="020B0604020202020204" pitchFamily="34" charset="0"/>
              </a:rPr>
              <a:t>表达式</a:t>
            </a:r>
            <a:endParaRPr lang="en-US" strike="noStrike" noProof="1"/>
          </a:p>
        </p:txBody>
      </p:sp>
      <p:sp>
        <p:nvSpPr>
          <p:cNvPr id="77826" name="Content Placeholder 2"/>
          <p:cNvSpPr>
            <a:spLocks noGrp="1"/>
          </p:cNvSpPr>
          <p:nvPr>
            <p:ph idx="1"/>
          </p:nvPr>
        </p:nvSpPr>
        <p:spPr/>
        <p:txBody>
          <a:bodyPr anchor="t"/>
          <a:lstStyle/>
          <a:p>
            <a:pPr marL="0" indent="0" fontAlgn="base" latinLnBrk="0">
              <a:spcBef>
                <a:spcPct val="0"/>
              </a:spcBef>
              <a:buNone/>
            </a:pPr>
            <a:r>
              <a:rPr lang="en-US" altLang="zh-CN" sz="1800" strike="noStrike" noProof="1">
                <a:latin typeface="Consolas" panose="020B0609020204030204" pitchFamily="49" charset="0"/>
              </a:rPr>
              <a:t>&gt;&gt;&gt; for row in sorted(data, key=lambda row:row[1]):</a:t>
            </a:r>
            <a:endParaRPr lang="en-US" altLang="zh-CN" sz="1800" strike="noStrike" noProof="1">
              <a:latin typeface="Consolas" panose="020B0609020204030204" pitchFamily="49" charset="0"/>
            </a:endParaRPr>
          </a:p>
          <a:p>
            <a:pPr marL="0" indent="0" fontAlgn="base" latinLnBrk="0">
              <a:spcBef>
                <a:spcPct val="0"/>
              </a:spcBef>
              <a:buNone/>
            </a:pPr>
            <a:r>
              <a:rPr lang="en-US" altLang="zh-CN" sz="1800" strike="noStrike" noProof="1">
                <a:latin typeface="Consolas" panose="020B0609020204030204" pitchFamily="49" charset="0"/>
              </a:rPr>
              <a:t>    print(row)                     #按每行第2个元素升序输出</a:t>
            </a:r>
            <a:endParaRPr lang="en-US" altLang="zh-CN" sz="1800" strike="noStrike" noProof="1">
              <a:latin typeface="Consolas" panose="020B0609020204030204" pitchFamily="49" charset="0"/>
            </a:endParaRPr>
          </a:p>
          <a:p>
            <a:pPr marL="0" indent="0" fontAlgn="base" latinLnBrk="0">
              <a:spcBef>
                <a:spcPct val="0"/>
              </a:spcBef>
              <a:buNone/>
            </a:pPr>
            <a:r>
              <a:rPr lang="en-US" altLang="zh-CN" sz="1800" strike="noStrike" noProof="1">
                <a:latin typeface="Consolas" panose="020B0609020204030204" pitchFamily="49" charset="0"/>
              </a:rPr>
              <a:t>	</a:t>
            </a:r>
            <a:endParaRPr lang="en-US" altLang="zh-CN" sz="1800" strike="noStrike" noProof="1">
              <a:latin typeface="Consolas" panose="020B0609020204030204" pitchFamily="49" charset="0"/>
            </a:endParaRPr>
          </a:p>
          <a:p>
            <a:pPr marL="0" indent="0" fontAlgn="base" latinLnBrk="0">
              <a:spcBef>
                <a:spcPct val="0"/>
              </a:spcBef>
              <a:buNone/>
            </a:pPr>
            <a:r>
              <a:rPr lang="en-US" altLang="zh-CN" sz="1800" strike="noStrike" noProof="1">
                <a:solidFill>
                  <a:srgbClr val="00B0F0"/>
                </a:solidFill>
                <a:latin typeface="Consolas" panose="020B0609020204030204" pitchFamily="49" charset="0"/>
              </a:rPr>
              <a:t>[22, 3, 56, 91, 75, 83, 51, 89, 14, 45]</a:t>
            </a:r>
            <a:endParaRPr lang="en-US" altLang="zh-CN" sz="1800" strike="noStrike" noProof="1">
              <a:solidFill>
                <a:srgbClr val="00B0F0"/>
              </a:solidFill>
              <a:latin typeface="Consolas" panose="020B0609020204030204" pitchFamily="49" charset="0"/>
            </a:endParaRPr>
          </a:p>
          <a:p>
            <a:pPr marL="0" indent="0" fontAlgn="base" latinLnBrk="0">
              <a:spcBef>
                <a:spcPct val="0"/>
              </a:spcBef>
              <a:buNone/>
            </a:pPr>
            <a:r>
              <a:rPr lang="en-US" altLang="zh-CN" sz="1800" strike="noStrike" noProof="1">
                <a:solidFill>
                  <a:srgbClr val="00B0F0"/>
                </a:solidFill>
                <a:latin typeface="Consolas" panose="020B0609020204030204" pitchFamily="49" charset="0"/>
              </a:rPr>
              <a:t>[32, 31, 25, 67, 63, 84, 27, 53, 79, 93]</a:t>
            </a:r>
            <a:endParaRPr lang="en-US" altLang="zh-CN" sz="1800" strike="noStrike" noProof="1">
              <a:solidFill>
                <a:srgbClr val="00B0F0"/>
              </a:solidFill>
              <a:latin typeface="Consolas" panose="020B0609020204030204" pitchFamily="49" charset="0"/>
            </a:endParaRPr>
          </a:p>
          <a:p>
            <a:pPr marL="0" indent="0" fontAlgn="base" latinLnBrk="0">
              <a:spcBef>
                <a:spcPct val="0"/>
              </a:spcBef>
              <a:buNone/>
            </a:pPr>
            <a:r>
              <a:rPr lang="en-US" altLang="zh-CN" sz="1800" strike="noStrike" noProof="1">
                <a:solidFill>
                  <a:srgbClr val="00B0F0"/>
                </a:solidFill>
                <a:latin typeface="Consolas" panose="020B0609020204030204" pitchFamily="49" charset="0"/>
              </a:rPr>
              <a:t>[90, 46, 29, 56, 72, 38, 88, 69, 50, 11]</a:t>
            </a:r>
            <a:endParaRPr lang="en-US" altLang="zh-CN" sz="1800" strike="noStrike" noProof="1">
              <a:solidFill>
                <a:srgbClr val="00B0F0"/>
              </a:solidFill>
              <a:latin typeface="Consolas" panose="020B0609020204030204" pitchFamily="49" charset="0"/>
            </a:endParaRPr>
          </a:p>
          <a:p>
            <a:pPr marL="0" indent="0" fontAlgn="base" latinLnBrk="0">
              <a:spcBef>
                <a:spcPct val="0"/>
              </a:spcBef>
              <a:buNone/>
            </a:pPr>
            <a:r>
              <a:rPr lang="en-US" altLang="zh-CN" sz="1800" strike="noStrike" noProof="1">
                <a:solidFill>
                  <a:srgbClr val="00B0F0"/>
                </a:solidFill>
                <a:latin typeface="Consolas" panose="020B0609020204030204" pitchFamily="49" charset="0"/>
              </a:rPr>
              <a:t>[72, 47, 87, 27, 75, 14, 0, 67, 16, 52]</a:t>
            </a:r>
            <a:endParaRPr lang="en-US" altLang="zh-CN" sz="1800" strike="noStrike" noProof="1">
              <a:solidFill>
                <a:srgbClr val="00B0F0"/>
              </a:solidFill>
              <a:latin typeface="Consolas" panose="020B0609020204030204" pitchFamily="49" charset="0"/>
            </a:endParaRPr>
          </a:p>
          <a:p>
            <a:pPr marL="0" indent="0" fontAlgn="base" latinLnBrk="0">
              <a:spcBef>
                <a:spcPct val="0"/>
              </a:spcBef>
              <a:buNone/>
            </a:pPr>
            <a:r>
              <a:rPr lang="en-US" altLang="zh-CN" sz="1800" strike="noStrike" noProof="1">
                <a:solidFill>
                  <a:srgbClr val="00B0F0"/>
                </a:solidFill>
                <a:latin typeface="Consolas" panose="020B0609020204030204" pitchFamily="49" charset="0"/>
              </a:rPr>
              <a:t>[28, 93, 74, 15, 52, 77, 87, 50, 79, 43]</a:t>
            </a:r>
            <a:endParaRPr lang="en-US" altLang="zh-CN" sz="1800" strike="noStrike" noProof="1">
              <a:solidFill>
                <a:srgbClr val="00B0F0"/>
              </a:solidFill>
              <a:latin typeface="Consolas" panose="020B0609020204030204" pitchFamily="49"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5" y="-953"/>
            <a:ext cx="9121775" cy="925039"/>
          </a:xfrm>
        </p:spPr>
        <p:txBody>
          <a:bodyPr/>
          <a:lstStyle/>
          <a:p>
            <a:pPr fontAlgn="base"/>
            <a:r>
              <a:rPr lang="zh-CN" altLang="en-US" strike="noStrike" noProof="0" smtClean="0">
                <a:ln>
                  <a:noFill/>
                </a:ln>
                <a:effectLst/>
                <a:uLnTx/>
                <a:uFillTx/>
                <a:sym typeface="Arial" panose="020B0604020202020204" pitchFamily="34" charset="0"/>
              </a:rPr>
              <a:t>5.6  </a:t>
            </a:r>
            <a:r>
              <a:rPr lang="en-US" altLang="zh-CN" strike="noStrike" noProof="0" smtClean="0">
                <a:ln>
                  <a:noFill/>
                </a:ln>
                <a:effectLst/>
                <a:uLnTx/>
                <a:uFillTx/>
                <a:sym typeface="Arial" panose="020B0604020202020204" pitchFamily="34" charset="0"/>
              </a:rPr>
              <a:t>lambda</a:t>
            </a:r>
            <a:r>
              <a:rPr lang="zh-CN" altLang="en-US" strike="noStrike" noProof="0" smtClean="0">
                <a:ln>
                  <a:noFill/>
                </a:ln>
                <a:effectLst/>
                <a:uLnTx/>
                <a:uFillTx/>
                <a:sym typeface="Arial" panose="020B0604020202020204" pitchFamily="34" charset="0"/>
              </a:rPr>
              <a:t>表达式</a:t>
            </a:r>
            <a:endParaRPr lang="en-US" strike="noStrike" noProof="1"/>
          </a:p>
        </p:txBody>
      </p:sp>
      <p:sp>
        <p:nvSpPr>
          <p:cNvPr id="78850" name="Content Placeholder 2"/>
          <p:cNvSpPr>
            <a:spLocks noGrp="1"/>
          </p:cNvSpPr>
          <p:nvPr>
            <p:ph idx="1"/>
          </p:nvPr>
        </p:nvSpPr>
        <p:spPr>
          <a:xfrm>
            <a:off x="401320" y="1200150"/>
            <a:ext cx="8229600" cy="3395663"/>
          </a:xfrm>
        </p:spPr>
        <p:txBody>
          <a:bodyPr anchor="t"/>
          <a:lstStyle/>
          <a:p>
            <a:pPr marL="0" indent="0" latinLnBrk="0">
              <a:spcBef>
                <a:spcPts val="0"/>
              </a:spcBef>
              <a:buNone/>
            </a:pPr>
            <a:r>
              <a:rPr lang="en-US" altLang="zh-CN" sz="1800" strike="noStrike" noProof="1">
                <a:latin typeface="Consolas" panose="020B0609020204030204" pitchFamily="49" charset="0"/>
              </a:rPr>
              <a:t>&gt;&gt;&gt; from functools import reduce</a:t>
            </a:r>
            <a:endParaRPr lang="en-US" altLang="zh-CN" sz="1800" strike="noStrike" noProof="1">
              <a:latin typeface="Consolas" panose="020B0609020204030204" pitchFamily="49" charset="0"/>
            </a:endParaRPr>
          </a:p>
          <a:p>
            <a:pPr marL="0" indent="0" latinLnBrk="0">
              <a:spcBef>
                <a:spcPts val="0"/>
              </a:spcBef>
              <a:buNone/>
            </a:pPr>
            <a:r>
              <a:rPr lang="en-US" altLang="zh-CN" sz="1800" strike="noStrike" noProof="1">
                <a:latin typeface="Consolas" panose="020B0609020204030204" pitchFamily="49" charset="0"/>
              </a:rPr>
              <a:t>&gt;&gt;&gt; reduce(lambda x,y:x*y, data[0])    #第一行所有数字相乘</a:t>
            </a:r>
            <a:endParaRPr lang="en-US" altLang="zh-CN" sz="1800" strike="noStrike" noProof="1">
              <a:latin typeface="Consolas" panose="020B0609020204030204" pitchFamily="49" charset="0"/>
            </a:endParaRPr>
          </a:p>
          <a:p>
            <a:pPr marL="0" indent="0" latinLnBrk="0">
              <a:spcBef>
                <a:spcPts val="0"/>
              </a:spcBef>
              <a:buNone/>
            </a:pPr>
            <a:r>
              <a:rPr lang="en-US" altLang="zh-CN" sz="1800" strike="noStrike" noProof="1">
                <a:solidFill>
                  <a:srgbClr val="00B0F0"/>
                </a:solidFill>
                <a:latin typeface="Consolas" panose="020B0609020204030204" pitchFamily="49" charset="0"/>
              </a:rPr>
              <a:t>0</a:t>
            </a:r>
            <a:endParaRPr lang="en-US" altLang="zh-CN" sz="1800" strike="noStrike" noProof="1">
              <a:solidFill>
                <a:srgbClr val="00B0F0"/>
              </a:solidFill>
              <a:latin typeface="Consolas" panose="020B0609020204030204" pitchFamily="49" charset="0"/>
            </a:endParaRPr>
          </a:p>
          <a:p>
            <a:pPr marL="0" indent="0" latinLnBrk="0">
              <a:spcBef>
                <a:spcPts val="0"/>
              </a:spcBef>
              <a:buNone/>
            </a:pPr>
            <a:r>
              <a:rPr lang="en-US" altLang="zh-CN" sz="1800" strike="noStrike" noProof="1">
                <a:latin typeface="Consolas" panose="020B0609020204030204" pitchFamily="49" charset="0"/>
              </a:rPr>
              <a:t>&gt;&gt;&gt; reduce(lambda x,y:x*y, data[1])    #第二行所有数字相乘</a:t>
            </a:r>
            <a:endParaRPr lang="en-US" altLang="zh-CN" sz="1800" strike="noStrike" noProof="1">
              <a:latin typeface="Consolas" panose="020B0609020204030204" pitchFamily="49" charset="0"/>
            </a:endParaRPr>
          </a:p>
          <a:p>
            <a:pPr marL="0" indent="0" latinLnBrk="0">
              <a:spcBef>
                <a:spcPts val="0"/>
              </a:spcBef>
              <a:buNone/>
            </a:pPr>
            <a:r>
              <a:rPr lang="en-US" altLang="zh-CN" sz="1800" strike="noStrike" noProof="1">
                <a:solidFill>
                  <a:srgbClr val="00B0F0"/>
                </a:solidFill>
                <a:latin typeface="Consolas" panose="020B0609020204030204" pitchFamily="49" charset="0"/>
              </a:rPr>
              <a:t>171018396981432000</a:t>
            </a:r>
            <a:endParaRPr lang="en-US" altLang="zh-CN" sz="1800" strike="noStrike" noProof="1">
              <a:solidFill>
                <a:srgbClr val="00B0F0"/>
              </a:solidFill>
              <a:latin typeface="Consolas" panose="020B0609020204030204" pitchFamily="49" charset="0"/>
            </a:endParaRPr>
          </a:p>
          <a:p>
            <a:pPr marL="0" indent="0" latinLnBrk="0">
              <a:spcBef>
                <a:spcPts val="0"/>
              </a:spcBef>
              <a:buNone/>
            </a:pPr>
            <a:r>
              <a:rPr lang="en-US" altLang="zh-CN" sz="1800" strike="noStrike" noProof="1">
                <a:latin typeface="Consolas" panose="020B0609020204030204" pitchFamily="49" charset="0"/>
              </a:rPr>
              <a:t>&gt;&gt;&gt; list(map(lambda row:row[0], data)) #获取每行第一个元素</a:t>
            </a:r>
            <a:endParaRPr lang="en-US" altLang="zh-CN" sz="1800" strike="noStrike" noProof="1">
              <a:latin typeface="Consolas" panose="020B0609020204030204" pitchFamily="49" charset="0"/>
            </a:endParaRPr>
          </a:p>
          <a:p>
            <a:pPr marL="0" indent="0" latinLnBrk="0">
              <a:spcBef>
                <a:spcPts val="0"/>
              </a:spcBef>
              <a:buNone/>
            </a:pPr>
            <a:r>
              <a:rPr lang="en-US" altLang="zh-CN" sz="1800" strike="noStrike" noProof="1">
                <a:solidFill>
                  <a:srgbClr val="00B0F0"/>
                </a:solidFill>
                <a:latin typeface="Consolas" panose="020B0609020204030204" pitchFamily="49" charset="0"/>
              </a:rPr>
              <a:t>[72, 28, 32, 22, 90]</a:t>
            </a:r>
            <a:endParaRPr lang="en-US" altLang="zh-CN" sz="1800" strike="noStrike" noProof="1">
              <a:solidFill>
                <a:srgbClr val="00B0F0"/>
              </a:solidFill>
              <a:latin typeface="Consolas" panose="020B0609020204030204" pitchFamily="49" charset="0"/>
            </a:endParaRPr>
          </a:p>
          <a:p>
            <a:pPr marL="0" indent="0" latinLnBrk="0">
              <a:spcBef>
                <a:spcPts val="0"/>
              </a:spcBef>
              <a:buNone/>
            </a:pPr>
            <a:r>
              <a:rPr lang="en-US" altLang="zh-CN" sz="1800" strike="noStrike" noProof="1">
                <a:latin typeface="Consolas" panose="020B0609020204030204" pitchFamily="49" charset="0"/>
              </a:rPr>
              <a:t>&gt;&gt;&gt; list(map(lambda row:row[data.index(row)], data))</a:t>
            </a:r>
            <a:endParaRPr lang="en-US" altLang="zh-CN" sz="1800" strike="noStrike" noProof="1">
              <a:latin typeface="Consolas" panose="020B0609020204030204" pitchFamily="49" charset="0"/>
            </a:endParaRPr>
          </a:p>
          <a:p>
            <a:pPr marL="0" indent="0" latinLnBrk="0">
              <a:spcBef>
                <a:spcPts val="0"/>
              </a:spcBef>
              <a:buNone/>
            </a:pPr>
            <a:r>
              <a:rPr lang="en-US" altLang="zh-CN" sz="1800" strike="noStrike" noProof="1">
                <a:latin typeface="Consolas" panose="020B0609020204030204" pitchFamily="49" charset="0"/>
              </a:rPr>
              <a:t>                                       #获取对角线上的元素</a:t>
            </a:r>
            <a:endParaRPr lang="en-US" altLang="zh-CN" sz="1800" strike="noStrike" noProof="1">
              <a:latin typeface="Consolas" panose="020B0609020204030204" pitchFamily="49" charset="0"/>
            </a:endParaRPr>
          </a:p>
          <a:p>
            <a:pPr marL="0" indent="0" latinLnBrk="0">
              <a:spcBef>
                <a:spcPts val="0"/>
              </a:spcBef>
              <a:buNone/>
            </a:pPr>
            <a:r>
              <a:rPr lang="en-US" altLang="zh-CN" sz="1800" strike="noStrike" noProof="1">
                <a:solidFill>
                  <a:srgbClr val="00B0F0"/>
                </a:solidFill>
                <a:latin typeface="Consolas" panose="020B0609020204030204" pitchFamily="49" charset="0"/>
              </a:rPr>
              <a:t>[72, 93, 25, 91, 72]</a:t>
            </a:r>
            <a:endParaRPr lang="en-US" altLang="zh-CN" sz="1800" strike="noStrike" noProof="1">
              <a:solidFill>
                <a:srgbClr val="00B0F0"/>
              </a:solidFill>
              <a:latin typeface="Consolas" panose="020B0609020204030204" pitchFamily="49" charset="0"/>
            </a:endParaRPr>
          </a:p>
          <a:p>
            <a:pPr marL="0" indent="0" latinLnBrk="0">
              <a:spcBef>
                <a:spcPts val="0"/>
              </a:spcBef>
              <a:buNone/>
            </a:pPr>
            <a:r>
              <a:rPr lang="en-US" altLang="zh-CN" sz="1800" strike="noStrike" noProof="1">
                <a:latin typeface="Consolas" panose="020B0609020204030204" pitchFamily="49" charset="0"/>
              </a:rPr>
              <a:t>&gt;&gt;&gt; max(data, key=lambda row:row[-1]) #最后一个元素最大的行</a:t>
            </a:r>
            <a:endParaRPr lang="en-US" altLang="zh-CN" sz="1800" strike="noStrike" noProof="1">
              <a:latin typeface="Consolas" panose="020B0609020204030204" pitchFamily="49" charset="0"/>
            </a:endParaRPr>
          </a:p>
          <a:p>
            <a:pPr marL="0" indent="0" latinLnBrk="0">
              <a:spcBef>
                <a:spcPts val="0"/>
              </a:spcBef>
              <a:buNone/>
            </a:pPr>
            <a:r>
              <a:rPr lang="en-US" altLang="zh-CN" sz="1800" strike="noStrike" noProof="1">
                <a:solidFill>
                  <a:srgbClr val="00B0F0"/>
                </a:solidFill>
                <a:latin typeface="Consolas" panose="020B0609020204030204" pitchFamily="49" charset="0"/>
              </a:rPr>
              <a:t>[32, 31, 25, 67, 63, 84, 27, 53, 79, 93]</a:t>
            </a:r>
            <a:endParaRPr lang="en-US" altLang="zh-CN" sz="1800" strike="noStrike" noProof="1">
              <a:solidFill>
                <a:srgbClr val="00B0F0"/>
              </a:solidFill>
              <a:latin typeface="Consolas" panose="020B0609020204030204" pitchFamily="49"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5" y="-953"/>
            <a:ext cx="9121775" cy="925039"/>
          </a:xfrm>
        </p:spPr>
        <p:txBody>
          <a:bodyPr/>
          <a:lstStyle/>
          <a:p>
            <a:pPr fontAlgn="base"/>
            <a:r>
              <a:rPr lang="zh-CN" altLang="en-US" strike="noStrike" noProof="0" smtClean="0">
                <a:ln>
                  <a:noFill/>
                </a:ln>
                <a:effectLst/>
                <a:uLnTx/>
                <a:uFillTx/>
                <a:sym typeface="Arial" panose="020B0604020202020204" pitchFamily="34" charset="0"/>
              </a:rPr>
              <a:t>5.6  </a:t>
            </a:r>
            <a:r>
              <a:rPr lang="en-US" altLang="zh-CN" strike="noStrike" noProof="0" smtClean="0">
                <a:ln>
                  <a:noFill/>
                </a:ln>
                <a:effectLst/>
                <a:uLnTx/>
                <a:uFillTx/>
                <a:sym typeface="Arial" panose="020B0604020202020204" pitchFamily="34" charset="0"/>
              </a:rPr>
              <a:t>lambda</a:t>
            </a:r>
            <a:r>
              <a:rPr lang="zh-CN" altLang="en-US" strike="noStrike" noProof="0" smtClean="0">
                <a:ln>
                  <a:noFill/>
                </a:ln>
                <a:effectLst/>
                <a:uLnTx/>
                <a:uFillTx/>
                <a:sym typeface="Arial" panose="020B0604020202020204" pitchFamily="34" charset="0"/>
              </a:rPr>
              <a:t>表达式</a:t>
            </a:r>
            <a:endParaRPr lang="en-US" strike="noStrike" noProof="1"/>
          </a:p>
        </p:txBody>
      </p:sp>
      <p:sp>
        <p:nvSpPr>
          <p:cNvPr id="79874" name="Content Placeholder 2"/>
          <p:cNvSpPr>
            <a:spLocks noGrp="1"/>
          </p:cNvSpPr>
          <p:nvPr>
            <p:ph idx="1"/>
          </p:nvPr>
        </p:nvSpPr>
        <p:spPr>
          <a:xfrm>
            <a:off x="408305" y="1200150"/>
            <a:ext cx="8229600" cy="3395663"/>
          </a:xfrm>
        </p:spPr>
        <p:txBody>
          <a:bodyPr anchor="t"/>
          <a:lstStyle/>
          <a:p>
            <a:pPr marL="0" indent="0" latinLnBrk="0">
              <a:spcBef>
                <a:spcPct val="0"/>
              </a:spcBef>
              <a:buNone/>
            </a:pPr>
            <a:r>
              <a:rPr lang="en-US" altLang="zh-CN" sz="1600" strike="noStrike" noProof="1">
                <a:latin typeface="Consolas" panose="020B0609020204030204" pitchFamily="49" charset="0"/>
              </a:rPr>
              <a:t>&gt;&gt;&gt; for row in filter(lambda row:sum(row)%2==0, data):</a:t>
            </a:r>
            <a:endParaRPr lang="en-US" altLang="zh-CN" sz="1600" strike="noStrike" noProof="1">
              <a:latin typeface="Consolas" panose="020B0609020204030204" pitchFamily="49" charset="0"/>
            </a:endParaRPr>
          </a:p>
          <a:p>
            <a:pPr marL="0" indent="0" latinLnBrk="0">
              <a:spcBef>
                <a:spcPct val="0"/>
              </a:spcBef>
              <a:buNone/>
            </a:pPr>
            <a:r>
              <a:rPr lang="en-US" altLang="zh-CN" sz="1600" strike="noStrike" noProof="1">
                <a:latin typeface="Consolas" panose="020B0609020204030204" pitchFamily="49" charset="0"/>
              </a:rPr>
              <a:t>    print(row)                        #所有元素之和为偶数的行</a:t>
            </a:r>
            <a:endParaRPr lang="en-US" altLang="zh-CN" sz="1600" strike="noStrike" noProof="1">
              <a:latin typeface="Consolas" panose="020B0609020204030204" pitchFamily="49" charset="0"/>
            </a:endParaRPr>
          </a:p>
          <a:p>
            <a:pPr marL="0" indent="0" latinLnBrk="0">
              <a:spcBef>
                <a:spcPct val="0"/>
              </a:spcBef>
              <a:buNone/>
            </a:pPr>
            <a:r>
              <a:rPr lang="en-US" altLang="zh-CN" sz="1600" strike="noStrike" noProof="1">
                <a:latin typeface="Consolas" panose="020B0609020204030204" pitchFamily="49" charset="0"/>
              </a:rPr>
              <a:t>	</a:t>
            </a:r>
            <a:endParaRPr lang="en-US" altLang="zh-CN" sz="1600" strike="noStrike" noProof="1">
              <a:latin typeface="Consolas" panose="020B0609020204030204" pitchFamily="49" charset="0"/>
            </a:endParaRPr>
          </a:p>
          <a:p>
            <a:pPr marL="0" indent="0" latinLnBrk="0">
              <a:spcBef>
                <a:spcPct val="0"/>
              </a:spcBef>
              <a:buNone/>
            </a:pPr>
            <a:r>
              <a:rPr lang="en-US" altLang="zh-CN" sz="1600" strike="noStrike" noProof="1">
                <a:solidFill>
                  <a:srgbClr val="00B0F0"/>
                </a:solidFill>
                <a:latin typeface="Consolas" panose="020B0609020204030204" pitchFamily="49" charset="0"/>
              </a:rPr>
              <a:t>[28, 93, 74, 15, 52, 77, 87, 50, 79, 43]</a:t>
            </a:r>
            <a:endParaRPr lang="en-US" altLang="zh-CN" sz="1600" strike="noStrike" noProof="1">
              <a:solidFill>
                <a:srgbClr val="00B0F0"/>
              </a:solidFill>
              <a:latin typeface="Consolas" panose="020B0609020204030204" pitchFamily="49" charset="0"/>
            </a:endParaRPr>
          </a:p>
          <a:p>
            <a:pPr marL="0" indent="0" latinLnBrk="0">
              <a:spcBef>
                <a:spcPct val="0"/>
              </a:spcBef>
              <a:buNone/>
            </a:pPr>
            <a:r>
              <a:rPr lang="en-US" altLang="zh-CN" sz="1600" strike="noStrike" noProof="1">
                <a:solidFill>
                  <a:srgbClr val="00B0F0"/>
                </a:solidFill>
                <a:latin typeface="Consolas" panose="020B0609020204030204" pitchFamily="49" charset="0"/>
              </a:rPr>
              <a:t>[32, 31, 25, 67, 63, 84, 27, 53, 79, 93]</a:t>
            </a:r>
            <a:endParaRPr lang="en-US" altLang="zh-CN" sz="1600" strike="noStrike" noProof="1">
              <a:solidFill>
                <a:srgbClr val="00B0F0"/>
              </a:solidFill>
              <a:latin typeface="Consolas" panose="020B0609020204030204" pitchFamily="49" charset="0"/>
            </a:endParaRPr>
          </a:p>
          <a:p>
            <a:pPr marL="0" indent="0" latinLnBrk="0">
              <a:spcBef>
                <a:spcPct val="0"/>
              </a:spcBef>
              <a:buNone/>
            </a:pPr>
            <a:r>
              <a:rPr lang="en-US" altLang="zh-CN" sz="1600" strike="noStrike" noProof="1">
                <a:latin typeface="Consolas" panose="020B0609020204030204" pitchFamily="49" charset="0"/>
              </a:rPr>
              <a:t>&gt;&gt;&gt; reduce(lambda x,y:[xx+yy for xx,yy in zip(x,y)], data)</a:t>
            </a:r>
            <a:endParaRPr lang="en-US" altLang="zh-CN" sz="1600" strike="noStrike" noProof="1">
              <a:latin typeface="Consolas" panose="020B0609020204030204" pitchFamily="49" charset="0"/>
            </a:endParaRPr>
          </a:p>
          <a:p>
            <a:pPr marL="0" indent="0" latinLnBrk="0">
              <a:spcBef>
                <a:spcPct val="0"/>
              </a:spcBef>
              <a:buNone/>
            </a:pPr>
            <a:r>
              <a:rPr lang="en-US" altLang="zh-CN" sz="1600" strike="noStrike" noProof="1">
                <a:latin typeface="Consolas" panose="020B0609020204030204" pitchFamily="49" charset="0"/>
              </a:rPr>
              <a:t>                                      #每列元素求和</a:t>
            </a:r>
            <a:endParaRPr lang="en-US" altLang="zh-CN" sz="1600" strike="noStrike" noProof="1">
              <a:latin typeface="Consolas" panose="020B0609020204030204" pitchFamily="49" charset="0"/>
            </a:endParaRPr>
          </a:p>
          <a:p>
            <a:pPr marL="0" indent="0" latinLnBrk="0">
              <a:spcBef>
                <a:spcPct val="0"/>
              </a:spcBef>
              <a:buNone/>
            </a:pPr>
            <a:r>
              <a:rPr lang="en-US" altLang="zh-CN" sz="1600" strike="noStrike" noProof="1">
                <a:solidFill>
                  <a:srgbClr val="00B0F0"/>
                </a:solidFill>
                <a:latin typeface="Consolas" panose="020B0609020204030204" pitchFamily="49" charset="0"/>
              </a:rPr>
              <a:t>[244, 220, 271, 256, 337, 296, 253, 328, 238, 244]</a:t>
            </a:r>
            <a:endParaRPr lang="en-US" altLang="zh-CN" sz="1600" strike="noStrike" noProof="1">
              <a:solidFill>
                <a:srgbClr val="00B0F0"/>
              </a:solidFill>
              <a:latin typeface="Consolas" panose="020B0609020204030204" pitchFamily="49" charset="0"/>
            </a:endParaRPr>
          </a:p>
          <a:p>
            <a:pPr marL="0" indent="0" latinLnBrk="0">
              <a:spcBef>
                <a:spcPct val="0"/>
              </a:spcBef>
              <a:buNone/>
            </a:pPr>
            <a:r>
              <a:rPr lang="en-US" altLang="zh-CN" sz="1600" strike="noStrike" noProof="1">
                <a:latin typeface="Consolas" panose="020B0609020204030204" pitchFamily="49" charset="0"/>
              </a:rPr>
              <a:t>&gt;&gt;&gt; reduce(lambda x,y:list(map(lambda xx,yy:xx+yy, x, y)), data)</a:t>
            </a:r>
            <a:endParaRPr lang="en-US" altLang="zh-CN" sz="1600" strike="noStrike" noProof="1">
              <a:latin typeface="Consolas" panose="020B0609020204030204" pitchFamily="49" charset="0"/>
            </a:endParaRPr>
          </a:p>
          <a:p>
            <a:pPr marL="0" indent="0" latinLnBrk="0">
              <a:spcBef>
                <a:spcPct val="0"/>
              </a:spcBef>
              <a:buNone/>
            </a:pPr>
            <a:r>
              <a:rPr lang="en-US" altLang="zh-CN" sz="1600" strike="noStrike" noProof="1">
                <a:latin typeface="Consolas" panose="020B0609020204030204" pitchFamily="49" charset="0"/>
              </a:rPr>
              <a:t>                                      #每列元素求和</a:t>
            </a:r>
            <a:endParaRPr lang="en-US" altLang="zh-CN" sz="1600" strike="noStrike" noProof="1">
              <a:latin typeface="Consolas" panose="020B0609020204030204" pitchFamily="49" charset="0"/>
            </a:endParaRPr>
          </a:p>
          <a:p>
            <a:pPr marL="0" indent="0" latinLnBrk="0">
              <a:spcBef>
                <a:spcPct val="0"/>
              </a:spcBef>
              <a:buNone/>
            </a:pPr>
            <a:r>
              <a:rPr lang="en-US" altLang="zh-CN" sz="1600" strike="noStrike" noProof="1">
                <a:solidFill>
                  <a:srgbClr val="00B0F0"/>
                </a:solidFill>
                <a:latin typeface="Consolas" panose="020B0609020204030204" pitchFamily="49" charset="0"/>
              </a:rPr>
              <a:t>[244, 220, 271, 256, 337, 296, 253, 328, 238, 244]</a:t>
            </a:r>
            <a:endParaRPr lang="en-US" altLang="zh-CN" sz="1600" strike="noStrike" noProof="1">
              <a:solidFill>
                <a:srgbClr val="00B0F0"/>
              </a:solidFill>
              <a:latin typeface="Consolas" panose="020B0609020204030204" pitchFamily="49" charset="0"/>
            </a:endParaRPr>
          </a:p>
          <a:p>
            <a:pPr marL="0" indent="0" latinLnBrk="0">
              <a:spcBef>
                <a:spcPct val="0"/>
              </a:spcBef>
              <a:buNone/>
            </a:pPr>
            <a:r>
              <a:rPr lang="en-US" altLang="zh-CN" sz="1600" strike="noStrike" noProof="1">
                <a:latin typeface="Consolas" panose="020B0609020204030204" pitchFamily="49" charset="0"/>
              </a:rPr>
              <a:t>&gt;&gt;&gt; list(reduce(lambda x,y:map(lambda xx,yy:xx+yy, x, y), data))</a:t>
            </a:r>
            <a:endParaRPr lang="en-US" altLang="zh-CN" sz="1600" strike="noStrike" noProof="1">
              <a:latin typeface="Consolas" panose="020B0609020204030204" pitchFamily="49" charset="0"/>
            </a:endParaRPr>
          </a:p>
          <a:p>
            <a:pPr marL="0" indent="0" latinLnBrk="0">
              <a:spcBef>
                <a:spcPct val="0"/>
              </a:spcBef>
              <a:buNone/>
            </a:pPr>
            <a:r>
              <a:rPr lang="en-US" altLang="zh-CN" sz="1600" strike="noStrike" noProof="1">
                <a:latin typeface="Consolas" panose="020B0609020204030204" pitchFamily="49" charset="0"/>
              </a:rPr>
              <a:t>                                      #每列元素求和</a:t>
            </a:r>
            <a:endParaRPr lang="en-US" altLang="zh-CN" sz="1600" strike="noStrike" noProof="1">
              <a:latin typeface="Consolas" panose="020B0609020204030204" pitchFamily="49" charset="0"/>
            </a:endParaRPr>
          </a:p>
          <a:p>
            <a:pPr marL="0" indent="0" latinLnBrk="0">
              <a:spcBef>
                <a:spcPct val="0"/>
              </a:spcBef>
              <a:buNone/>
            </a:pPr>
            <a:r>
              <a:rPr lang="en-US" altLang="zh-CN" sz="1600" strike="noStrike" noProof="1">
                <a:solidFill>
                  <a:srgbClr val="00B0F0"/>
                </a:solidFill>
                <a:latin typeface="Consolas" panose="020B0609020204030204" pitchFamily="49" charset="0"/>
              </a:rPr>
              <a:t>[244, 220, 271, 256, 337, 296, 253, 328, 238, 244]</a:t>
            </a:r>
            <a:endParaRPr lang="en-US" altLang="zh-CN" sz="1600" strike="noStrike" noProof="1">
              <a:solidFill>
                <a:srgbClr val="00B0F0"/>
              </a:solidFill>
              <a:latin typeface="Consolas" panose="020B0609020204030204" pitchFamily="49"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noProof="0" smtClean="0">
                <a:ln>
                  <a:noFill/>
                </a:ln>
                <a:effectLst/>
                <a:uLnTx/>
                <a:uFillTx/>
                <a:sym typeface="Arial" panose="020B0604020202020204" pitchFamily="34" charset="0"/>
              </a:rPr>
              <a:t>5.6  </a:t>
            </a:r>
            <a:r>
              <a:rPr lang="en-US" altLang="zh-CN" noProof="0" smtClean="0">
                <a:ln>
                  <a:noFill/>
                </a:ln>
                <a:effectLst/>
                <a:uLnTx/>
                <a:uFillTx/>
                <a:sym typeface="Arial" panose="020B0604020202020204" pitchFamily="34" charset="0"/>
              </a:rPr>
              <a:t>lambda</a:t>
            </a:r>
            <a:r>
              <a:rPr lang="zh-CN" altLang="en-US" noProof="0" smtClean="0">
                <a:ln>
                  <a:noFill/>
                </a:ln>
                <a:effectLst/>
                <a:uLnTx/>
                <a:uFillTx/>
                <a:sym typeface="Arial" panose="020B0604020202020204" pitchFamily="34" charset="0"/>
              </a:rPr>
              <a:t>表达式</a:t>
            </a:r>
            <a:endParaRPr lang="en-US"/>
          </a:p>
        </p:txBody>
      </p:sp>
      <p:sp>
        <p:nvSpPr>
          <p:cNvPr id="3" name="Content Placeholder 2"/>
          <p:cNvSpPr>
            <a:spLocks noGrp="1"/>
          </p:cNvSpPr>
          <p:nvPr>
            <p:ph idx="1"/>
          </p:nvPr>
        </p:nvSpPr>
        <p:spPr/>
        <p:txBody>
          <a:bodyPr/>
          <a:p>
            <a:r>
              <a:rPr lang="zh-CN" altLang="en-US" sz="1800"/>
              <a:t>使用</a:t>
            </a:r>
            <a:r>
              <a:rPr lang="en-US" altLang="zh-CN" sz="1800"/>
              <a:t>lambda</a:t>
            </a:r>
            <a:r>
              <a:rPr lang="zh-CN" altLang="en-US" sz="1800"/>
              <a:t>表达式时，要注意作用域带来的问题。</a:t>
            </a:r>
            <a:endParaRPr lang="zh-CN" altLang="en-US" sz="1600"/>
          </a:p>
          <a:p>
            <a:pPr marL="0" indent="0" latinLnBrk="0">
              <a:spcBef>
                <a:spcPts val="0"/>
              </a:spcBef>
              <a:buNone/>
            </a:pPr>
            <a:r>
              <a:rPr lang="zh-CN" altLang="en-US" sz="1800">
                <a:latin typeface="Consolas" panose="020B0609020204030204" pitchFamily="49" charset="0"/>
                <a:cs typeface="Consolas" panose="020B0609020204030204" pitchFamily="49" charset="0"/>
              </a:rPr>
              <a:t>&gt;&gt;&gt; r = []</a:t>
            </a:r>
            <a:endParaRPr lang="zh-CN" altLang="en-US" sz="1800">
              <a:latin typeface="Consolas" panose="020B0609020204030204" pitchFamily="49" charset="0"/>
              <a:cs typeface="Consolas" panose="020B0609020204030204" pitchFamily="49" charset="0"/>
            </a:endParaRPr>
          </a:p>
          <a:p>
            <a:pPr marL="0" indent="0" latinLnBrk="0">
              <a:spcBef>
                <a:spcPts val="0"/>
              </a:spcBef>
              <a:buNone/>
            </a:pPr>
            <a:r>
              <a:rPr lang="zh-CN" altLang="en-US" sz="1800">
                <a:latin typeface="Consolas" panose="020B0609020204030204" pitchFamily="49" charset="0"/>
                <a:cs typeface="Consolas" panose="020B0609020204030204" pitchFamily="49" charset="0"/>
              </a:rPr>
              <a:t>&gt;&gt;&gt; for x in range(10):</a:t>
            </a:r>
            <a:endParaRPr lang="zh-CN" altLang="en-US" sz="1800">
              <a:latin typeface="Consolas" panose="020B0609020204030204" pitchFamily="49" charset="0"/>
              <a:cs typeface="Consolas" panose="020B0609020204030204" pitchFamily="49" charset="0"/>
            </a:endParaRPr>
          </a:p>
          <a:p>
            <a:pPr marL="0" indent="0" latinLnBrk="0">
              <a:spcBef>
                <a:spcPts val="0"/>
              </a:spcBef>
              <a:buNone/>
            </a:pPr>
            <a:r>
              <a:rPr lang="zh-CN" altLang="en-US" sz="1800">
                <a:latin typeface="Consolas" panose="020B0609020204030204" pitchFamily="49" charset="0"/>
                <a:cs typeface="Consolas" panose="020B0609020204030204" pitchFamily="49" charset="0"/>
              </a:rPr>
              <a:t>    r.append(lambda: x**2)</a:t>
            </a:r>
            <a:endParaRPr lang="zh-CN" altLang="en-US" sz="1800">
              <a:latin typeface="Consolas" panose="020B0609020204030204" pitchFamily="49" charset="0"/>
              <a:cs typeface="Consolas" panose="020B0609020204030204" pitchFamily="49" charset="0"/>
            </a:endParaRPr>
          </a:p>
          <a:p>
            <a:pPr marL="0" indent="0" latinLnBrk="0">
              <a:spcBef>
                <a:spcPts val="0"/>
              </a:spcBef>
              <a:buNone/>
            </a:pPr>
            <a:r>
              <a:rPr lang="zh-CN" altLang="en-US" sz="1800">
                <a:latin typeface="Consolas" panose="020B0609020204030204" pitchFamily="49" charset="0"/>
                <a:cs typeface="Consolas" panose="020B0609020204030204" pitchFamily="49" charset="0"/>
              </a:rPr>
              <a:t>	</a:t>
            </a:r>
            <a:endParaRPr lang="zh-CN" altLang="en-US" sz="1800">
              <a:latin typeface="Consolas" panose="020B0609020204030204" pitchFamily="49" charset="0"/>
              <a:cs typeface="Consolas" panose="020B0609020204030204" pitchFamily="49" charset="0"/>
            </a:endParaRPr>
          </a:p>
          <a:p>
            <a:pPr marL="0" indent="0" latinLnBrk="0">
              <a:spcBef>
                <a:spcPts val="0"/>
              </a:spcBef>
              <a:buNone/>
            </a:pPr>
            <a:r>
              <a:rPr lang="zh-CN" altLang="en-US" sz="1800">
                <a:latin typeface="Consolas" panose="020B0609020204030204" pitchFamily="49" charset="0"/>
                <a:cs typeface="Consolas" panose="020B0609020204030204" pitchFamily="49" charset="0"/>
              </a:rPr>
              <a:t>&gt;&gt;&gt; r[0]()</a:t>
            </a:r>
            <a:endParaRPr lang="zh-CN" altLang="en-US" sz="1800">
              <a:latin typeface="Consolas" panose="020B0609020204030204" pitchFamily="49" charset="0"/>
              <a:cs typeface="Consolas" panose="020B0609020204030204" pitchFamily="49" charset="0"/>
            </a:endParaRPr>
          </a:p>
          <a:p>
            <a:pPr marL="0" indent="0" latinLnBrk="0">
              <a:spcBef>
                <a:spcPts val="0"/>
              </a:spcBef>
              <a:buNone/>
            </a:pPr>
            <a:r>
              <a:rPr lang="zh-CN" altLang="en-US" sz="1800">
                <a:solidFill>
                  <a:srgbClr val="00B0F0"/>
                </a:solidFill>
                <a:latin typeface="Consolas" panose="020B0609020204030204" pitchFamily="49" charset="0"/>
                <a:cs typeface="Consolas" panose="020B0609020204030204" pitchFamily="49" charset="0"/>
              </a:rPr>
              <a:t>81</a:t>
            </a:r>
            <a:endParaRPr lang="zh-CN" altLang="en-US" sz="1800">
              <a:latin typeface="Consolas" panose="020B0609020204030204" pitchFamily="49" charset="0"/>
              <a:cs typeface="Consolas" panose="020B0609020204030204" pitchFamily="49" charset="0"/>
            </a:endParaRPr>
          </a:p>
          <a:p>
            <a:pPr marL="0" indent="0" latinLnBrk="0">
              <a:spcBef>
                <a:spcPts val="0"/>
              </a:spcBef>
              <a:buNone/>
            </a:pPr>
            <a:r>
              <a:rPr lang="zh-CN" altLang="en-US" sz="1800">
                <a:latin typeface="Consolas" panose="020B0609020204030204" pitchFamily="49" charset="0"/>
                <a:cs typeface="Consolas" panose="020B0609020204030204" pitchFamily="49" charset="0"/>
              </a:rPr>
              <a:t>&gt;&gt;&gt; r[1]()</a:t>
            </a:r>
            <a:endParaRPr lang="zh-CN" altLang="en-US" sz="1800">
              <a:latin typeface="Consolas" panose="020B0609020204030204" pitchFamily="49" charset="0"/>
              <a:cs typeface="Consolas" panose="020B0609020204030204" pitchFamily="49" charset="0"/>
            </a:endParaRPr>
          </a:p>
          <a:p>
            <a:pPr marL="0" indent="0" latinLnBrk="0">
              <a:spcBef>
                <a:spcPts val="0"/>
              </a:spcBef>
              <a:buNone/>
            </a:pPr>
            <a:r>
              <a:rPr lang="zh-CN" altLang="en-US" sz="1800">
                <a:solidFill>
                  <a:srgbClr val="00B0F0"/>
                </a:solidFill>
                <a:latin typeface="Consolas" panose="020B0609020204030204" pitchFamily="49" charset="0"/>
                <a:cs typeface="Consolas" panose="020B0609020204030204" pitchFamily="49" charset="0"/>
              </a:rPr>
              <a:t>81</a:t>
            </a:r>
            <a:endParaRPr lang="zh-CN" altLang="en-US" sz="1800">
              <a:solidFill>
                <a:srgbClr val="00B0F0"/>
              </a:solidFill>
              <a:latin typeface="Consolas" panose="020B0609020204030204" pitchFamily="49" charset="0"/>
              <a:cs typeface="Consolas" panose="020B0609020204030204" pitchFamily="49" charset="0"/>
            </a:endParaRPr>
          </a:p>
        </p:txBody>
      </p:sp>
      <p:sp>
        <p:nvSpPr>
          <p:cNvPr id="4" name="Text Box 3"/>
          <p:cNvSpPr txBox="1"/>
          <p:nvPr/>
        </p:nvSpPr>
        <p:spPr>
          <a:xfrm>
            <a:off x="3839845" y="1621155"/>
            <a:ext cx="3583940" cy="2553335"/>
          </a:xfrm>
          <a:prstGeom prst="rect">
            <a:avLst/>
          </a:prstGeom>
          <a:noFill/>
          <a:ln w="19050">
            <a:solidFill>
              <a:schemeClr val="accent1"/>
            </a:solidFill>
          </a:ln>
        </p:spPr>
        <p:txBody>
          <a:bodyPr wrap="square" rtlCol="0">
            <a:spAutoFit/>
          </a:bodyPr>
          <a:p>
            <a:r>
              <a:rPr lang="en-US" sz="1600">
                <a:latin typeface="Consolas" panose="020B0609020204030204" pitchFamily="49" charset="0"/>
                <a:cs typeface="Consolas" panose="020B0609020204030204" pitchFamily="49" charset="0"/>
              </a:rPr>
              <a:t>&gt;&gt;&gt; r = []</a:t>
            </a:r>
            <a:endParaRPr lang="en-US" sz="1600">
              <a:latin typeface="Consolas" panose="020B0609020204030204" pitchFamily="49" charset="0"/>
              <a:cs typeface="Consolas" panose="020B0609020204030204" pitchFamily="49" charset="0"/>
            </a:endParaRPr>
          </a:p>
          <a:p>
            <a:r>
              <a:rPr lang="en-US" sz="1600">
                <a:latin typeface="Consolas" panose="020B0609020204030204" pitchFamily="49" charset="0"/>
                <a:cs typeface="Consolas" panose="020B0609020204030204" pitchFamily="49" charset="0"/>
              </a:rPr>
              <a:t>&gt;&gt;&gt; for x in range(10):</a:t>
            </a:r>
            <a:endParaRPr lang="en-US" sz="1600">
              <a:latin typeface="Consolas" panose="020B0609020204030204" pitchFamily="49" charset="0"/>
              <a:cs typeface="Consolas" panose="020B0609020204030204" pitchFamily="49" charset="0"/>
            </a:endParaRPr>
          </a:p>
          <a:p>
            <a:r>
              <a:rPr lang="en-US" sz="1600">
                <a:latin typeface="Consolas" panose="020B0609020204030204" pitchFamily="49" charset="0"/>
                <a:cs typeface="Consolas" panose="020B0609020204030204" pitchFamily="49" charset="0"/>
              </a:rPr>
              <a:t>    r.append(lambda n=x: n**2)</a:t>
            </a:r>
            <a:endParaRPr lang="en-US" sz="1600">
              <a:latin typeface="Consolas" panose="020B0609020204030204" pitchFamily="49" charset="0"/>
              <a:cs typeface="Consolas" panose="020B0609020204030204" pitchFamily="49" charset="0"/>
            </a:endParaRPr>
          </a:p>
          <a:p>
            <a:endParaRPr lang="en-US" sz="1600">
              <a:latin typeface="Consolas" panose="020B0609020204030204" pitchFamily="49" charset="0"/>
              <a:cs typeface="Consolas" panose="020B0609020204030204" pitchFamily="49" charset="0"/>
            </a:endParaRPr>
          </a:p>
          <a:p>
            <a:r>
              <a:rPr lang="en-US" sz="1600">
                <a:latin typeface="Consolas" panose="020B0609020204030204" pitchFamily="49" charset="0"/>
                <a:cs typeface="Consolas" panose="020B0609020204030204" pitchFamily="49" charset="0"/>
              </a:rPr>
              <a:t>&gt;&gt;&gt; r[0]()</a:t>
            </a:r>
            <a:endParaRPr lang="en-US" sz="1600">
              <a:latin typeface="Consolas" panose="020B0609020204030204" pitchFamily="49" charset="0"/>
              <a:cs typeface="Consolas" panose="020B0609020204030204" pitchFamily="49" charset="0"/>
            </a:endParaRPr>
          </a:p>
          <a:p>
            <a:r>
              <a:rPr lang="en-US" sz="1600">
                <a:solidFill>
                  <a:srgbClr val="00B0F0"/>
                </a:solidFill>
                <a:latin typeface="Consolas" panose="020B0609020204030204" pitchFamily="49" charset="0"/>
                <a:cs typeface="Consolas" panose="020B0609020204030204" pitchFamily="49" charset="0"/>
              </a:rPr>
              <a:t>0</a:t>
            </a:r>
            <a:endParaRPr lang="en-US" sz="1600">
              <a:latin typeface="Consolas" panose="020B0609020204030204" pitchFamily="49" charset="0"/>
              <a:cs typeface="Consolas" panose="020B0609020204030204" pitchFamily="49" charset="0"/>
            </a:endParaRPr>
          </a:p>
          <a:p>
            <a:r>
              <a:rPr lang="en-US" sz="1600">
                <a:latin typeface="Consolas" panose="020B0609020204030204" pitchFamily="49" charset="0"/>
                <a:cs typeface="Consolas" panose="020B0609020204030204" pitchFamily="49" charset="0"/>
              </a:rPr>
              <a:t>&gt;&gt;&gt; r[1]()</a:t>
            </a:r>
            <a:endParaRPr lang="en-US" sz="1600">
              <a:latin typeface="Consolas" panose="020B0609020204030204" pitchFamily="49" charset="0"/>
              <a:cs typeface="Consolas" panose="020B0609020204030204" pitchFamily="49" charset="0"/>
            </a:endParaRPr>
          </a:p>
          <a:p>
            <a:r>
              <a:rPr lang="en-US" sz="1600">
                <a:solidFill>
                  <a:srgbClr val="00B0F0"/>
                </a:solidFill>
                <a:latin typeface="Consolas" panose="020B0609020204030204" pitchFamily="49" charset="0"/>
                <a:cs typeface="Consolas" panose="020B0609020204030204" pitchFamily="49" charset="0"/>
              </a:rPr>
              <a:t>1</a:t>
            </a:r>
            <a:endParaRPr lang="en-US" sz="1600">
              <a:latin typeface="Consolas" panose="020B0609020204030204" pitchFamily="49" charset="0"/>
              <a:cs typeface="Consolas" panose="020B0609020204030204" pitchFamily="49" charset="0"/>
            </a:endParaRPr>
          </a:p>
          <a:p>
            <a:r>
              <a:rPr lang="en-US" sz="1600">
                <a:latin typeface="Consolas" panose="020B0609020204030204" pitchFamily="49" charset="0"/>
                <a:cs typeface="Consolas" panose="020B0609020204030204" pitchFamily="49" charset="0"/>
              </a:rPr>
              <a:t>&gt;&gt;&gt; r[2]()</a:t>
            </a:r>
            <a:endParaRPr lang="en-US" sz="1600">
              <a:latin typeface="Consolas" panose="020B0609020204030204" pitchFamily="49" charset="0"/>
              <a:cs typeface="Consolas" panose="020B0609020204030204" pitchFamily="49" charset="0"/>
            </a:endParaRPr>
          </a:p>
          <a:p>
            <a:r>
              <a:rPr lang="en-US" sz="1600">
                <a:solidFill>
                  <a:srgbClr val="00B0F0"/>
                </a:solidFill>
                <a:latin typeface="Consolas" panose="020B0609020204030204" pitchFamily="49" charset="0"/>
                <a:cs typeface="Consolas" panose="020B0609020204030204" pitchFamily="49" charset="0"/>
              </a:rPr>
              <a:t>4</a:t>
            </a:r>
            <a:endParaRPr lang="en-US" sz="1600">
              <a:solidFill>
                <a:srgbClr val="00B0F0"/>
              </a:solidFill>
              <a:latin typeface="Consolas" panose="020B0609020204030204" pitchFamily="49" charset="0"/>
              <a:cs typeface="Consolas" panose="020B0609020204030204" pitchFamily="49"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50177"/>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80898" name="文本占位符 50178"/>
          <p:cNvSpPr>
            <a:spLocks noGrp="1"/>
          </p:cNvSpPr>
          <p:nvPr>
            <p:ph idx="1"/>
          </p:nvPr>
        </p:nvSpPr>
        <p:spPr/>
        <p:txBody>
          <a:bodyPr wrap="square" lIns="68591" tIns="34295" rIns="68591" bIns="34295" anchor="t"/>
          <a:lstStyle/>
          <a:p>
            <a:pPr eaLnBrk="1" fontAlgn="base" hangingPunct="1">
              <a:lnSpc>
                <a:spcPct val="80000"/>
              </a:lnSpc>
              <a:buSzPct val="90000"/>
              <a:buFont typeface="Wingdings" panose="05000000000000000000" pitchFamily="2" charset="2"/>
              <a:buChar char="§"/>
            </a:pPr>
            <a:r>
              <a:rPr lang="zh-CN" altLang="en-US" sz="1800" b="1" strike="noStrike" noProof="1"/>
              <a:t>例</a:t>
            </a:r>
            <a:r>
              <a:rPr lang="en-US" altLang="zh-CN" sz="1800" b="1" strike="noStrike" noProof="1"/>
              <a:t>5-1</a:t>
            </a:r>
            <a:r>
              <a:rPr lang="zh-CN" altLang="en-US" sz="1800" strike="noStrike" noProof="1"/>
              <a:t>  </a:t>
            </a:r>
            <a:r>
              <a:rPr lang="zh-CN" altLang="en-US" sz="1800" strike="noStrike" noProof="1"/>
              <a:t>编写函数计算圆的面积。</a:t>
            </a:r>
            <a:endParaRPr lang="zh-CN" altLang="en-US" sz="1800" strike="noStrike" noProof="1"/>
          </a:p>
          <a:p>
            <a:pPr eaLnBrk="1" fontAlgn="base" hangingPunct="1">
              <a:lnSpc>
                <a:spcPct val="80000"/>
              </a:lnSpc>
              <a:buSzPct val="90000"/>
              <a:buFont typeface="Wingdings" panose="05000000000000000000" pitchFamily="2" charset="2"/>
              <a:buNone/>
            </a:pPr>
            <a:endParaRPr lang="zh-CN" altLang="en-US" sz="1500" strike="noStrike" noProof="1"/>
          </a:p>
          <a:p>
            <a:pPr eaLnBrk="1" fontAlgn="base"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from math import pi as PI</a:t>
            </a:r>
            <a:endParaRPr lang="en-US" altLang="zh-CN"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endParaRPr lang="en-US" altLang="zh-CN"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def CircleArea(r):</a:t>
            </a:r>
            <a:endParaRPr lang="en-US" altLang="zh-CN"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    if isinstance(r, (int,float)) and r&gt;0: # </a:t>
            </a:r>
            <a:r>
              <a:rPr lang="zh-CN" altLang="en-US" sz="1800" strike="noStrike" noProof="1">
                <a:latin typeface="Consolas" panose="020B0609020204030204" pitchFamily="49" charset="0"/>
              </a:rPr>
              <a:t>确保半径为大于</a:t>
            </a:r>
            <a:r>
              <a:rPr lang="en-US" altLang="zh-CN" sz="1800" strike="noStrike" noProof="1">
                <a:latin typeface="Consolas" panose="020B0609020204030204" pitchFamily="49" charset="0"/>
              </a:rPr>
              <a:t>0</a:t>
            </a:r>
            <a:r>
              <a:rPr lang="zh-CN" altLang="en-US" sz="1800" strike="noStrike" noProof="1">
                <a:latin typeface="Consolas" panose="020B0609020204030204" pitchFamily="49" charset="0"/>
              </a:rPr>
              <a:t>的数值</a:t>
            </a:r>
            <a:endParaRPr lang="zh-CN" altLang="en-US"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zh-CN" altLang="en-US" sz="1800" strike="noStrike" noProof="1">
                <a:latin typeface="Consolas" panose="020B0609020204030204" pitchFamily="49" charset="0"/>
              </a:rPr>
              <a:t>        </a:t>
            </a:r>
            <a:r>
              <a:rPr lang="en-US" altLang="zh-CN" sz="1800" strike="noStrike" noProof="1">
                <a:latin typeface="Consolas" panose="020B0609020204030204" pitchFamily="49" charset="0"/>
              </a:rPr>
              <a:t>return PI*r*r</a:t>
            </a:r>
            <a:endParaRPr lang="en-US" altLang="zh-CN"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    else:</a:t>
            </a:r>
            <a:endParaRPr lang="en-US" altLang="zh-CN"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        print('You must give me an integer or float as radius.')</a:t>
            </a:r>
            <a:endParaRPr lang="en-US" altLang="zh-CN"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endParaRPr lang="en-US" altLang="zh-CN"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print(CircleArea(3))</a:t>
            </a:r>
            <a:endParaRPr lang="en-US" altLang="zh-CN" sz="1800" strike="noStrike" noProof="1">
              <a:latin typeface="Consolas" panose="020B0609020204030204" pitchFamily="49"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标题 5120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81922" name="文本占位符 51202"/>
          <p:cNvSpPr>
            <a:spLocks noGrp="1"/>
          </p:cNvSpPr>
          <p:nvPr>
            <p:ph idx="1"/>
          </p:nvPr>
        </p:nvSpPr>
        <p:spPr>
          <a:xfrm>
            <a:off x="338455" y="1090930"/>
            <a:ext cx="8326120" cy="3395980"/>
          </a:xfrm>
        </p:spPr>
        <p:txBody>
          <a:bodyPr wrap="square" lIns="68591" tIns="34295" rIns="68591" bIns="34295" anchor="t"/>
          <a:lstStyle/>
          <a:p>
            <a:pPr eaLnBrk="1" fontAlgn="base" hangingPunct="1">
              <a:lnSpc>
                <a:spcPct val="150000"/>
              </a:lnSpc>
              <a:spcBef>
                <a:spcPct val="0"/>
              </a:spcBef>
              <a:buSzPct val="90000"/>
              <a:buFont typeface="Wingdings" panose="05000000000000000000" pitchFamily="2" charset="2"/>
              <a:buChar char="§"/>
            </a:pPr>
            <a:r>
              <a:rPr lang="zh-CN" altLang="en-US" sz="1800" b="1" strike="noStrike" noProof="1"/>
              <a:t>例</a:t>
            </a:r>
            <a:r>
              <a:rPr lang="en-US" altLang="zh-CN" sz="1800" b="1" strike="noStrike" noProof="1"/>
              <a:t>5-2</a:t>
            </a:r>
            <a:r>
              <a:rPr lang="zh-CN" altLang="en-US" sz="1800" strike="noStrike" noProof="1"/>
              <a:t>  </a:t>
            </a:r>
            <a:r>
              <a:rPr lang="zh-CN" altLang="en-US" sz="1800" strike="noStrike" noProof="1"/>
              <a:t>编写函数，接收任意多个实数，返回一个元组，其中第一个元素为所有参数的平均值，其他元素为所有参数中大于平均值的实数。</a:t>
            </a:r>
            <a:endParaRPr lang="zh-CN" altLang="en-US" sz="1800" strike="noStrike" noProof="1"/>
          </a:p>
          <a:p>
            <a:pPr eaLnBrk="1" fontAlgn="base" hangingPunct="1">
              <a:lnSpc>
                <a:spcPct val="80000"/>
              </a:lnSpc>
              <a:buSzPct val="90000"/>
              <a:buFont typeface="Wingdings" panose="05000000000000000000" pitchFamily="2" charset="2"/>
              <a:buChar char="•"/>
            </a:pPr>
            <a:endParaRPr lang="zh-CN" altLang="en-US" sz="1500" strike="noStrike" noProof="1"/>
          </a:p>
          <a:p>
            <a:pPr eaLnBrk="1" fontAlgn="base" hangingPunct="1">
              <a:lnSpc>
                <a:spcPct val="80000"/>
              </a:lnSpc>
              <a:buSzPct val="90000"/>
              <a:buFont typeface="Wingdings" panose="05000000000000000000" pitchFamily="2" charset="2"/>
              <a:buNone/>
            </a:pPr>
            <a:r>
              <a:rPr lang="en-US" altLang="zh-CN" sz="1800" strike="noStrike" noProof="1">
                <a:latin typeface="Consolas" panose="020B0609020204030204" pitchFamily="49" charset="0"/>
              </a:rPr>
              <a:t>def demo(*para):</a:t>
            </a:r>
            <a:endParaRPr lang="en-US" altLang="zh-CN"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800" strike="noStrike" noProof="1">
                <a:latin typeface="Consolas" panose="020B0609020204030204" pitchFamily="49" charset="0"/>
              </a:rPr>
              <a:t>    avg = sum(para)/len(para)</a:t>
            </a:r>
            <a:endParaRPr lang="zh-CN" altLang="en-US"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zh-CN" altLang="en-US" sz="1800" strike="noStrike" noProof="1">
                <a:latin typeface="Consolas" panose="020B0609020204030204" pitchFamily="49" charset="0"/>
              </a:rPr>
              <a:t>    </a:t>
            </a:r>
            <a:r>
              <a:rPr lang="en-US" altLang="zh-CN" sz="1800" strike="noStrike" noProof="1">
                <a:latin typeface="Consolas" panose="020B0609020204030204" pitchFamily="49" charset="0"/>
              </a:rPr>
              <a:t>g = [i for i in para if i&gt;avg]</a:t>
            </a:r>
            <a:endParaRPr lang="en-US" altLang="zh-CN"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800" strike="noStrike" noProof="1">
                <a:latin typeface="Consolas" panose="020B0609020204030204" pitchFamily="49" charset="0"/>
              </a:rPr>
              <a:t>    return (avg,)+tuple(g)</a:t>
            </a:r>
            <a:endParaRPr lang="en-US" altLang="zh-CN"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endParaRPr lang="en-US" altLang="zh-CN"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800" strike="noStrike" noProof="1">
                <a:latin typeface="Consolas" panose="020B0609020204030204" pitchFamily="49" charset="0"/>
              </a:rPr>
              <a:t>print(demo(1,2,3,4))</a:t>
            </a:r>
            <a:endParaRPr lang="en-US" altLang="zh-CN" sz="1800" strike="noStrike" noProof="1">
              <a:latin typeface="Consolas" panose="020B0609020204030204" pitchFamily="49" charset="0"/>
            </a:endParaRPr>
          </a:p>
        </p:txBody>
      </p:sp>
      <p:sp>
        <p:nvSpPr>
          <p:cNvPr id="2" name="Text Box 1"/>
          <p:cNvSpPr txBox="1"/>
          <p:nvPr/>
        </p:nvSpPr>
        <p:spPr>
          <a:xfrm>
            <a:off x="2704465" y="3783330"/>
            <a:ext cx="4893310" cy="1076325"/>
          </a:xfrm>
          <a:prstGeom prst="rect">
            <a:avLst/>
          </a:prstGeom>
          <a:noFill/>
          <a:ln w="19050">
            <a:solidFill>
              <a:schemeClr val="accent1"/>
            </a:solidFill>
          </a:ln>
        </p:spPr>
        <p:txBody>
          <a:bodyPr wrap="square" rtlCol="0">
            <a:spAutoFit/>
          </a:bodyPr>
          <a:p>
            <a:r>
              <a:rPr lang="en-US" sz="1600">
                <a:latin typeface="Consolas" panose="020B0609020204030204" pitchFamily="49" charset="0"/>
                <a:cs typeface="Consolas" panose="020B0609020204030204" pitchFamily="49" charset="0"/>
              </a:rPr>
              <a:t>def demo(*para):</a:t>
            </a:r>
            <a:endParaRPr lang="en-US" sz="1600">
              <a:latin typeface="Consolas" panose="020B0609020204030204" pitchFamily="49" charset="0"/>
              <a:cs typeface="Consolas" panose="020B0609020204030204" pitchFamily="49" charset="0"/>
            </a:endParaRPr>
          </a:p>
          <a:p>
            <a:r>
              <a:rPr lang="en-US" sz="1600">
                <a:latin typeface="Consolas" panose="020B0609020204030204" pitchFamily="49" charset="0"/>
                <a:cs typeface="Consolas" panose="020B0609020204030204" pitchFamily="49" charset="0"/>
              </a:rPr>
              <a:t>    avg = sum(para)/len(para)</a:t>
            </a:r>
            <a:endParaRPr lang="en-US" sz="1600">
              <a:latin typeface="Consolas" panose="020B0609020204030204" pitchFamily="49" charset="0"/>
              <a:cs typeface="Consolas" panose="020B0609020204030204" pitchFamily="49" charset="0"/>
            </a:endParaRPr>
          </a:p>
          <a:p>
            <a:r>
              <a:rPr lang="en-US" sz="1600">
                <a:latin typeface="Consolas" panose="020B0609020204030204" pitchFamily="49" charset="0"/>
                <a:cs typeface="Consolas" panose="020B0609020204030204" pitchFamily="49" charset="0"/>
              </a:rPr>
              <a:t>    g = filter(lambda num: num&gt;avg, para)</a:t>
            </a:r>
            <a:endParaRPr lang="en-US" sz="1600">
              <a:latin typeface="Consolas" panose="020B0609020204030204" pitchFamily="49" charset="0"/>
              <a:cs typeface="Consolas" panose="020B0609020204030204" pitchFamily="49" charset="0"/>
            </a:endParaRPr>
          </a:p>
          <a:p>
            <a:r>
              <a:rPr lang="en-US" sz="1600">
                <a:latin typeface="Consolas" panose="020B0609020204030204" pitchFamily="49" charset="0"/>
                <a:cs typeface="Consolas" panose="020B0609020204030204" pitchFamily="49" charset="0"/>
              </a:rPr>
              <a:t>    return (avg,)+tuple(g)</a:t>
            </a:r>
            <a:endParaRPr lang="en-US" sz="1600">
              <a:latin typeface="Consolas" panose="020B0609020204030204" pitchFamily="49" charset="0"/>
              <a:cs typeface="Consolas" panose="020B0609020204030204" pitchFamily="49" charset="0"/>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标题 52225"/>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82946" name="文本占位符 52226"/>
          <p:cNvSpPr>
            <a:spLocks noGrp="1"/>
          </p:cNvSpPr>
          <p:nvPr>
            <p:ph idx="1"/>
          </p:nvPr>
        </p:nvSpPr>
        <p:spPr>
          <a:xfrm>
            <a:off x="325755" y="1130300"/>
            <a:ext cx="8242935" cy="3394075"/>
          </a:xfrm>
        </p:spPr>
        <p:txBody>
          <a:bodyPr wrap="square" lIns="68591" tIns="34295" rIns="68591" bIns="34295" anchor="t"/>
          <a:lstStyle/>
          <a:p>
            <a:pPr eaLnBrk="1" fontAlgn="base" hangingPunct="1">
              <a:lnSpc>
                <a:spcPct val="150000"/>
              </a:lnSpc>
              <a:spcBef>
                <a:spcPct val="0"/>
              </a:spcBef>
              <a:buSzPct val="90000"/>
              <a:buFont typeface="Wingdings" panose="05000000000000000000" pitchFamily="2" charset="2"/>
              <a:buChar char="§"/>
            </a:pPr>
            <a:r>
              <a:rPr lang="zh-CN" altLang="en-US" sz="1800" b="1" strike="noStrike" noProof="1"/>
              <a:t>例</a:t>
            </a:r>
            <a:r>
              <a:rPr lang="en-US" altLang="zh-CN" sz="1800" b="1" strike="noStrike" noProof="1"/>
              <a:t>5-3</a:t>
            </a:r>
            <a:r>
              <a:rPr lang="zh-CN" altLang="en-US" sz="1800" strike="noStrike" noProof="1"/>
              <a:t>  </a:t>
            </a:r>
            <a:r>
              <a:rPr lang="zh-CN" altLang="en-US" sz="1800" strike="noStrike" noProof="1"/>
              <a:t>编写函数，接收字符串参数，返回一个元组，其中第一个元素为大写字母个数，第二个元素为小写字母个数。</a:t>
            </a:r>
            <a:endParaRPr lang="zh-CN" altLang="en-US" sz="1800" strike="noStrike" noProof="1"/>
          </a:p>
          <a:p>
            <a:pPr eaLnBrk="1" fontAlgn="base" hangingPunct="1">
              <a:lnSpc>
                <a:spcPct val="80000"/>
              </a:lnSpc>
              <a:buSzPct val="90000"/>
              <a:buFont typeface="Wingdings" panose="05000000000000000000" pitchFamily="2" charset="2"/>
              <a:buChar char="•"/>
            </a:pPr>
            <a:endParaRPr lang="zh-CN" altLang="en-US" sz="1500" strike="noStrike" noProof="1"/>
          </a:p>
          <a:p>
            <a:pPr eaLnBrk="1" fontAlgn="base" hangingPunct="1">
              <a:lnSpc>
                <a:spcPct val="80000"/>
              </a:lnSpc>
              <a:buSzPct val="90000"/>
              <a:buFont typeface="Wingdings" panose="05000000000000000000" pitchFamily="2" charset="2"/>
              <a:buNone/>
            </a:pPr>
            <a:r>
              <a:rPr lang="en-US" altLang="zh-CN" sz="1800" strike="noStrike" noProof="1">
                <a:latin typeface="Consolas" panose="020B0609020204030204" pitchFamily="49" charset="0"/>
              </a:rPr>
              <a:t>def demo(s):</a:t>
            </a:r>
            <a:endParaRPr lang="en-US" altLang="zh-CN"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800" strike="noStrike" noProof="1">
                <a:latin typeface="Consolas" panose="020B0609020204030204" pitchFamily="49" charset="0"/>
              </a:rPr>
              <a:t>    result = [0, 0]</a:t>
            </a:r>
            <a:endParaRPr lang="en-US" altLang="zh-CN"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800" strike="noStrike" noProof="1">
                <a:latin typeface="Consolas" panose="020B0609020204030204" pitchFamily="49" charset="0"/>
              </a:rPr>
              <a:t>    for ch in s:</a:t>
            </a:r>
            <a:endParaRPr lang="en-US" altLang="zh-CN"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800" strike="noStrike" noProof="1">
                <a:latin typeface="Consolas" panose="020B0609020204030204" pitchFamily="49" charset="0"/>
              </a:rPr>
              <a:t>        if 'a'&lt;=ch&lt;='z':</a:t>
            </a:r>
            <a:endParaRPr lang="en-US" altLang="zh-CN"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800" strike="noStrike" noProof="1">
                <a:latin typeface="Consolas" panose="020B0609020204030204" pitchFamily="49" charset="0"/>
              </a:rPr>
              <a:t>            result[1] += 1</a:t>
            </a:r>
            <a:endParaRPr lang="en-US" altLang="zh-CN"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800" strike="noStrike" noProof="1">
                <a:latin typeface="Consolas" panose="020B0609020204030204" pitchFamily="49" charset="0"/>
              </a:rPr>
              <a:t>        elif 'A'&lt;=ch&lt;='Z':</a:t>
            </a:r>
            <a:endParaRPr lang="en-US" altLang="zh-CN"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800" strike="noStrike" noProof="1">
                <a:latin typeface="Consolas" panose="020B0609020204030204" pitchFamily="49" charset="0"/>
              </a:rPr>
              <a:t>            result[0] += 1</a:t>
            </a:r>
            <a:endParaRPr lang="en-US" altLang="zh-CN"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800" strike="noStrike" noProof="1">
                <a:latin typeface="Consolas" panose="020B0609020204030204" pitchFamily="49" charset="0"/>
              </a:rPr>
              <a:t>    return tuple(result)</a:t>
            </a:r>
            <a:endParaRPr lang="en-US" altLang="zh-CN"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endParaRPr lang="en-US" altLang="zh-CN"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800" strike="noStrike" noProof="1">
                <a:latin typeface="Consolas" panose="020B0609020204030204" pitchFamily="49" charset="0"/>
              </a:rPr>
              <a:t>print(demo('aaaabbbbC'))</a:t>
            </a:r>
            <a:endParaRPr lang="en-US" altLang="zh-CN" sz="1800" strike="noStrike" noProof="1">
              <a:latin typeface="Consolas" panose="020B0609020204030204" pitchFamily="49" charset="0"/>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标题 53249"/>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83970" name="文本占位符 53250"/>
          <p:cNvSpPr>
            <a:spLocks noGrp="1"/>
          </p:cNvSpPr>
          <p:nvPr>
            <p:ph idx="1"/>
          </p:nvPr>
        </p:nvSpPr>
        <p:spPr>
          <a:xfrm>
            <a:off x="415925" y="1151255"/>
            <a:ext cx="8152765" cy="3394075"/>
          </a:xfrm>
        </p:spPr>
        <p:txBody>
          <a:bodyPr wrap="square" lIns="68591" tIns="34295" rIns="68591" bIns="34295" anchor="t"/>
          <a:lstStyle/>
          <a:p>
            <a:pPr eaLnBrk="1" hangingPunct="1">
              <a:lnSpc>
                <a:spcPct val="150000"/>
              </a:lnSpc>
              <a:spcBef>
                <a:spcPct val="0"/>
              </a:spcBef>
              <a:buSzPct val="90000"/>
              <a:buFont typeface="Wingdings" panose="05000000000000000000" pitchFamily="2" charset="2"/>
              <a:buChar char="§"/>
            </a:pPr>
            <a:r>
              <a:rPr lang="zh-CN" altLang="en-US" sz="1800" b="1" dirty="0"/>
              <a:t>例</a:t>
            </a:r>
            <a:r>
              <a:rPr lang="en-US" altLang="zh-CN" sz="1800" b="1" dirty="0"/>
              <a:t>5-4</a:t>
            </a:r>
            <a:r>
              <a:rPr lang="zh-CN" altLang="en-US" sz="1800" dirty="0"/>
              <a:t>  编写函数，接收包含</a:t>
            </a:r>
            <a:r>
              <a:rPr lang="en-US" altLang="zh-CN" sz="1800" dirty="0"/>
              <a:t>20</a:t>
            </a:r>
            <a:r>
              <a:rPr lang="zh-CN" altLang="en-US" sz="1800" dirty="0"/>
              <a:t>个整数的列表</a:t>
            </a:r>
            <a:r>
              <a:rPr lang="en-US" altLang="zh-CN" sz="1800" dirty="0"/>
              <a:t>lst</a:t>
            </a:r>
            <a:r>
              <a:rPr lang="zh-CN" altLang="en-US" sz="1800" dirty="0"/>
              <a:t>和一个整数</a:t>
            </a:r>
            <a:r>
              <a:rPr lang="en-US" altLang="zh-CN" sz="1800" dirty="0"/>
              <a:t>k</a:t>
            </a:r>
            <a:r>
              <a:rPr lang="zh-CN" altLang="en-US" sz="1800" dirty="0"/>
              <a:t>作为参数，返回新列表。处理规则为：将列表</a:t>
            </a:r>
            <a:r>
              <a:rPr lang="en-US" altLang="zh-CN" sz="1800" dirty="0"/>
              <a:t>lst</a:t>
            </a:r>
            <a:r>
              <a:rPr lang="zh-CN" altLang="en-US" sz="1800" dirty="0"/>
              <a:t>中下标</a:t>
            </a:r>
            <a:r>
              <a:rPr lang="en-US" altLang="zh-CN" sz="1800" dirty="0"/>
              <a:t>k</a:t>
            </a:r>
            <a:r>
              <a:rPr lang="zh-CN" altLang="en-US" sz="1800" dirty="0"/>
              <a:t>（不包括</a:t>
            </a:r>
            <a:r>
              <a:rPr lang="en-US" altLang="zh-CN" sz="1800" dirty="0"/>
              <a:t>k</a:t>
            </a:r>
            <a:r>
              <a:rPr lang="zh-CN" altLang="en-US" sz="1800" dirty="0"/>
              <a:t>）之前的元素逆序，下标</a:t>
            </a:r>
            <a:r>
              <a:rPr lang="en-US" altLang="zh-CN" sz="1800" dirty="0"/>
              <a:t>k</a:t>
            </a:r>
            <a:r>
              <a:rPr lang="zh-CN" altLang="en-US" sz="1800" dirty="0"/>
              <a:t>（包括</a:t>
            </a:r>
            <a:r>
              <a:rPr lang="en-US" altLang="zh-CN" sz="1800" dirty="0"/>
              <a:t>k</a:t>
            </a:r>
            <a:r>
              <a:rPr lang="zh-CN" altLang="en-US" sz="1800" dirty="0"/>
              <a:t>）</a:t>
            </a:r>
            <a:r>
              <a:rPr lang="zh-CN" altLang="en-US" sz="1800" dirty="0"/>
              <a:t>之后的元素逆序，然后将整个列表</a:t>
            </a:r>
            <a:r>
              <a:rPr lang="en-US" altLang="zh-CN" sz="1800" dirty="0"/>
              <a:t>lst</a:t>
            </a:r>
            <a:r>
              <a:rPr lang="zh-CN" altLang="en-US" sz="1800" dirty="0"/>
              <a:t>中的所有元素再逆序。</a:t>
            </a:r>
            <a:endParaRPr lang="en-US" altLang="zh-CN" sz="1200" dirty="0">
              <a:latin typeface="Consolas" panose="020B0609020204030204" pitchFamily="49" charset="0"/>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内容占位符 2"/>
          <p:cNvSpPr>
            <a:spLocks noGrp="1"/>
          </p:cNvSpPr>
          <p:nvPr>
            <p:ph idx="1"/>
          </p:nvPr>
        </p:nvSpPr>
        <p:spPr/>
        <p:txBody>
          <a:bodyPr wrap="square" lIns="68591" tIns="34295" rIns="68591" bIns="34295" anchor="t"/>
          <a:lstStyle/>
          <a:p>
            <a:pPr eaLnBrk="1" fontAlgn="base" hangingPunct="1">
              <a:lnSpc>
                <a:spcPct val="90000"/>
              </a:lnSpc>
              <a:buSzPct val="90000"/>
              <a:buFont typeface="Wingdings" panose="05000000000000000000" pitchFamily="2" charset="2"/>
              <a:buNone/>
            </a:pPr>
            <a:r>
              <a:rPr lang="en-US" altLang="zh-CN" sz="1800" strike="noStrike" noProof="1">
                <a:latin typeface="Consolas" panose="020B0609020204030204" pitchFamily="49" charset="0"/>
              </a:rPr>
              <a:t>def demo(lst,k):</a:t>
            </a:r>
            <a:endParaRPr lang="en-US" altLang="zh-CN" sz="1800" strike="noStrike" noProof="1">
              <a:latin typeface="Consolas" panose="020B0609020204030204" pitchFamily="49" charset="0"/>
            </a:endParaRPr>
          </a:p>
          <a:p>
            <a:pPr eaLnBrk="1" fontAlgn="base" hangingPunct="1">
              <a:lnSpc>
                <a:spcPct val="90000"/>
              </a:lnSpc>
              <a:buSzPct val="90000"/>
              <a:buFont typeface="Wingdings" panose="05000000000000000000" pitchFamily="2" charset="2"/>
              <a:buNone/>
            </a:pPr>
            <a:r>
              <a:rPr lang="en-US" altLang="zh-CN" sz="1800" strike="noStrike" noProof="1">
                <a:latin typeface="Consolas" panose="020B0609020204030204" pitchFamily="49" charset="0"/>
              </a:rPr>
              <a:t>    x = lst[:]</a:t>
            </a:r>
            <a:endParaRPr lang="en-US" altLang="zh-CN" sz="1800" strike="noStrike" noProof="1">
              <a:latin typeface="Consolas" panose="020B0609020204030204" pitchFamily="49" charset="0"/>
            </a:endParaRPr>
          </a:p>
          <a:p>
            <a:pPr eaLnBrk="1" fontAlgn="base" hangingPunct="1">
              <a:lnSpc>
                <a:spcPct val="90000"/>
              </a:lnSpc>
              <a:buSzPct val="90000"/>
              <a:buFont typeface="Wingdings" panose="05000000000000000000" pitchFamily="2" charset="2"/>
              <a:buNone/>
            </a:pPr>
            <a:r>
              <a:rPr lang="en-US" altLang="zh-CN" sz="1800" strike="noStrike" noProof="1">
                <a:latin typeface="Consolas" panose="020B0609020204030204" pitchFamily="49" charset="0"/>
              </a:rPr>
              <a:t>    x[:k] = reversed(x[:k])</a:t>
            </a:r>
            <a:endParaRPr lang="en-US" altLang="zh-CN" sz="1800" strike="noStrike" noProof="1">
              <a:latin typeface="Consolas" panose="020B0609020204030204" pitchFamily="49" charset="0"/>
            </a:endParaRPr>
          </a:p>
          <a:p>
            <a:pPr eaLnBrk="1" fontAlgn="base" hangingPunct="1">
              <a:lnSpc>
                <a:spcPct val="90000"/>
              </a:lnSpc>
              <a:buSzPct val="90000"/>
              <a:buFont typeface="Wingdings" panose="05000000000000000000" pitchFamily="2" charset="2"/>
              <a:buNone/>
            </a:pPr>
            <a:r>
              <a:rPr lang="en-US" altLang="zh-CN" sz="1800" strike="noStrike" noProof="1">
                <a:latin typeface="Consolas" panose="020B0609020204030204" pitchFamily="49" charset="0"/>
              </a:rPr>
              <a:t>    x[k:] = reversed(x[k:])</a:t>
            </a:r>
            <a:endParaRPr lang="en-US" altLang="zh-CN" sz="1800" strike="noStrike" noProof="1">
              <a:latin typeface="Consolas" panose="020B0609020204030204" pitchFamily="49" charset="0"/>
            </a:endParaRPr>
          </a:p>
          <a:p>
            <a:pPr eaLnBrk="1" fontAlgn="base" hangingPunct="1">
              <a:lnSpc>
                <a:spcPct val="90000"/>
              </a:lnSpc>
              <a:buSzPct val="90000"/>
              <a:buFont typeface="Wingdings" panose="05000000000000000000" pitchFamily="2" charset="2"/>
              <a:buNone/>
            </a:pPr>
            <a:r>
              <a:rPr lang="en-US" altLang="zh-CN" sz="1800" strike="noStrike" noProof="1">
                <a:latin typeface="Consolas" panose="020B0609020204030204" pitchFamily="49" charset="0"/>
              </a:rPr>
              <a:t>    x.reverse()</a:t>
            </a:r>
            <a:endParaRPr lang="en-US" altLang="zh-CN" sz="1800" strike="noStrike" noProof="1">
              <a:latin typeface="Consolas" panose="020B0609020204030204" pitchFamily="49" charset="0"/>
            </a:endParaRPr>
          </a:p>
          <a:p>
            <a:pPr eaLnBrk="1" fontAlgn="base" hangingPunct="1">
              <a:lnSpc>
                <a:spcPct val="90000"/>
              </a:lnSpc>
              <a:buSzPct val="90000"/>
              <a:buFont typeface="Wingdings" panose="05000000000000000000" pitchFamily="2" charset="2"/>
              <a:buNone/>
            </a:pPr>
            <a:r>
              <a:rPr lang="en-US" altLang="zh-CN" sz="1800" strike="noStrike" noProof="1">
                <a:latin typeface="Consolas" panose="020B0609020204030204" pitchFamily="49" charset="0"/>
              </a:rPr>
              <a:t>    return x</a:t>
            </a:r>
            <a:endParaRPr lang="en-US" altLang="zh-CN" sz="1800" strike="noStrike" noProof="1">
              <a:latin typeface="Consolas" panose="020B0609020204030204" pitchFamily="49" charset="0"/>
            </a:endParaRPr>
          </a:p>
          <a:p>
            <a:pPr eaLnBrk="1" fontAlgn="base" hangingPunct="1">
              <a:lnSpc>
                <a:spcPct val="90000"/>
              </a:lnSpc>
              <a:buSzPct val="90000"/>
              <a:buFont typeface="Wingdings" panose="05000000000000000000" pitchFamily="2" charset="2"/>
              <a:buNone/>
            </a:pPr>
            <a:endParaRPr lang="en-US" altLang="zh-CN" sz="1800" strike="noStrike" noProof="1">
              <a:latin typeface="Consolas" panose="020B0609020204030204" pitchFamily="49" charset="0"/>
            </a:endParaRPr>
          </a:p>
          <a:p>
            <a:pPr eaLnBrk="1" fontAlgn="base" hangingPunct="1">
              <a:lnSpc>
                <a:spcPct val="90000"/>
              </a:lnSpc>
              <a:buSzPct val="90000"/>
              <a:buFont typeface="Wingdings" panose="05000000000000000000" pitchFamily="2" charset="2"/>
              <a:buNone/>
            </a:pPr>
            <a:r>
              <a:rPr lang="en-US" altLang="zh-CN" sz="1800" strike="noStrike" noProof="1">
                <a:latin typeface="Consolas" panose="020B0609020204030204" pitchFamily="49" charset="0"/>
              </a:rPr>
              <a:t>lst = list(range(1,21))</a:t>
            </a:r>
            <a:endParaRPr lang="en-US" altLang="zh-CN" sz="1800" strike="noStrike" noProof="1">
              <a:latin typeface="Consolas" panose="020B0609020204030204" pitchFamily="49" charset="0"/>
            </a:endParaRPr>
          </a:p>
          <a:p>
            <a:pPr eaLnBrk="1" fontAlgn="base" hangingPunct="1">
              <a:lnSpc>
                <a:spcPct val="90000"/>
              </a:lnSpc>
              <a:buSzPct val="90000"/>
              <a:buFont typeface="Wingdings" panose="05000000000000000000" pitchFamily="2" charset="2"/>
              <a:buNone/>
            </a:pPr>
            <a:r>
              <a:rPr lang="en-US" altLang="zh-CN" sz="1800" strike="noStrike" noProof="1">
                <a:latin typeface="Consolas" panose="020B0609020204030204" pitchFamily="49" charset="0"/>
              </a:rPr>
              <a:t>print(demo(lst,5))</a:t>
            </a:r>
            <a:endParaRPr lang="en-US" altLang="zh-CN" sz="1800" strike="noStrike" noProof="1">
              <a:latin typeface="Consolas" panose="020B0609020204030204" pitchFamily="49" charset="0"/>
            </a:endParaRPr>
          </a:p>
        </p:txBody>
      </p:sp>
      <p:sp>
        <p:nvSpPr>
          <p:cNvPr id="81922" name="标题 53249"/>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标题 54273"/>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86018" name="文本占位符 54274"/>
          <p:cNvSpPr>
            <a:spLocks noGrp="1"/>
          </p:cNvSpPr>
          <p:nvPr>
            <p:ph idx="1"/>
          </p:nvPr>
        </p:nvSpPr>
        <p:spPr>
          <a:xfrm>
            <a:off x="274320" y="1060450"/>
            <a:ext cx="8766810" cy="3395980"/>
          </a:xfrm>
        </p:spPr>
        <p:txBody>
          <a:bodyPr wrap="square" lIns="68591" tIns="34295" rIns="68591" bIns="34295" anchor="t"/>
          <a:lstStyle/>
          <a:p>
            <a:pPr eaLnBrk="1" fontAlgn="base" hangingPunct="1">
              <a:lnSpc>
                <a:spcPct val="150000"/>
              </a:lnSpc>
              <a:spcBef>
                <a:spcPct val="0"/>
              </a:spcBef>
              <a:buSzPct val="90000"/>
              <a:buFont typeface="Wingdings" panose="05000000000000000000" pitchFamily="2" charset="2"/>
              <a:buChar char="§"/>
            </a:pPr>
            <a:r>
              <a:rPr lang="zh-CN" altLang="en-US" sz="1800" strike="noStrike" noProof="1"/>
              <a:t>本例的执行结果实际上是把列表中所有元素循环左移</a:t>
            </a:r>
            <a:r>
              <a:rPr lang="en-US" altLang="zh-CN" sz="1800" strike="noStrike" noProof="1"/>
              <a:t>k</a:t>
            </a:r>
            <a:r>
              <a:rPr lang="zh-CN" altLang="en-US" sz="1800" strike="noStrike" noProof="1"/>
              <a:t>位。在</a:t>
            </a:r>
            <a:r>
              <a:rPr lang="en-US" altLang="zh-CN" sz="1800" strike="noStrike" noProof="1"/>
              <a:t>collections</a:t>
            </a:r>
            <a:r>
              <a:rPr lang="zh-CN" altLang="en-US" sz="1800" strike="noStrike" noProof="1"/>
              <a:t>标准库的</a:t>
            </a:r>
            <a:r>
              <a:rPr lang="en-US" altLang="zh-CN" sz="1800" strike="noStrike" noProof="1"/>
              <a:t>deque</a:t>
            </a:r>
            <a:r>
              <a:rPr lang="zh-CN" altLang="en-US" sz="1800" strike="noStrike" noProof="1"/>
              <a:t>对象已经实现了该功能，直接调用即可。</a:t>
            </a:r>
            <a:endParaRPr lang="zh-CN" altLang="en-US" sz="1800" strike="noStrike" noProof="1"/>
          </a:p>
          <a:p>
            <a:pPr eaLnBrk="1" latinLnBrk="0" hangingPunct="1">
              <a:lnSpc>
                <a:spcPct val="100000"/>
              </a:lnSpc>
              <a:spcBef>
                <a:spcPts val="0"/>
              </a:spcBef>
              <a:buSzPct val="90000"/>
              <a:buFont typeface="Wingdings" panose="05000000000000000000" pitchFamily="2" charset="2"/>
              <a:buNone/>
            </a:pPr>
            <a:r>
              <a:rPr lang="fr-FR" altLang="en-US" sz="1600" strike="noStrike" noProof="1">
                <a:latin typeface="Consolas" panose="020B0609020204030204" pitchFamily="49" charset="0"/>
              </a:rPr>
              <a:t>&gt;&gt;&gt; import collections</a:t>
            </a:r>
            <a:endParaRPr lang="fr-FR" altLang="en-US" sz="1600" strike="noStrike" noProof="1">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fr-FR" altLang="en-US" sz="1600" strike="noStrike" noProof="1">
                <a:latin typeface="Consolas" panose="020B0609020204030204" pitchFamily="49" charset="0"/>
              </a:rPr>
              <a:t>&gt;&gt;&gt; x = </a:t>
            </a:r>
            <a:r>
              <a:rPr lang="en-US" altLang="fr-FR" sz="1600" strike="noStrike" noProof="1">
                <a:latin typeface="Consolas" panose="020B0609020204030204" pitchFamily="49" charset="0"/>
              </a:rPr>
              <a:t>list(</a:t>
            </a:r>
            <a:r>
              <a:rPr lang="fr-FR" altLang="en-US" sz="1600" strike="noStrike" noProof="1">
                <a:latin typeface="Consolas" panose="020B0609020204030204" pitchFamily="49" charset="0"/>
              </a:rPr>
              <a:t>range(20)</a:t>
            </a:r>
            <a:r>
              <a:rPr lang="en-US" altLang="fr-FR" sz="1600" strike="noStrike" noProof="1">
                <a:latin typeface="Consolas" panose="020B0609020204030204" pitchFamily="49" charset="0"/>
              </a:rPr>
              <a:t>)</a:t>
            </a:r>
            <a:endParaRPr lang="en-US" altLang="fr-FR" sz="1600" strike="noStrike" noProof="1">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fr-FR" altLang="en-US" sz="1600" strike="noStrike" noProof="1">
                <a:latin typeface="Consolas" panose="020B0609020204030204" pitchFamily="49" charset="0"/>
              </a:rPr>
              <a:t>&gt;&gt;&gt; x = collections.deque(x)</a:t>
            </a:r>
            <a:endParaRPr lang="fr-FR" altLang="en-US" sz="1600" strike="noStrike" noProof="1">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fr-FR" altLang="en-US" sz="1600" strike="noStrike" noProof="1">
                <a:latin typeface="Consolas" panose="020B0609020204030204" pitchFamily="49" charset="0"/>
              </a:rPr>
              <a:t>&gt;&gt;&gt; x</a:t>
            </a:r>
            <a:endParaRPr lang="fr-FR" altLang="en-US" sz="1600" strike="noStrike" noProof="1">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fr-FR" altLang="en-US" sz="1600" strike="noStrike" noProof="1">
                <a:solidFill>
                  <a:srgbClr val="00B0F0"/>
                </a:solidFill>
                <a:latin typeface="Consolas" panose="020B0609020204030204" pitchFamily="49" charset="0"/>
              </a:rPr>
              <a:t>deque([0, 1, 2, 3, 4, 5, 6, 7, 8, 9, 10, 11, 12, 13, 14, 15, 16, 17, 18, 19])</a:t>
            </a:r>
            <a:endParaRPr lang="fr-FR" altLang="en-US" sz="1600" strike="noStrike" noProof="1">
              <a:solidFill>
                <a:srgbClr val="00B0F0"/>
              </a:solidFill>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fr-FR" altLang="en-US" sz="1600" strike="noStrike" noProof="1">
                <a:latin typeface="Consolas" panose="020B0609020204030204" pitchFamily="49" charset="0"/>
              </a:rPr>
              <a:t>&gt;&gt;&gt; x.rotate(-3)</a:t>
            </a:r>
            <a:endParaRPr lang="fr-FR" altLang="en-US" sz="1600" strike="noStrike" noProof="1">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fr-FR" altLang="en-US" sz="1600" strike="noStrike" noProof="1">
                <a:latin typeface="Consolas" panose="020B0609020204030204" pitchFamily="49" charset="0"/>
              </a:rPr>
              <a:t>&gt;&gt;&gt; x</a:t>
            </a:r>
            <a:endParaRPr lang="fr-FR" altLang="en-US" sz="1600" strike="noStrike" noProof="1">
              <a:latin typeface="Consolas" panose="020B0609020204030204" pitchFamily="49" charset="0"/>
            </a:endParaRPr>
          </a:p>
          <a:p>
            <a:pPr eaLnBrk="1" latinLnBrk="0" hangingPunct="1">
              <a:lnSpc>
                <a:spcPct val="100000"/>
              </a:lnSpc>
              <a:spcBef>
                <a:spcPts val="0"/>
              </a:spcBef>
              <a:buSzPct val="90000"/>
              <a:buFont typeface="Wingdings" panose="05000000000000000000" pitchFamily="2" charset="2"/>
              <a:buNone/>
            </a:pPr>
            <a:r>
              <a:rPr lang="fr-FR" altLang="en-US" sz="1600" strike="noStrike" noProof="1">
                <a:solidFill>
                  <a:srgbClr val="00B0F0"/>
                </a:solidFill>
                <a:latin typeface="Consolas" panose="020B0609020204030204" pitchFamily="49" charset="0"/>
              </a:rPr>
              <a:t>deque([3, 4, 5, 6, 7, 8, 9, 10, 11, 12, 13, 14, 15, 16, 17, 18, 19, 0, 1, 2])</a:t>
            </a:r>
            <a:endParaRPr lang="fr-FR" altLang="en-US" sz="1600" strike="noStrike" noProof="1">
              <a:solidFill>
                <a:srgbClr val="00B0F0"/>
              </a:solidFill>
              <a:latin typeface="Consolas" panose="020B0609020204030204" pitchFamily="49" charset="0"/>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3" name="内容占位符 2"/>
          <p:cNvSpPr>
            <a:spLocks noGrp="1"/>
          </p:cNvSpPr>
          <p:nvPr>
            <p:ph idx="1"/>
          </p:nvPr>
        </p:nvSpPr>
        <p:spPr/>
        <p:txBody>
          <a:bodyPr vert="horz" wrap="square" lIns="68591" tIns="34295" rIns="68591" bIns="34295" numCol="1" anchor="t" anchorCtr="0" compatLnSpc="1"/>
          <a:lstStyle/>
          <a:p>
            <a:pPr marL="410845" marR="0" lvl="0" indent="-410845" algn="l" defTabSz="914400" rtl="0" eaLnBrk="1" fontAlgn="base" latinLnBrk="0" hangingPunct="1">
              <a:lnSpc>
                <a:spcPct val="150000"/>
              </a:lnSpc>
              <a:spcBef>
                <a:spcPts val="0"/>
              </a:spcBef>
              <a:spcAft>
                <a:spcPct val="0"/>
              </a:spcAft>
              <a:buClrTx/>
              <a:buSzTx/>
              <a:buFont typeface="Wingdings" panose="05000000000000000000" charset="0"/>
              <a:buChar char="v"/>
              <a:defRPr/>
            </a:pPr>
            <a:r>
              <a:rPr kumimoji="0" lang="zh-CN" altLang="en-US" sz="1800" b="0" i="0" u="none" strike="noStrike" kern="1200" cap="none" spc="0" normalizeH="0" baseline="0" noProof="1">
                <a:ln>
                  <a:noFill/>
                </a:ln>
                <a:solidFill>
                  <a:schemeClr val="tx1"/>
                </a:solidFill>
                <a:effectLst/>
                <a:uLnTx/>
                <a:uFillTx/>
                <a:latin typeface="+mn-lt"/>
                <a:ea typeface="+mn-ea"/>
                <a:cs typeface="+mn-cs"/>
              </a:rPr>
              <a:t>分析清楚了问题本质，要是把代码写成这样，会不会眼前一亮呢？</a:t>
            </a: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350" b="0" i="0" u="none" strike="noStrike" kern="1200" cap="none" spc="0" normalizeH="0" baseline="0" noProof="1">
              <a:ln>
                <a:noFill/>
              </a:ln>
              <a:solidFill>
                <a:schemeClr val="tx1"/>
              </a:solidFill>
              <a:effectLst/>
              <a:uLnTx/>
              <a:uFillTx/>
              <a:latin typeface="Times New Roman" panose="02020603050405020304" pitchFamily="18"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&gt;&gt;&gt; def shift(lst, k):</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latinLnBrk="0" hangingPunct="1">
              <a:lnSpc>
                <a:spcPct val="100000"/>
              </a:lnSpc>
              <a:spcBef>
                <a:spcPts val="0"/>
              </a:spcBef>
              <a:spcAft>
                <a:spcPct val="0"/>
              </a:spcAft>
              <a:buClrTx/>
              <a:buSzTx/>
              <a:buFontTx/>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sym typeface="+mn-ea"/>
              </a:rPr>
              <a:t>    </a:t>
            </a: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return lst[k:]+lst[:k]</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latinLnBrk="0" hangingPunct="1">
              <a:lnSpc>
                <a:spcPct val="100000"/>
              </a:lnSpc>
              <a:spcBef>
                <a:spcPts val="0"/>
              </a:spcBef>
              <a:spcAft>
                <a:spcPct val="0"/>
              </a:spcAft>
              <a:buClrTx/>
              <a:buSzTx/>
              <a:buFontTx/>
              <a:buNone/>
              <a:defRPr/>
            </a:pP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&gt;&gt;&gt; x = list(range(20))</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&gt;&gt;&gt; shift(x, 3)</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rgbClr val="00B0F0"/>
                </a:solidFill>
                <a:effectLst/>
                <a:uLnTx/>
                <a:uFillTx/>
                <a:latin typeface="Consolas" panose="020B0609020204030204" pitchFamily="49" charset="0"/>
                <a:ea typeface="+mn-ea"/>
                <a:cs typeface="Consolas" panose="020B0609020204030204" pitchFamily="49" charset="0"/>
              </a:rPr>
              <a:t>[3, 4, 5, 6, 7, 8, 9, 10, 11, 12, 13, 14, 15, 16, 17, 18, 19, 0, 1, 2]</a:t>
            </a:r>
            <a:endParaRPr kumimoji="0" lang="zh-CN" altLang="en-US" sz="1600" b="0" i="0" u="none" strike="noStrike" kern="1200" cap="none" spc="0" normalizeH="0" baseline="0" noProof="1">
              <a:ln>
                <a:noFill/>
              </a:ln>
              <a:solidFill>
                <a:srgbClr val="00B0F0"/>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&gt;&gt;&gt; shift(x, -3)</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rgbClr val="00B0F0"/>
                </a:solidFill>
                <a:effectLst/>
                <a:uLnTx/>
                <a:uFillTx/>
                <a:latin typeface="Consolas" panose="020B0609020204030204" pitchFamily="49" charset="0"/>
                <a:ea typeface="+mn-ea"/>
                <a:cs typeface="Consolas" panose="020B0609020204030204" pitchFamily="49" charset="0"/>
              </a:rPr>
              <a:t>[17, 18, 19, 0, 1, 2, 3, 4, 5, 6, 7, 8, 9, 10, 11, 12, 13, 14, 15, 16]</a:t>
            </a:r>
            <a:endParaRPr kumimoji="0" lang="zh-CN" altLang="en-US" sz="1600" b="0" i="0" u="none" strike="noStrike" kern="1200" cap="none" spc="0" normalizeH="0" baseline="0" noProof="1">
              <a:ln>
                <a:noFill/>
              </a:ln>
              <a:solidFill>
                <a:srgbClr val="00B0F0"/>
              </a:solidFill>
              <a:effectLst/>
              <a:uLnTx/>
              <a:uFillTx/>
              <a:latin typeface="Consolas" panose="020B0609020204030204" pitchFamily="49" charset="0"/>
              <a:ea typeface="+mn-ea"/>
              <a:cs typeface="Consolas" panose="020B0609020204030204" pitchFamily="49" charset="0"/>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noProof="0" smtClean="0">
                <a:ln>
                  <a:noFill/>
                </a:ln>
                <a:effectLst/>
                <a:uLnTx/>
                <a:uFillTx/>
                <a:sym typeface="+mn-ea"/>
              </a:rPr>
              <a:t>5.7  </a:t>
            </a:r>
            <a:r>
              <a:rPr lang="zh-CN" altLang="en-US" noProof="0" smtClean="0">
                <a:ln>
                  <a:noFill/>
                </a:ln>
                <a:effectLst/>
                <a:uLnTx/>
                <a:uFillTx/>
                <a:sym typeface="+mn-ea"/>
              </a:rPr>
              <a:t>案例精选</a:t>
            </a:r>
            <a:endParaRPr lang="zh-CN" altLang="en-US"/>
          </a:p>
        </p:txBody>
      </p:sp>
      <p:sp>
        <p:nvSpPr>
          <p:cNvPr id="3" name="内容占位符 2"/>
          <p:cNvSpPr>
            <a:spLocks noGrp="1"/>
          </p:cNvSpPr>
          <p:nvPr>
            <p:ph idx="1"/>
          </p:nvPr>
        </p:nvSpPr>
        <p:spPr/>
        <p:txBody>
          <a:bodyPr/>
          <a:p>
            <a:r>
              <a:rPr lang="zh-CN" altLang="en-US" sz="1800"/>
              <a:t>最直接的方式，但是效率低。</a:t>
            </a:r>
            <a:endParaRPr lang="zh-CN" altLang="en-US"/>
          </a:p>
          <a:p>
            <a:pPr marL="0" indent="0">
              <a:buNone/>
            </a:pPr>
            <a:r>
              <a:rPr lang="zh-CN" altLang="en-US" sz="1800">
                <a:latin typeface="Consolas" panose="020B0609020204030204" pitchFamily="49" charset="0"/>
                <a:cs typeface="Consolas" panose="020B0609020204030204" pitchFamily="49" charset="0"/>
              </a:rPr>
              <a:t>def leftRotate(lst, k):</a:t>
            </a:r>
            <a:endParaRPr lang="zh-CN" altLang="en-US" sz="1800">
              <a:latin typeface="Consolas" panose="020B0609020204030204" pitchFamily="49" charset="0"/>
              <a:cs typeface="Consolas" panose="020B0609020204030204" pitchFamily="49" charset="0"/>
            </a:endParaRPr>
          </a:p>
          <a:p>
            <a:pPr marL="0" indent="0">
              <a:buNone/>
            </a:pPr>
            <a:r>
              <a:rPr lang="zh-CN" altLang="en-US" sz="1800">
                <a:latin typeface="Consolas" panose="020B0609020204030204" pitchFamily="49" charset="0"/>
                <a:cs typeface="Consolas" panose="020B0609020204030204" pitchFamily="49" charset="0"/>
              </a:rPr>
              <a:t>    for i in range(k):</a:t>
            </a:r>
            <a:endParaRPr lang="zh-CN" altLang="en-US" sz="1800">
              <a:latin typeface="Consolas" panose="020B0609020204030204" pitchFamily="49" charset="0"/>
              <a:cs typeface="Consolas" panose="020B0609020204030204" pitchFamily="49" charset="0"/>
            </a:endParaRPr>
          </a:p>
          <a:p>
            <a:pPr marL="0" indent="0">
              <a:buNone/>
            </a:pPr>
            <a:r>
              <a:rPr lang="zh-CN" altLang="en-US" sz="1800">
                <a:latin typeface="Consolas" panose="020B0609020204030204" pitchFamily="49" charset="0"/>
                <a:cs typeface="Consolas" panose="020B0609020204030204" pitchFamily="49" charset="0"/>
              </a:rPr>
              <a:t>        lst.append(lst.pop(0))</a:t>
            </a:r>
            <a:endParaRPr lang="zh-CN" altLang="en-US" sz="1800">
              <a:latin typeface="Consolas" panose="020B0609020204030204" pitchFamily="49" charset="0"/>
              <a:cs typeface="Consolas" panose="020B0609020204030204" pitchFamily="49" charset="0"/>
            </a:endParaRPr>
          </a:p>
          <a:p>
            <a:pPr marL="0" indent="0">
              <a:buNone/>
            </a:pPr>
            <a:endParaRPr lang="zh-CN" altLang="en-US" sz="1800">
              <a:latin typeface="Consolas" panose="020B0609020204030204" pitchFamily="49" charset="0"/>
              <a:cs typeface="Consolas" panose="020B0609020204030204" pitchFamily="49" charset="0"/>
            </a:endParaRPr>
          </a:p>
          <a:p>
            <a:pPr marL="0" indent="0">
              <a:buNone/>
            </a:pPr>
            <a:r>
              <a:rPr lang="zh-CN" altLang="en-US" sz="1800">
                <a:latin typeface="Consolas" panose="020B0609020204030204" pitchFamily="49" charset="0"/>
                <a:cs typeface="Consolas" panose="020B0609020204030204" pitchFamily="49" charset="0"/>
              </a:rPr>
              <a:t>data = list(range(20))</a:t>
            </a:r>
            <a:endParaRPr lang="zh-CN" altLang="en-US" sz="1800">
              <a:latin typeface="Consolas" panose="020B0609020204030204" pitchFamily="49" charset="0"/>
              <a:cs typeface="Consolas" panose="020B0609020204030204" pitchFamily="49" charset="0"/>
            </a:endParaRPr>
          </a:p>
          <a:p>
            <a:pPr marL="0" indent="0">
              <a:buNone/>
            </a:pPr>
            <a:r>
              <a:rPr lang="zh-CN" altLang="en-US" sz="1800">
                <a:latin typeface="Consolas" panose="020B0609020204030204" pitchFamily="49" charset="0"/>
                <a:cs typeface="Consolas" panose="020B0609020204030204" pitchFamily="49" charset="0"/>
              </a:rPr>
              <a:t>leftRotate(data, 3)</a:t>
            </a:r>
            <a:endParaRPr lang="zh-CN" altLang="en-US" sz="1800">
              <a:latin typeface="Consolas" panose="020B0609020204030204" pitchFamily="49" charset="0"/>
              <a:cs typeface="Consolas" panose="020B0609020204030204" pitchFamily="49" charset="0"/>
            </a:endParaRPr>
          </a:p>
          <a:p>
            <a:pPr marL="0" indent="0">
              <a:buNone/>
            </a:pPr>
            <a:r>
              <a:rPr lang="zh-CN" altLang="en-US" sz="1800">
                <a:latin typeface="Consolas" panose="020B0609020204030204" pitchFamily="49" charset="0"/>
                <a:cs typeface="Consolas" panose="020B0609020204030204" pitchFamily="49" charset="0"/>
              </a:rPr>
              <a:t>print(data)</a:t>
            </a:r>
            <a:endParaRPr lang="zh-CN" altLang="en-US" sz="1800">
              <a:latin typeface="Consolas" panose="020B0609020204030204" pitchFamily="49" charset="0"/>
              <a:cs typeface="Consolas" panose="020B0609020204030204" pitchFamily="49"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3" name="内容占位符 2"/>
          <p:cNvSpPr>
            <a:spLocks noGrp="1"/>
          </p:cNvSpPr>
          <p:nvPr>
            <p:ph idx="1"/>
          </p:nvPr>
        </p:nvSpPr>
        <p:spPr/>
        <p:txBody>
          <a:bodyPr vert="horz" wrap="square" lIns="68591" tIns="34295" rIns="68591" bIns="34295"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例</a:t>
            </a:r>
            <a:r>
              <a:rPr kumimoji="0" lang="en-US" altLang="zh-CN" sz="1800" b="1" i="0" u="none" strike="noStrike" kern="1200" cap="none" spc="0" normalizeH="0" baseline="0" noProof="1" smtClean="0">
                <a:ln>
                  <a:noFill/>
                </a:ln>
                <a:solidFill>
                  <a:schemeClr val="tx1"/>
                </a:solidFill>
                <a:effectLst/>
                <a:uLnTx/>
                <a:uFillTx/>
                <a:latin typeface="+mn-lt"/>
                <a:ea typeface="+mn-ea"/>
                <a:cs typeface="+mn-cs"/>
              </a:rPr>
              <a:t>5-5</a:t>
            </a:r>
            <a:r>
              <a:rPr kumimoji="0" lang="en-US" altLang="zh-CN" sz="1800" b="0" i="0" u="none" strike="noStrike" kern="1200" cap="none" spc="0" normalizeH="0" baseline="0" noProof="1" smtClean="0">
                <a:ln>
                  <a:noFill/>
                </a:ln>
                <a:solidFill>
                  <a:schemeClr val="tx1"/>
                </a:solidFill>
                <a:effectLst/>
                <a:uLnTx/>
                <a:uFillTx/>
                <a:latin typeface="+mn-lt"/>
                <a:ea typeface="+mn-ea"/>
                <a:cs typeface="+mn-cs"/>
              </a:rPr>
              <a:t>  </a:t>
            </a:r>
            <a:r>
              <a:rPr kumimoji="0" lang="zh-CN" altLang="en-US" sz="1800" b="0" i="0" u="none" strike="noStrike" kern="1200" cap="none" spc="0" normalizeH="0" baseline="0" noProof="1">
                <a:ln>
                  <a:noFill/>
                </a:ln>
                <a:solidFill>
                  <a:schemeClr val="tx1"/>
                </a:solidFill>
                <a:effectLst/>
                <a:uLnTx/>
                <a:uFillTx/>
                <a:latin typeface="+mn-lt"/>
                <a:ea typeface="+mn-ea"/>
                <a:cs typeface="+mn-cs"/>
              </a:rPr>
              <a:t>使用秦九韶算法快速求解多项式的值。</a:t>
            </a: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p:txBody>
      </p:sp>
      <p:pic>
        <p:nvPicPr>
          <p:cNvPr id="150531" name="图片 3"/>
          <p:cNvPicPr>
            <a:picLocks noChangeAspect="1"/>
          </p:cNvPicPr>
          <p:nvPr/>
        </p:nvPicPr>
        <p:blipFill>
          <a:blip r:embed="rId1"/>
          <a:stretch>
            <a:fillRect/>
          </a:stretch>
        </p:blipFill>
        <p:spPr>
          <a:xfrm>
            <a:off x="871855" y="1583055"/>
            <a:ext cx="5829300" cy="3237230"/>
          </a:xfrm>
          <a:prstGeom prst="rect">
            <a:avLst/>
          </a:prstGeom>
          <a:noFill/>
          <a:ln w="9525">
            <a:noFill/>
          </a:ln>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151554" name="内容占位符 2"/>
          <p:cNvSpPr>
            <a:spLocks noGrp="1"/>
          </p:cNvSpPr>
          <p:nvPr>
            <p:ph idx="1"/>
          </p:nvPr>
        </p:nvSpPr>
        <p:spPr/>
        <p:txBody>
          <a:bodyPr wrap="square" lIns="68591" tIns="34295" rIns="68591" bIns="34295" anchor="t"/>
          <a:lstStyle/>
          <a:p>
            <a:pPr marL="0" indent="0" eaLnBrk="1" latinLnBrk="0" hangingPunct="1">
              <a:spcBef>
                <a:spcPct val="0"/>
              </a:spcBef>
              <a:buNone/>
            </a:pPr>
            <a:r>
              <a:rPr lang="zh-CN" altLang="en-US" sz="1400" strike="noStrike" noProof="1">
                <a:latin typeface="Consolas" panose="020B0609020204030204" pitchFamily="49" charset="0"/>
              </a:rPr>
              <a:t>def func(factors, x):</a:t>
            </a:r>
            <a:endParaRPr lang="zh-CN" altLang="en-US" sz="1400" strike="noStrike" noProof="1">
              <a:latin typeface="Consolas" panose="020B0609020204030204" pitchFamily="49" charset="0"/>
            </a:endParaRPr>
          </a:p>
          <a:p>
            <a:pPr marL="0" indent="0" eaLnBrk="1" latinLnBrk="0" hangingPunct="1">
              <a:spcBef>
                <a:spcPct val="0"/>
              </a:spcBef>
              <a:buNone/>
            </a:pPr>
            <a:r>
              <a:rPr lang="zh-CN" altLang="en-US" sz="1400" strike="noStrike" noProof="1">
                <a:latin typeface="Consolas" panose="020B0609020204030204" pitchFamily="49" charset="0"/>
              </a:rPr>
              <a:t>    result = factors[0]</a:t>
            </a:r>
            <a:endParaRPr lang="zh-CN" altLang="en-US" sz="1400" strike="noStrike" noProof="1">
              <a:latin typeface="Consolas" panose="020B0609020204030204" pitchFamily="49" charset="0"/>
            </a:endParaRPr>
          </a:p>
          <a:p>
            <a:pPr marL="0" indent="0" eaLnBrk="1" latinLnBrk="0" hangingPunct="1">
              <a:spcBef>
                <a:spcPct val="0"/>
              </a:spcBef>
              <a:buNone/>
            </a:pPr>
            <a:r>
              <a:rPr lang="zh-CN" altLang="en-US" sz="1400" strike="noStrike" noProof="1">
                <a:latin typeface="Consolas" panose="020B0609020204030204" pitchFamily="49" charset="0"/>
              </a:rPr>
              <a:t>    for factor in factors[1:]:</a:t>
            </a:r>
            <a:endParaRPr lang="zh-CN" altLang="en-US" sz="1400" strike="noStrike" noProof="1">
              <a:latin typeface="Consolas" panose="020B0609020204030204" pitchFamily="49" charset="0"/>
            </a:endParaRPr>
          </a:p>
          <a:p>
            <a:pPr marL="0" indent="0" eaLnBrk="1" latinLnBrk="0" hangingPunct="1">
              <a:spcBef>
                <a:spcPct val="0"/>
              </a:spcBef>
              <a:buNone/>
            </a:pPr>
            <a:r>
              <a:rPr lang="zh-CN" altLang="en-US" sz="1400" strike="noStrike" noProof="1">
                <a:latin typeface="Consolas" panose="020B0609020204030204" pitchFamily="49" charset="0"/>
              </a:rPr>
              <a:t>        result = result*x + factor        </a:t>
            </a:r>
            <a:endParaRPr lang="zh-CN" altLang="en-US" sz="1400" strike="noStrike" noProof="1">
              <a:latin typeface="Consolas" panose="020B0609020204030204" pitchFamily="49" charset="0"/>
            </a:endParaRPr>
          </a:p>
          <a:p>
            <a:pPr marL="0" indent="0" eaLnBrk="1" latinLnBrk="0" hangingPunct="1">
              <a:spcBef>
                <a:spcPct val="0"/>
              </a:spcBef>
              <a:buNone/>
            </a:pPr>
            <a:r>
              <a:rPr lang="zh-CN" altLang="en-US" sz="1400" strike="noStrike" noProof="1">
                <a:latin typeface="Consolas" panose="020B0609020204030204" pitchFamily="49" charset="0"/>
              </a:rPr>
              <a:t>    return result</a:t>
            </a:r>
            <a:endParaRPr lang="zh-CN" altLang="en-US" sz="1400" strike="noStrike" noProof="1">
              <a:latin typeface="Consolas" panose="020B0609020204030204" pitchFamily="49" charset="0"/>
            </a:endParaRPr>
          </a:p>
          <a:p>
            <a:pPr marL="0" indent="0" eaLnBrk="1" latinLnBrk="0" hangingPunct="1">
              <a:spcBef>
                <a:spcPct val="0"/>
              </a:spcBef>
              <a:buNone/>
            </a:pPr>
            <a:endParaRPr lang="zh-CN" altLang="en-US" sz="1400" strike="noStrike" noProof="1">
              <a:latin typeface="Consolas" panose="020B0609020204030204" pitchFamily="49" charset="0"/>
            </a:endParaRPr>
          </a:p>
          <a:p>
            <a:pPr marL="0" indent="0" eaLnBrk="1" latinLnBrk="0" hangingPunct="1">
              <a:spcBef>
                <a:spcPct val="0"/>
              </a:spcBef>
              <a:buNone/>
            </a:pPr>
            <a:r>
              <a:rPr lang="zh-CN" altLang="en-US" sz="1400" strike="noStrike" noProof="1">
                <a:latin typeface="Consolas" panose="020B0609020204030204" pitchFamily="49" charset="0"/>
              </a:rPr>
              <a:t>factors = (3, 8, 5, 9, 7, 1)</a:t>
            </a:r>
            <a:endParaRPr lang="zh-CN" altLang="en-US" sz="1400" strike="noStrike" noProof="1">
              <a:latin typeface="Consolas" panose="020B0609020204030204" pitchFamily="49" charset="0"/>
            </a:endParaRPr>
          </a:p>
          <a:p>
            <a:pPr marL="0" indent="0" eaLnBrk="1" latinLnBrk="0" hangingPunct="1">
              <a:spcBef>
                <a:spcPct val="0"/>
              </a:spcBef>
              <a:buNone/>
            </a:pPr>
            <a:r>
              <a:rPr lang="zh-CN" altLang="en-US" sz="1400" strike="noStrike" noProof="1">
                <a:latin typeface="Consolas" panose="020B0609020204030204" pitchFamily="49" charset="0"/>
              </a:rPr>
              <a:t>print(func(factors, 1))</a:t>
            </a:r>
            <a:endParaRPr lang="zh-CN" altLang="en-US" sz="1400" strike="noStrike" noProof="1">
              <a:latin typeface="Consolas" panose="020B0609020204030204" pitchFamily="49" charset="0"/>
            </a:endParaRPr>
          </a:p>
          <a:p>
            <a:pPr marL="0" indent="0" eaLnBrk="1" latinLnBrk="0" hangingPunct="1">
              <a:spcBef>
                <a:spcPct val="0"/>
              </a:spcBef>
              <a:buNone/>
            </a:pPr>
            <a:endParaRPr lang="zh-CN" altLang="en-US" sz="1400" strike="noStrike" noProof="1">
              <a:latin typeface="Consolas" panose="020B0609020204030204" pitchFamily="49" charset="0"/>
            </a:endParaRPr>
          </a:p>
          <a:p>
            <a:pPr marL="0" indent="0" eaLnBrk="1" latinLnBrk="0" hangingPunct="1">
              <a:spcBef>
                <a:spcPct val="0"/>
              </a:spcBef>
              <a:buNone/>
            </a:pPr>
            <a:r>
              <a:rPr lang="zh-CN" altLang="en-US" sz="1400" strike="noStrike" noProof="1">
                <a:latin typeface="Consolas" panose="020B0609020204030204" pitchFamily="49" charset="0"/>
              </a:rPr>
              <a:t>factors = (3, 8, 5, 0, 7, 1)</a:t>
            </a:r>
            <a:endParaRPr lang="zh-CN" altLang="en-US" sz="1400" strike="noStrike" noProof="1">
              <a:latin typeface="Consolas" panose="020B0609020204030204" pitchFamily="49" charset="0"/>
            </a:endParaRPr>
          </a:p>
          <a:p>
            <a:pPr marL="0" indent="0" eaLnBrk="1" latinLnBrk="0" hangingPunct="1">
              <a:spcBef>
                <a:spcPct val="0"/>
              </a:spcBef>
              <a:buNone/>
            </a:pPr>
            <a:r>
              <a:rPr lang="zh-CN" altLang="en-US" sz="1400" strike="noStrike" noProof="1">
                <a:latin typeface="Consolas" panose="020B0609020204030204" pitchFamily="49" charset="0"/>
              </a:rPr>
              <a:t>print(func(factors, 2))</a:t>
            </a:r>
            <a:endParaRPr lang="zh-CN" altLang="en-US" sz="1400" strike="noStrike" noProof="1">
              <a:latin typeface="Consolas" panose="020B0609020204030204" pitchFamily="49" charset="0"/>
            </a:endParaRPr>
          </a:p>
          <a:p>
            <a:pPr marL="0" indent="0" eaLnBrk="1" latinLnBrk="0" hangingPunct="1">
              <a:spcBef>
                <a:spcPct val="0"/>
              </a:spcBef>
              <a:buNone/>
            </a:pPr>
            <a:endParaRPr lang="zh-CN" altLang="en-US" sz="1400" strike="noStrike" noProof="1">
              <a:latin typeface="Consolas" panose="020B0609020204030204" pitchFamily="49" charset="0"/>
            </a:endParaRPr>
          </a:p>
          <a:p>
            <a:pPr marL="0" indent="0" eaLnBrk="1" latinLnBrk="0" hangingPunct="1">
              <a:spcBef>
                <a:spcPct val="0"/>
              </a:spcBef>
              <a:buNone/>
            </a:pPr>
            <a:r>
              <a:rPr lang="zh-CN" altLang="en-US" sz="1400" strike="noStrike" noProof="1">
                <a:latin typeface="Consolas" panose="020B0609020204030204" pitchFamily="49" charset="0"/>
              </a:rPr>
              <a:t>factors = (5,)</a:t>
            </a:r>
            <a:endParaRPr lang="zh-CN" altLang="en-US" sz="1400" strike="noStrike" noProof="1">
              <a:latin typeface="Consolas" panose="020B0609020204030204" pitchFamily="49" charset="0"/>
            </a:endParaRPr>
          </a:p>
          <a:p>
            <a:pPr marL="0" indent="0" eaLnBrk="1" latinLnBrk="0" hangingPunct="1">
              <a:spcBef>
                <a:spcPct val="0"/>
              </a:spcBef>
              <a:buNone/>
            </a:pPr>
            <a:r>
              <a:rPr lang="zh-CN" altLang="en-US" sz="1400" strike="noStrike" noProof="1">
                <a:latin typeface="Consolas" panose="020B0609020204030204" pitchFamily="49" charset="0"/>
              </a:rPr>
              <a:t>print(func(factors, 2))</a:t>
            </a:r>
            <a:endParaRPr lang="zh-CN" altLang="en-US" sz="1400" strike="noStrike" noProof="1">
              <a:latin typeface="Consolas" panose="020B0609020204030204" pitchFamily="49" charset="0"/>
            </a:endParaRPr>
          </a:p>
          <a:p>
            <a:pPr marL="0" indent="0" eaLnBrk="1" latinLnBrk="0" hangingPunct="1">
              <a:spcBef>
                <a:spcPct val="0"/>
              </a:spcBef>
              <a:buNone/>
            </a:pPr>
            <a:endParaRPr lang="zh-CN" altLang="en-US" sz="1400" strike="noStrike" noProof="1">
              <a:latin typeface="Consolas" panose="020B0609020204030204" pitchFamily="49" charset="0"/>
            </a:endParaRPr>
          </a:p>
          <a:p>
            <a:pPr marL="0" indent="0" eaLnBrk="1" latinLnBrk="0" hangingPunct="1">
              <a:spcBef>
                <a:spcPct val="0"/>
              </a:spcBef>
              <a:buNone/>
            </a:pPr>
            <a:r>
              <a:rPr lang="zh-CN" altLang="en-US" sz="1400" strike="noStrike" noProof="1">
                <a:latin typeface="Consolas" panose="020B0609020204030204" pitchFamily="49" charset="0"/>
              </a:rPr>
              <a:t>factors = (5, 1)</a:t>
            </a:r>
            <a:endParaRPr lang="zh-CN" altLang="en-US" sz="1400" strike="noStrike" noProof="1">
              <a:latin typeface="Consolas" panose="020B0609020204030204" pitchFamily="49" charset="0"/>
            </a:endParaRPr>
          </a:p>
          <a:p>
            <a:pPr marL="0" indent="0" eaLnBrk="1" latinLnBrk="0" hangingPunct="1">
              <a:spcBef>
                <a:spcPct val="0"/>
              </a:spcBef>
              <a:buNone/>
            </a:pPr>
            <a:r>
              <a:rPr lang="zh-CN" altLang="en-US" sz="1400" strike="noStrike" noProof="1">
                <a:latin typeface="Consolas" panose="020B0609020204030204" pitchFamily="49" charset="0"/>
              </a:rPr>
              <a:t>print(func(factors, 2))</a:t>
            </a:r>
            <a:endParaRPr lang="zh-CN" altLang="en-US" sz="1400" strike="noStrike" noProof="1">
              <a:latin typeface="Consolas" panose="020B0609020204030204" pitchFamily="49" charset="0"/>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152578" name="内容占位符 2"/>
          <p:cNvSpPr>
            <a:spLocks noGrp="1"/>
          </p:cNvSpPr>
          <p:nvPr>
            <p:ph idx="1"/>
          </p:nvPr>
        </p:nvSpPr>
        <p:spPr/>
        <p:txBody>
          <a:bodyPr wrap="square" lIns="68591" tIns="34295" rIns="68591" bIns="34295" anchor="t"/>
          <a:lstStyle/>
          <a:p>
            <a:pPr marL="0" indent="0" eaLnBrk="1" fontAlgn="base" hangingPunct="1">
              <a:spcBef>
                <a:spcPct val="0"/>
              </a:spcBef>
              <a:buNone/>
            </a:pPr>
            <a:r>
              <a:rPr lang="zh-CN" altLang="en-US" sz="1400" strike="noStrike" noProof="1">
                <a:latin typeface="Consolas" panose="020B0609020204030204" pitchFamily="49" charset="0"/>
              </a:rPr>
              <a:t>from functools import reduce</a:t>
            </a:r>
            <a:endParaRPr lang="zh-CN" altLang="en-US" sz="1400" strike="noStrike" noProof="1">
              <a:latin typeface="Consolas" panose="020B0609020204030204" pitchFamily="49" charset="0"/>
            </a:endParaRPr>
          </a:p>
          <a:p>
            <a:pPr marL="0" indent="0" eaLnBrk="1" fontAlgn="base" hangingPunct="1">
              <a:spcBef>
                <a:spcPct val="0"/>
              </a:spcBef>
              <a:buNone/>
            </a:pPr>
            <a:endParaRPr lang="zh-CN" altLang="en-US" sz="1400" strike="noStrike" noProof="1">
              <a:latin typeface="Consolas" panose="020B0609020204030204" pitchFamily="49" charset="0"/>
            </a:endParaRPr>
          </a:p>
          <a:p>
            <a:pPr marL="0" indent="0" eaLnBrk="1" fontAlgn="base" hangingPunct="1">
              <a:spcBef>
                <a:spcPct val="0"/>
              </a:spcBef>
              <a:buNone/>
            </a:pPr>
            <a:r>
              <a:rPr lang="zh-CN" altLang="en-US" sz="1400" strike="noStrike" noProof="1">
                <a:latin typeface="Consolas" panose="020B0609020204030204" pitchFamily="49" charset="0"/>
              </a:rPr>
              <a:t>def func(factors, x):</a:t>
            </a:r>
            <a:endParaRPr lang="zh-CN" altLang="en-US" sz="1400" strike="noStrike" noProof="1">
              <a:latin typeface="Consolas" panose="020B0609020204030204" pitchFamily="49" charset="0"/>
            </a:endParaRPr>
          </a:p>
          <a:p>
            <a:pPr marL="0" indent="0" eaLnBrk="1" fontAlgn="base" hangingPunct="1">
              <a:spcBef>
                <a:spcPct val="0"/>
              </a:spcBef>
              <a:buNone/>
            </a:pPr>
            <a:r>
              <a:rPr lang="zh-CN" altLang="en-US" sz="1400" strike="noStrike" noProof="1">
                <a:latin typeface="Consolas" panose="020B0609020204030204" pitchFamily="49" charset="0"/>
              </a:rPr>
              <a:t>    result = reduce(lambda a, b: a*x+b, factors)        </a:t>
            </a:r>
            <a:endParaRPr lang="zh-CN" altLang="en-US" sz="1400" strike="noStrike" noProof="1">
              <a:latin typeface="Consolas" panose="020B0609020204030204" pitchFamily="49" charset="0"/>
            </a:endParaRPr>
          </a:p>
          <a:p>
            <a:pPr marL="0" indent="0" eaLnBrk="1" fontAlgn="base" hangingPunct="1">
              <a:spcBef>
                <a:spcPct val="0"/>
              </a:spcBef>
              <a:buNone/>
            </a:pPr>
            <a:r>
              <a:rPr lang="zh-CN" altLang="en-US" sz="1400" strike="noStrike" noProof="1">
                <a:latin typeface="Consolas" panose="020B0609020204030204" pitchFamily="49" charset="0"/>
              </a:rPr>
              <a:t>    return result</a:t>
            </a:r>
            <a:endParaRPr lang="zh-CN" altLang="en-US" sz="1400" strike="noStrike" noProof="1">
              <a:latin typeface="Consolas" panose="020B0609020204030204" pitchFamily="49" charset="0"/>
            </a:endParaRPr>
          </a:p>
          <a:p>
            <a:pPr marL="0" indent="0" eaLnBrk="1" fontAlgn="base" hangingPunct="1">
              <a:spcBef>
                <a:spcPct val="0"/>
              </a:spcBef>
              <a:buNone/>
            </a:pPr>
            <a:endParaRPr lang="zh-CN" altLang="en-US" sz="1400" strike="noStrike" noProof="1">
              <a:latin typeface="Consolas" panose="020B0609020204030204" pitchFamily="49" charset="0"/>
            </a:endParaRPr>
          </a:p>
          <a:p>
            <a:pPr marL="0" indent="0" eaLnBrk="1" fontAlgn="base" hangingPunct="1">
              <a:spcBef>
                <a:spcPct val="0"/>
              </a:spcBef>
              <a:buNone/>
            </a:pPr>
            <a:r>
              <a:rPr lang="zh-CN" altLang="en-US" sz="1400" strike="noStrike" noProof="1">
                <a:latin typeface="Consolas" panose="020B0609020204030204" pitchFamily="49" charset="0"/>
              </a:rPr>
              <a:t>factors = (3, 8, 5, 9, 7, 1)</a:t>
            </a:r>
            <a:endParaRPr lang="zh-CN" altLang="en-US" sz="1400" strike="noStrike" noProof="1">
              <a:latin typeface="Consolas" panose="020B0609020204030204" pitchFamily="49" charset="0"/>
            </a:endParaRPr>
          </a:p>
          <a:p>
            <a:pPr marL="0" indent="0" eaLnBrk="1" fontAlgn="base" hangingPunct="1">
              <a:spcBef>
                <a:spcPct val="0"/>
              </a:spcBef>
              <a:buNone/>
            </a:pPr>
            <a:r>
              <a:rPr lang="zh-CN" altLang="en-US" sz="1400" strike="noStrike" noProof="1">
                <a:latin typeface="Consolas" panose="020B0609020204030204" pitchFamily="49" charset="0"/>
              </a:rPr>
              <a:t>print(func(factors, 1))</a:t>
            </a:r>
            <a:endParaRPr lang="zh-CN" altLang="en-US" sz="1400" strike="noStrike" noProof="1">
              <a:latin typeface="Consolas" panose="020B0609020204030204" pitchFamily="49" charset="0"/>
            </a:endParaRPr>
          </a:p>
          <a:p>
            <a:pPr marL="0" indent="0" eaLnBrk="1" fontAlgn="base" hangingPunct="1">
              <a:spcBef>
                <a:spcPct val="0"/>
              </a:spcBef>
              <a:buNone/>
            </a:pPr>
            <a:endParaRPr lang="zh-CN" altLang="en-US" sz="1400" strike="noStrike" noProof="1">
              <a:latin typeface="Consolas" panose="020B0609020204030204" pitchFamily="49" charset="0"/>
            </a:endParaRPr>
          </a:p>
          <a:p>
            <a:pPr marL="0" indent="0" eaLnBrk="1" fontAlgn="base" hangingPunct="1">
              <a:spcBef>
                <a:spcPct val="0"/>
              </a:spcBef>
              <a:buNone/>
            </a:pPr>
            <a:r>
              <a:rPr lang="zh-CN" altLang="en-US" sz="1400" strike="noStrike" noProof="1">
                <a:latin typeface="Consolas" panose="020B0609020204030204" pitchFamily="49" charset="0"/>
              </a:rPr>
              <a:t>factors = (5, 0, 0, 0, 0, 1)</a:t>
            </a:r>
            <a:endParaRPr lang="zh-CN" altLang="en-US" sz="1400" strike="noStrike" noProof="1">
              <a:latin typeface="Consolas" panose="020B0609020204030204" pitchFamily="49" charset="0"/>
            </a:endParaRPr>
          </a:p>
          <a:p>
            <a:pPr marL="0" indent="0" eaLnBrk="1" fontAlgn="base" hangingPunct="1">
              <a:spcBef>
                <a:spcPct val="0"/>
              </a:spcBef>
              <a:buNone/>
            </a:pPr>
            <a:r>
              <a:rPr lang="zh-CN" altLang="en-US" sz="1400" strike="noStrike" noProof="1">
                <a:latin typeface="Consolas" panose="020B0609020204030204" pitchFamily="49" charset="0"/>
              </a:rPr>
              <a:t>print(func(factors, 2))</a:t>
            </a:r>
            <a:endParaRPr lang="zh-CN" altLang="en-US" sz="1400" strike="noStrike" noProof="1">
              <a:latin typeface="Consolas" panose="020B0609020204030204" pitchFamily="49" charset="0"/>
            </a:endParaRPr>
          </a:p>
          <a:p>
            <a:pPr marL="0" indent="0" eaLnBrk="1" fontAlgn="base" hangingPunct="1">
              <a:spcBef>
                <a:spcPct val="0"/>
              </a:spcBef>
              <a:buNone/>
            </a:pPr>
            <a:endParaRPr lang="zh-CN" altLang="en-US" sz="1400" strike="noStrike" noProof="1">
              <a:latin typeface="Consolas" panose="020B0609020204030204" pitchFamily="49" charset="0"/>
            </a:endParaRPr>
          </a:p>
          <a:p>
            <a:pPr marL="0" indent="0" eaLnBrk="1" fontAlgn="base" hangingPunct="1">
              <a:spcBef>
                <a:spcPct val="0"/>
              </a:spcBef>
              <a:buNone/>
            </a:pPr>
            <a:r>
              <a:rPr lang="zh-CN" altLang="en-US" sz="1400" strike="noStrike" noProof="1">
                <a:latin typeface="Consolas" panose="020B0609020204030204" pitchFamily="49" charset="0"/>
              </a:rPr>
              <a:t>factors = (5,)</a:t>
            </a:r>
            <a:endParaRPr lang="zh-CN" altLang="en-US" sz="1400" strike="noStrike" noProof="1">
              <a:latin typeface="Consolas" panose="020B0609020204030204" pitchFamily="49" charset="0"/>
            </a:endParaRPr>
          </a:p>
          <a:p>
            <a:pPr marL="0" indent="0" eaLnBrk="1" fontAlgn="base" hangingPunct="1">
              <a:spcBef>
                <a:spcPct val="0"/>
              </a:spcBef>
              <a:buNone/>
            </a:pPr>
            <a:r>
              <a:rPr lang="zh-CN" altLang="en-US" sz="1400" strike="noStrike" noProof="1">
                <a:latin typeface="Consolas" panose="020B0609020204030204" pitchFamily="49" charset="0"/>
              </a:rPr>
              <a:t>print(func(factors, 2))</a:t>
            </a:r>
            <a:endParaRPr lang="zh-CN" altLang="en-US" sz="1400" strike="noStrike" noProof="1">
              <a:latin typeface="Consolas" panose="020B0609020204030204" pitchFamily="49" charset="0"/>
            </a:endParaRPr>
          </a:p>
          <a:p>
            <a:pPr marL="0" indent="0" eaLnBrk="1" fontAlgn="base" hangingPunct="1">
              <a:spcBef>
                <a:spcPct val="0"/>
              </a:spcBef>
              <a:buNone/>
            </a:pPr>
            <a:endParaRPr lang="zh-CN" altLang="en-US" sz="1400" strike="noStrike" noProof="1">
              <a:latin typeface="Consolas" panose="020B0609020204030204" pitchFamily="49" charset="0"/>
            </a:endParaRPr>
          </a:p>
          <a:p>
            <a:pPr marL="0" indent="0" eaLnBrk="1" fontAlgn="base" hangingPunct="1">
              <a:spcBef>
                <a:spcPct val="0"/>
              </a:spcBef>
              <a:buNone/>
            </a:pPr>
            <a:r>
              <a:rPr lang="zh-CN" altLang="en-US" sz="1400" strike="noStrike" noProof="1">
                <a:latin typeface="Consolas" panose="020B0609020204030204" pitchFamily="49" charset="0"/>
              </a:rPr>
              <a:t>factors = (5, 1)</a:t>
            </a:r>
            <a:endParaRPr lang="zh-CN" altLang="en-US" sz="1400" strike="noStrike" noProof="1">
              <a:latin typeface="Consolas" panose="020B0609020204030204" pitchFamily="49" charset="0"/>
            </a:endParaRPr>
          </a:p>
          <a:p>
            <a:pPr marL="0" indent="0" eaLnBrk="1" fontAlgn="base" hangingPunct="1">
              <a:spcBef>
                <a:spcPct val="0"/>
              </a:spcBef>
              <a:buNone/>
            </a:pPr>
            <a:r>
              <a:rPr lang="zh-CN" altLang="en-US" sz="1400" strike="noStrike" noProof="1">
                <a:latin typeface="Consolas" panose="020B0609020204030204" pitchFamily="49" charset="0"/>
              </a:rPr>
              <a:t>print(func(factors, 2))</a:t>
            </a:r>
            <a:endParaRPr lang="zh-CN" altLang="en-US" sz="1400" strike="noStrike" noProof="1">
              <a:latin typeface="Consolas" panose="020B0609020204030204" pitchFamily="49" charset="0"/>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标题 5632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58370" name="文本占位符 56322"/>
          <p:cNvSpPr>
            <a:spLocks noGrp="1"/>
          </p:cNvSpPr>
          <p:nvPr>
            <p:ph idx="1"/>
          </p:nvPr>
        </p:nvSpPr>
        <p:spPr>
          <a:xfrm>
            <a:off x="457200" y="1200150"/>
            <a:ext cx="8463280" cy="3395980"/>
          </a:xfrm>
        </p:spPr>
        <p:txBody>
          <a:bodyPr vert="horz" wrap="square" lIns="68591" tIns="34295" rIns="68591" bIns="34295" numCol="1" anchor="t" anchorCtr="0" compatLnSpc="1"/>
          <a:lstStyle/>
          <a:p>
            <a:pPr marL="342900" marR="0" lvl="0" indent="-342900" algn="l" defTabSz="914400" rtl="0" eaLnBrk="1" fontAlgn="base" latinLnBrk="0" hangingPunct="1">
              <a:lnSpc>
                <a:spcPct val="130000"/>
              </a:lnSpc>
              <a:spcBef>
                <a:spcPts val="0"/>
              </a:spcBef>
              <a:spcAft>
                <a:spcPct val="0"/>
              </a:spcAft>
              <a:buClrTx/>
              <a:buSzPct val="90000"/>
              <a:buFont typeface="Wingdings" panose="05000000000000000000" charset="0"/>
              <a:buChar char="§"/>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例</a:t>
            </a:r>
            <a:r>
              <a:rPr kumimoji="0" lang="en-US" altLang="zh-CN" sz="1800" b="1" i="0" u="none" strike="noStrike" kern="1200" cap="none" spc="0" normalizeH="0" baseline="0" noProof="1">
                <a:ln>
                  <a:noFill/>
                </a:ln>
                <a:solidFill>
                  <a:schemeClr val="tx1"/>
                </a:solidFill>
                <a:effectLst/>
                <a:uLnTx/>
                <a:uFillTx/>
                <a:latin typeface="+mn-lt"/>
                <a:ea typeface="+mn-ea"/>
                <a:cs typeface="+mn-cs"/>
              </a:rPr>
              <a:t>5-</a:t>
            </a:r>
            <a:r>
              <a:rPr kumimoji="0" lang="en-US" altLang="x-none" sz="1800" b="1" i="0" u="none" strike="noStrike" kern="1200" cap="none" spc="0" normalizeH="0" baseline="0" noProof="1">
                <a:ln>
                  <a:noFill/>
                </a:ln>
                <a:solidFill>
                  <a:schemeClr val="tx1"/>
                </a:solidFill>
                <a:effectLst/>
                <a:uLnTx/>
                <a:uFillTx/>
                <a:latin typeface="+mn-lt"/>
                <a:ea typeface="+mn-ea"/>
                <a:cs typeface="+mn-cs"/>
              </a:rPr>
              <a:t>6</a:t>
            </a:r>
            <a:r>
              <a:rPr kumimoji="0" lang="zh-CN" altLang="en-US" sz="1800" b="0" i="0" u="none" strike="noStrike" kern="1200" cap="none" spc="0" normalizeH="0" baseline="0" noProof="1">
                <a:ln>
                  <a:noFill/>
                </a:ln>
                <a:solidFill>
                  <a:schemeClr val="tx1"/>
                </a:solidFill>
                <a:effectLst/>
                <a:uLnTx/>
                <a:uFillTx/>
                <a:latin typeface="+mn-lt"/>
                <a:ea typeface="+mn-ea"/>
                <a:cs typeface="+mn-cs"/>
              </a:rPr>
              <a:t>  </a:t>
            </a:r>
            <a:r>
              <a:rPr kumimoji="0" lang="zh-CN" altLang="en-US" sz="1800" b="0" i="0" u="none" strike="noStrike" kern="1200" cap="none" spc="0" normalizeH="0" baseline="0" noProof="1">
                <a:ln>
                  <a:noFill/>
                </a:ln>
                <a:solidFill>
                  <a:schemeClr val="tx1"/>
                </a:solidFill>
                <a:effectLst/>
                <a:uLnTx/>
                <a:uFillTx/>
                <a:latin typeface="+mn-lt"/>
                <a:ea typeface="+mn-ea"/>
                <a:cs typeface="+mn-cs"/>
              </a:rPr>
              <a:t>编写函数，接收一个包含若干整数的列表参数</a:t>
            </a:r>
            <a:r>
              <a:rPr kumimoji="0" lang="en-US" altLang="x-none" sz="1800" b="0" i="0" u="none" strike="noStrike" kern="1200" cap="none" spc="0" normalizeH="0" baseline="0" noProof="1">
                <a:ln>
                  <a:noFill/>
                </a:ln>
                <a:solidFill>
                  <a:schemeClr val="tx1"/>
                </a:solidFill>
                <a:effectLst/>
                <a:uLnTx/>
                <a:uFillTx/>
                <a:latin typeface="+mn-lt"/>
                <a:ea typeface="+mn-ea"/>
                <a:cs typeface="+mn-cs"/>
              </a:rPr>
              <a:t>lst</a:t>
            </a:r>
            <a:r>
              <a:rPr kumimoji="0" lang="zh-CN" altLang="en-US" sz="1800" b="0" i="0" u="none" strike="noStrike" kern="1200" cap="none" spc="0" normalizeH="0" baseline="0" noProof="1">
                <a:ln>
                  <a:noFill/>
                </a:ln>
                <a:solidFill>
                  <a:schemeClr val="tx1"/>
                </a:solidFill>
                <a:effectLst/>
                <a:uLnTx/>
                <a:uFillTx/>
                <a:latin typeface="+mn-lt"/>
                <a:ea typeface="+mn-ea"/>
                <a:cs typeface="+mn-cs"/>
              </a:rPr>
              <a:t>，返回一个元组，其中第一个元素为列表</a:t>
            </a:r>
            <a:r>
              <a:rPr kumimoji="0" lang="en-US" altLang="x-none" sz="1800" b="0" i="0" u="none" strike="noStrike" kern="1200" cap="none" spc="0" normalizeH="0" baseline="0" noProof="1">
                <a:ln>
                  <a:noFill/>
                </a:ln>
                <a:solidFill>
                  <a:schemeClr val="tx1"/>
                </a:solidFill>
                <a:effectLst/>
                <a:uLnTx/>
                <a:uFillTx/>
                <a:latin typeface="+mn-lt"/>
                <a:ea typeface="+mn-ea"/>
                <a:cs typeface="+mn-cs"/>
              </a:rPr>
              <a:t>lst</a:t>
            </a:r>
            <a:r>
              <a:rPr kumimoji="0" lang="zh-CN" altLang="en-US" sz="1800" b="0" i="0" u="none" strike="noStrike" kern="1200" cap="none" spc="0" normalizeH="0" baseline="0" noProof="1">
                <a:ln>
                  <a:noFill/>
                </a:ln>
                <a:solidFill>
                  <a:schemeClr val="tx1"/>
                </a:solidFill>
                <a:effectLst/>
                <a:uLnTx/>
                <a:uFillTx/>
                <a:latin typeface="+mn-lt"/>
                <a:ea typeface="+mn-ea"/>
                <a:cs typeface="+mn-cs"/>
              </a:rPr>
              <a:t>中的最小值，其余元素为最小值在列表</a:t>
            </a:r>
            <a:r>
              <a:rPr kumimoji="0" lang="en-US" altLang="x-none" sz="1800" b="0" i="0" u="none" strike="noStrike" kern="1200" cap="none" spc="0" normalizeH="0" baseline="0" noProof="1">
                <a:ln>
                  <a:noFill/>
                </a:ln>
                <a:solidFill>
                  <a:schemeClr val="tx1"/>
                </a:solidFill>
                <a:effectLst/>
                <a:uLnTx/>
                <a:uFillTx/>
                <a:latin typeface="+mn-lt"/>
                <a:ea typeface="+mn-ea"/>
                <a:cs typeface="+mn-cs"/>
              </a:rPr>
              <a:t>lst</a:t>
            </a:r>
            <a:r>
              <a:rPr kumimoji="0" lang="zh-CN" altLang="en-US" sz="1800" b="0" i="0" u="none" strike="noStrike" kern="1200" cap="none" spc="0" normalizeH="0" baseline="0" noProof="1">
                <a:ln>
                  <a:noFill/>
                </a:ln>
                <a:solidFill>
                  <a:schemeClr val="tx1"/>
                </a:solidFill>
                <a:effectLst/>
                <a:uLnTx/>
                <a:uFillTx/>
                <a:latin typeface="+mn-lt"/>
                <a:ea typeface="+mn-ea"/>
                <a:cs typeface="+mn-cs"/>
              </a:rPr>
              <a:t>中的下标。</a:t>
            </a: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ts val="0"/>
              </a:spcBef>
              <a:spcAft>
                <a:spcPct val="0"/>
              </a:spcAft>
              <a:buClrTx/>
              <a:buSzPct val="90000"/>
              <a:buFont typeface="Wingdings" panose="05000000000000000000" pitchFamily="2" charset="2"/>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import random</a:t>
            </a: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Pct val="90000"/>
              <a:buFont typeface="Wingdings" panose="05000000000000000000" pitchFamily="2" charset="2"/>
              <a:buNone/>
              <a:defRPr/>
            </a:pP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Pct val="90000"/>
              <a:buFont typeface="Wingdings" panose="05000000000000000000" pitchFamily="2" charset="2"/>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def demo(lst):</a:t>
            </a: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Pct val="90000"/>
              <a:buFont typeface="Wingdings" panose="05000000000000000000" pitchFamily="2" charset="2"/>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m = min(lst)</a:t>
            </a: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Pct val="90000"/>
              <a:buFont typeface="Wingdings" panose="05000000000000000000" pitchFamily="2" charset="2"/>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result = (m,)+tuple((index for index,value in enumerate(lst)</a:t>
            </a: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Pct val="90000"/>
              <a:buFont typeface="Wingdings" panose="05000000000000000000" pitchFamily="2" charset="2"/>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if value==m))</a:t>
            </a: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Pct val="90000"/>
              <a:buFont typeface="Wingdings" panose="05000000000000000000" pitchFamily="2" charset="2"/>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return result</a:t>
            </a: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Pct val="90000"/>
              <a:buFont typeface="Wingdings" panose="05000000000000000000" pitchFamily="2" charset="2"/>
              <a:buNone/>
              <a:defRPr/>
            </a:pP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Pct val="90000"/>
              <a:buFont typeface="Wingdings" panose="05000000000000000000" pitchFamily="2" charset="2"/>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x = [random.randint(1,20) for i in range(50)]</a:t>
            </a: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Pct val="90000"/>
              <a:buFont typeface="Wingdings" panose="05000000000000000000" pitchFamily="2" charset="2"/>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print(x)</a:t>
            </a: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Pct val="90000"/>
              <a:buFont typeface="Wingdings" panose="05000000000000000000" pitchFamily="2" charset="2"/>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print(demo(x))</a:t>
            </a: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标题 57345"/>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90114" name="文本占位符 57346"/>
          <p:cNvSpPr>
            <a:spLocks noGrp="1"/>
          </p:cNvSpPr>
          <p:nvPr>
            <p:ph idx="1"/>
          </p:nvPr>
        </p:nvSpPr>
        <p:spPr/>
        <p:txBody>
          <a:bodyPr wrap="square" lIns="68591" tIns="34295" rIns="68591" bIns="34295" anchor="t"/>
          <a:lstStyle/>
          <a:p>
            <a:pPr eaLnBrk="1" fontAlgn="base" hangingPunct="1">
              <a:lnSpc>
                <a:spcPct val="150000"/>
              </a:lnSpc>
              <a:spcBef>
                <a:spcPct val="0"/>
              </a:spcBef>
              <a:buSzPct val="90000"/>
              <a:buFont typeface="Wingdings" panose="05000000000000000000" pitchFamily="2" charset="2"/>
              <a:buChar char="§"/>
            </a:pPr>
            <a:r>
              <a:rPr lang="zh-CN" altLang="en-US" sz="1800" b="1" strike="noStrike" noProof="1"/>
              <a:t>例</a:t>
            </a:r>
            <a:r>
              <a:rPr lang="en-US" altLang="zh-CN" sz="1800" b="1" strike="noStrike" noProof="1"/>
              <a:t>5-7</a:t>
            </a:r>
            <a:r>
              <a:rPr lang="zh-CN" altLang="en-US" sz="1800" strike="noStrike" noProof="1"/>
              <a:t>  </a:t>
            </a:r>
            <a:r>
              <a:rPr lang="zh-CN" altLang="en-US" sz="1800" strike="noStrike" noProof="1"/>
              <a:t>编写函数，接收一个整数</a:t>
            </a:r>
            <a:r>
              <a:rPr lang="en-US" altLang="zh-CN" sz="1800" strike="noStrike" noProof="1"/>
              <a:t>t</a:t>
            </a:r>
            <a:r>
              <a:rPr lang="zh-CN" altLang="en-US" sz="1800" strike="noStrike" noProof="1"/>
              <a:t>为参数，打印杨辉三角前</a:t>
            </a:r>
            <a:r>
              <a:rPr lang="en-US" altLang="zh-CN" sz="1800" strike="noStrike" noProof="1"/>
              <a:t>t</a:t>
            </a:r>
            <a:r>
              <a:rPr lang="zh-CN" altLang="en-US" sz="1800" strike="noStrike" noProof="1"/>
              <a:t>行。</a:t>
            </a:r>
            <a:endParaRPr lang="zh-CN" altLang="en-US" sz="1800" strike="noStrike" noProof="1"/>
          </a:p>
          <a:p>
            <a:pPr eaLnBrk="1" fontAlgn="base" hangingPunct="1">
              <a:lnSpc>
                <a:spcPct val="80000"/>
              </a:lnSpc>
              <a:buSzPct val="90000"/>
              <a:buFont typeface="Wingdings" panose="05000000000000000000" charset="0"/>
              <a:buChar char=""/>
            </a:pPr>
            <a:r>
              <a:rPr lang="zh-CN" altLang="en-US" sz="1800" strike="noStrike" noProof="1"/>
              <a:t>解法一</a:t>
            </a:r>
            <a:endParaRPr lang="zh-CN" altLang="en-US" sz="1800" strike="noStrike" noProof="1"/>
          </a:p>
          <a:p>
            <a:pPr eaLnBrk="1" fontAlgn="base" latinLnBrk="0" hangingPunct="1">
              <a:lnSpc>
                <a:spcPct val="80000"/>
              </a:lnSpc>
              <a:spcBef>
                <a:spcPct val="0"/>
              </a:spcBef>
              <a:buSzPct val="90000"/>
              <a:buFont typeface="Wingdings" panose="05000000000000000000" pitchFamily="2" charset="2"/>
              <a:buNone/>
            </a:pPr>
            <a:r>
              <a:rPr lang="en-US" altLang="zh-CN" sz="1600" strike="noStrike" noProof="1">
                <a:latin typeface="Consolas" panose="020B0609020204030204" pitchFamily="49" charset="0"/>
              </a:rPr>
              <a:t>def demo(t):</a:t>
            </a:r>
            <a:endParaRPr lang="en-US" altLang="zh-CN" sz="1600" strike="noStrike" noProof="1">
              <a:latin typeface="Consolas" panose="020B0609020204030204" pitchFamily="49" charset="0"/>
            </a:endParaRPr>
          </a:p>
          <a:p>
            <a:pPr eaLnBrk="1" fontAlgn="base" latinLnBrk="0" hangingPunct="1">
              <a:lnSpc>
                <a:spcPct val="80000"/>
              </a:lnSpc>
              <a:spcBef>
                <a:spcPct val="0"/>
              </a:spcBef>
              <a:buSzPct val="90000"/>
              <a:buFont typeface="Wingdings" panose="05000000000000000000" pitchFamily="2" charset="2"/>
              <a:buNone/>
            </a:pPr>
            <a:r>
              <a:rPr lang="en-US" altLang="zh-CN" sz="1600" strike="noStrike" noProof="1">
                <a:latin typeface="Consolas" panose="020B0609020204030204" pitchFamily="49" charset="0"/>
              </a:rPr>
              <a:t>    print([1])</a:t>
            </a:r>
            <a:endParaRPr lang="en-US" altLang="zh-CN" sz="1600" strike="noStrike" noProof="1">
              <a:latin typeface="Consolas" panose="020B0609020204030204" pitchFamily="49" charset="0"/>
            </a:endParaRPr>
          </a:p>
          <a:p>
            <a:pPr eaLnBrk="1" fontAlgn="base" latinLnBrk="0" hangingPunct="1">
              <a:lnSpc>
                <a:spcPct val="80000"/>
              </a:lnSpc>
              <a:spcBef>
                <a:spcPct val="0"/>
              </a:spcBef>
              <a:buSzPct val="90000"/>
              <a:buFont typeface="Wingdings" panose="05000000000000000000" pitchFamily="2" charset="2"/>
              <a:buNone/>
            </a:pPr>
            <a:r>
              <a:rPr lang="en-US" altLang="zh-CN" sz="1600" strike="noStrike" noProof="1">
                <a:latin typeface="Consolas" panose="020B0609020204030204" pitchFamily="49" charset="0"/>
              </a:rPr>
              <a:t>    print([1,1])</a:t>
            </a:r>
            <a:endParaRPr lang="en-US" altLang="zh-CN" sz="1600" strike="noStrike" noProof="1">
              <a:latin typeface="Consolas" panose="020B0609020204030204" pitchFamily="49" charset="0"/>
            </a:endParaRPr>
          </a:p>
          <a:p>
            <a:pPr eaLnBrk="1" fontAlgn="base" latinLnBrk="0" hangingPunct="1">
              <a:lnSpc>
                <a:spcPct val="80000"/>
              </a:lnSpc>
              <a:spcBef>
                <a:spcPct val="0"/>
              </a:spcBef>
              <a:buSzPct val="90000"/>
              <a:buFont typeface="Wingdings" panose="05000000000000000000" pitchFamily="2" charset="2"/>
              <a:buNone/>
            </a:pPr>
            <a:r>
              <a:rPr lang="en-US" altLang="zh-CN" sz="1600" strike="noStrike" noProof="1">
                <a:latin typeface="Consolas" panose="020B0609020204030204" pitchFamily="49" charset="0"/>
              </a:rPr>
              <a:t>    line = [1,1]</a:t>
            </a:r>
            <a:endParaRPr lang="en-US" altLang="zh-CN" sz="1600" strike="noStrike" noProof="1">
              <a:latin typeface="Consolas" panose="020B0609020204030204" pitchFamily="49" charset="0"/>
            </a:endParaRPr>
          </a:p>
          <a:p>
            <a:pPr eaLnBrk="1" fontAlgn="base" latinLnBrk="0" hangingPunct="1">
              <a:lnSpc>
                <a:spcPct val="80000"/>
              </a:lnSpc>
              <a:spcBef>
                <a:spcPct val="0"/>
              </a:spcBef>
              <a:buSzPct val="90000"/>
              <a:buFont typeface="Wingdings" panose="05000000000000000000" pitchFamily="2" charset="2"/>
              <a:buNone/>
            </a:pPr>
            <a:r>
              <a:rPr lang="en-US" altLang="zh-CN" sz="1600" strike="noStrike" noProof="1">
                <a:latin typeface="Consolas" panose="020B0609020204030204" pitchFamily="49" charset="0"/>
              </a:rPr>
              <a:t>    for i in range(2,t):</a:t>
            </a:r>
            <a:endParaRPr lang="en-US" altLang="zh-CN" sz="1600" strike="noStrike" noProof="1">
              <a:latin typeface="Consolas" panose="020B0609020204030204" pitchFamily="49" charset="0"/>
            </a:endParaRPr>
          </a:p>
          <a:p>
            <a:pPr eaLnBrk="1" fontAlgn="base" latinLnBrk="0" hangingPunct="1">
              <a:lnSpc>
                <a:spcPct val="80000"/>
              </a:lnSpc>
              <a:spcBef>
                <a:spcPct val="0"/>
              </a:spcBef>
              <a:buSzPct val="90000"/>
              <a:buFont typeface="Wingdings" panose="05000000000000000000" pitchFamily="2" charset="2"/>
              <a:buNone/>
            </a:pPr>
            <a:r>
              <a:rPr lang="en-US" altLang="zh-CN" sz="1600" strike="noStrike" noProof="1">
                <a:latin typeface="Consolas" panose="020B0609020204030204" pitchFamily="49" charset="0"/>
              </a:rPr>
              <a:t>        r = []</a:t>
            </a:r>
            <a:endParaRPr lang="en-US" altLang="zh-CN" sz="1600" strike="noStrike" noProof="1">
              <a:latin typeface="Consolas" panose="020B0609020204030204" pitchFamily="49" charset="0"/>
            </a:endParaRPr>
          </a:p>
          <a:p>
            <a:pPr eaLnBrk="1" fontAlgn="base" latinLnBrk="0" hangingPunct="1">
              <a:lnSpc>
                <a:spcPct val="80000"/>
              </a:lnSpc>
              <a:spcBef>
                <a:spcPct val="0"/>
              </a:spcBef>
              <a:buSzPct val="90000"/>
              <a:buFont typeface="Wingdings" panose="05000000000000000000" pitchFamily="2" charset="2"/>
              <a:buNone/>
            </a:pPr>
            <a:r>
              <a:rPr lang="en-US" altLang="zh-CN" sz="1600" strike="noStrike" noProof="1">
                <a:latin typeface="Consolas" panose="020B0609020204030204" pitchFamily="49" charset="0"/>
              </a:rPr>
              <a:t>        for j in range(0,len(line)-1):</a:t>
            </a:r>
            <a:endParaRPr lang="en-US" altLang="zh-CN" sz="1600" strike="noStrike" noProof="1">
              <a:latin typeface="Consolas" panose="020B0609020204030204" pitchFamily="49" charset="0"/>
            </a:endParaRPr>
          </a:p>
          <a:p>
            <a:pPr eaLnBrk="1" fontAlgn="base" latinLnBrk="0" hangingPunct="1">
              <a:lnSpc>
                <a:spcPct val="80000"/>
              </a:lnSpc>
              <a:spcBef>
                <a:spcPct val="0"/>
              </a:spcBef>
              <a:buSzPct val="90000"/>
              <a:buFont typeface="Wingdings" panose="05000000000000000000" pitchFamily="2" charset="2"/>
              <a:buNone/>
            </a:pPr>
            <a:r>
              <a:rPr lang="en-US" altLang="zh-CN" sz="1600" strike="noStrike" noProof="1">
                <a:latin typeface="Consolas" panose="020B0609020204030204" pitchFamily="49" charset="0"/>
              </a:rPr>
              <a:t>            r.append(line[j]+line[j+1])</a:t>
            </a:r>
            <a:endParaRPr lang="en-US" altLang="zh-CN" sz="1600" strike="noStrike" noProof="1">
              <a:latin typeface="Consolas" panose="020B0609020204030204" pitchFamily="49" charset="0"/>
            </a:endParaRPr>
          </a:p>
          <a:p>
            <a:pPr eaLnBrk="1" fontAlgn="base" latinLnBrk="0" hangingPunct="1">
              <a:lnSpc>
                <a:spcPct val="80000"/>
              </a:lnSpc>
              <a:spcBef>
                <a:spcPct val="0"/>
              </a:spcBef>
              <a:buSzPct val="90000"/>
              <a:buFont typeface="Wingdings" panose="05000000000000000000" pitchFamily="2" charset="2"/>
              <a:buNone/>
            </a:pPr>
            <a:r>
              <a:rPr lang="en-US" altLang="zh-CN" sz="1600" strike="noStrike" noProof="1">
                <a:latin typeface="Consolas" panose="020B0609020204030204" pitchFamily="49" charset="0"/>
              </a:rPr>
              <a:t>        line = [1]+r+[1]</a:t>
            </a:r>
            <a:endParaRPr lang="en-US" altLang="zh-CN" sz="1600" strike="noStrike" noProof="1">
              <a:latin typeface="Consolas" panose="020B0609020204030204" pitchFamily="49" charset="0"/>
            </a:endParaRPr>
          </a:p>
          <a:p>
            <a:pPr eaLnBrk="1" fontAlgn="base" latinLnBrk="0" hangingPunct="1">
              <a:lnSpc>
                <a:spcPct val="80000"/>
              </a:lnSpc>
              <a:spcBef>
                <a:spcPct val="0"/>
              </a:spcBef>
              <a:buSzPct val="90000"/>
              <a:buFont typeface="Wingdings" panose="05000000000000000000" pitchFamily="2" charset="2"/>
              <a:buNone/>
            </a:pPr>
            <a:r>
              <a:rPr lang="en-US" altLang="zh-CN" sz="1600" strike="noStrike" noProof="1">
                <a:latin typeface="Consolas" panose="020B0609020204030204" pitchFamily="49" charset="0"/>
              </a:rPr>
              <a:t>        print(line)</a:t>
            </a:r>
            <a:endParaRPr lang="en-US" altLang="zh-CN" sz="1600" strike="noStrike" noProof="1">
              <a:latin typeface="Consolas" panose="020B0609020204030204" pitchFamily="49" charset="0"/>
            </a:endParaRPr>
          </a:p>
          <a:p>
            <a:pPr eaLnBrk="1" fontAlgn="base" latinLnBrk="0" hangingPunct="1">
              <a:lnSpc>
                <a:spcPct val="80000"/>
              </a:lnSpc>
              <a:spcBef>
                <a:spcPct val="0"/>
              </a:spcBef>
              <a:buSzPct val="90000"/>
              <a:buFont typeface="Wingdings" panose="05000000000000000000" pitchFamily="2" charset="2"/>
              <a:buNone/>
            </a:pPr>
            <a:endParaRPr lang="en-US" altLang="zh-CN" sz="1600" strike="noStrike" noProof="1">
              <a:latin typeface="Consolas" panose="020B0609020204030204" pitchFamily="49" charset="0"/>
            </a:endParaRPr>
          </a:p>
          <a:p>
            <a:pPr eaLnBrk="1" fontAlgn="base" latinLnBrk="0" hangingPunct="1">
              <a:lnSpc>
                <a:spcPct val="80000"/>
              </a:lnSpc>
              <a:spcBef>
                <a:spcPct val="0"/>
              </a:spcBef>
              <a:buSzPct val="90000"/>
              <a:buFont typeface="Wingdings" panose="05000000000000000000" pitchFamily="2" charset="2"/>
              <a:buNone/>
            </a:pPr>
            <a:r>
              <a:rPr lang="en-US" altLang="zh-CN" sz="1600" strike="noStrike" noProof="1">
                <a:latin typeface="Consolas" panose="020B0609020204030204" pitchFamily="49" charset="0"/>
              </a:rPr>
              <a:t>demo(10)</a:t>
            </a:r>
            <a:endParaRPr lang="en-US" altLang="zh-CN" sz="1600" strike="noStrike" noProof="1">
              <a:latin typeface="Consolas" panose="020B0609020204030204" pitchFamily="49" charset="0"/>
            </a:endParaRPr>
          </a:p>
        </p:txBody>
      </p:sp>
      <p:pic>
        <p:nvPicPr>
          <p:cNvPr id="3" name="Picture 2"/>
          <p:cNvPicPr>
            <a:picLocks noChangeAspect="1"/>
          </p:cNvPicPr>
          <p:nvPr/>
        </p:nvPicPr>
        <p:blipFill>
          <a:blip r:embed="rId1"/>
          <a:stretch>
            <a:fillRect/>
          </a:stretch>
        </p:blipFill>
        <p:spPr>
          <a:xfrm>
            <a:off x="4939030" y="1381125"/>
            <a:ext cx="4106545" cy="2232025"/>
          </a:xfrm>
          <a:prstGeom prst="rect">
            <a:avLst/>
          </a:prstGeom>
          <a:ln w="19050">
            <a:solidFill>
              <a:schemeClr val="accent1"/>
            </a:solidFill>
          </a:ln>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5" y="-953"/>
            <a:ext cx="9121775" cy="925039"/>
          </a:xfrm>
        </p:spPr>
        <p:txBody>
          <a:bodyPr/>
          <a:lstStyle/>
          <a:p>
            <a:pPr fontAlgn="base"/>
            <a:r>
              <a:rPr lang="en-US" altLang="zh-CN" strike="noStrike" noProof="0" smtClean="0">
                <a:ln>
                  <a:noFill/>
                </a:ln>
                <a:effectLst/>
                <a:uLnTx/>
                <a:uFillTx/>
                <a:sym typeface="+mn-ea"/>
              </a:rPr>
              <a:t>5.7  </a:t>
            </a:r>
            <a:r>
              <a:rPr lang="zh-CN" altLang="en-US" strike="noStrike" noProof="0" smtClean="0">
                <a:ln>
                  <a:noFill/>
                </a:ln>
                <a:effectLst/>
                <a:uLnTx/>
                <a:uFillTx/>
                <a:sym typeface="+mn-ea"/>
              </a:rPr>
              <a:t>案例精选</a:t>
            </a:r>
            <a:endParaRPr lang="en-US" strike="noStrike" noProof="1"/>
          </a:p>
        </p:txBody>
      </p:sp>
      <p:sp>
        <p:nvSpPr>
          <p:cNvPr id="3" name="Content Placeholder 2"/>
          <p:cNvSpPr>
            <a:spLocks noGrp="1"/>
          </p:cNvSpPr>
          <p:nvPr>
            <p:ph idx="1"/>
          </p:nvPr>
        </p:nvSpPr>
        <p:spPr/>
        <p:txBody>
          <a:bodyPr/>
          <a:lstStyle/>
          <a:p>
            <a:pPr fontAlgn="base" latinLnBrk="0">
              <a:spcBef>
                <a:spcPts val="0"/>
              </a:spcBef>
              <a:buFont typeface="Wingdings" panose="05000000000000000000" charset="0"/>
              <a:buChar char=""/>
            </a:pPr>
            <a:r>
              <a:rPr lang="zh-CN" altLang="en-US" sz="1800" strike="noStrike" noProof="1">
                <a:latin typeface="Consolas" panose="020B0609020204030204" pitchFamily="49" charset="0"/>
              </a:rPr>
              <a:t>解法二</a:t>
            </a:r>
            <a:endParaRPr lang="zh-CN" altLang="en-US" sz="1800" strike="noStrike" noProof="1">
              <a:latin typeface="Consolas" panose="020B0609020204030204" pitchFamily="49" charset="0"/>
            </a:endParaRPr>
          </a:p>
          <a:p>
            <a:pPr marL="0" indent="0" latinLnBrk="0">
              <a:spcBef>
                <a:spcPts val="0"/>
              </a:spcBef>
              <a:buNone/>
            </a:pPr>
            <a:r>
              <a:rPr lang="zh-CN" altLang="en-US" sz="1600" strike="noStrike" noProof="1">
                <a:latin typeface="Consolas" panose="020B0609020204030204" pitchFamily="49" charset="0"/>
              </a:rPr>
              <a:t>from functools import lru_cache</a:t>
            </a:r>
            <a:endParaRPr lang="zh-CN" altLang="en-US" sz="1600" strike="noStrike" noProof="1">
              <a:latin typeface="Consolas" panose="020B0609020204030204" pitchFamily="49" charset="0"/>
            </a:endParaRPr>
          </a:p>
          <a:p>
            <a:pPr marL="0" indent="0" latinLnBrk="0">
              <a:spcBef>
                <a:spcPts val="0"/>
              </a:spcBef>
              <a:buNone/>
            </a:pPr>
            <a:endParaRPr lang="zh-CN" altLang="en-US" sz="1600" strike="noStrike" noProof="1">
              <a:latin typeface="Consolas" panose="020B0609020204030204" pitchFamily="49" charset="0"/>
            </a:endParaRPr>
          </a:p>
          <a:p>
            <a:pPr marL="0" indent="0" latinLnBrk="0">
              <a:spcBef>
                <a:spcPts val="0"/>
              </a:spcBef>
              <a:buNone/>
            </a:pPr>
            <a:r>
              <a:rPr lang="zh-CN" altLang="en-US" sz="1600" strike="noStrike" noProof="1">
                <a:latin typeface="Consolas" panose="020B0609020204030204" pitchFamily="49" charset="0"/>
              </a:rPr>
              <a:t>@lru_cache(maxsize=64)</a:t>
            </a:r>
            <a:endParaRPr lang="zh-CN" altLang="en-US" sz="1600" strike="noStrike" noProof="1">
              <a:latin typeface="Consolas" panose="020B0609020204030204" pitchFamily="49" charset="0"/>
            </a:endParaRPr>
          </a:p>
          <a:p>
            <a:pPr marL="0" indent="0" latinLnBrk="0">
              <a:spcBef>
                <a:spcPts val="0"/>
              </a:spcBef>
              <a:buNone/>
            </a:pPr>
            <a:r>
              <a:rPr lang="zh-CN" altLang="en-US" sz="1600" strike="noStrike" noProof="1">
                <a:latin typeface="Consolas" panose="020B0609020204030204" pitchFamily="49" charset="0"/>
              </a:rPr>
              <a:t>def cni(n,i):</a:t>
            </a:r>
            <a:endParaRPr lang="zh-CN" altLang="en-US" sz="1600" strike="noStrike" noProof="1">
              <a:latin typeface="Consolas" panose="020B0609020204030204" pitchFamily="49" charset="0"/>
            </a:endParaRPr>
          </a:p>
          <a:p>
            <a:pPr marL="0" indent="0" latinLnBrk="0">
              <a:spcBef>
                <a:spcPts val="0"/>
              </a:spcBef>
              <a:buNone/>
            </a:pPr>
            <a:r>
              <a:rPr lang="zh-CN" altLang="en-US" sz="1600" strike="noStrike" noProof="1">
                <a:latin typeface="Consolas" panose="020B0609020204030204" pitchFamily="49" charset="0"/>
              </a:rPr>
              <a:t>    if n==i or i==0:</a:t>
            </a:r>
            <a:endParaRPr lang="zh-CN" altLang="en-US" sz="1600" strike="noStrike" noProof="1">
              <a:latin typeface="Consolas" panose="020B0609020204030204" pitchFamily="49" charset="0"/>
            </a:endParaRPr>
          </a:p>
          <a:p>
            <a:pPr marL="0" indent="0" latinLnBrk="0">
              <a:spcBef>
                <a:spcPts val="0"/>
              </a:spcBef>
              <a:buNone/>
            </a:pPr>
            <a:r>
              <a:rPr lang="zh-CN" altLang="en-US" sz="1600" strike="noStrike" noProof="1">
                <a:latin typeface="Consolas" panose="020B0609020204030204" pitchFamily="49" charset="0"/>
              </a:rPr>
              <a:t>        return 1</a:t>
            </a:r>
            <a:endParaRPr lang="zh-CN" altLang="en-US" sz="1600" strike="noStrike" noProof="1">
              <a:latin typeface="Consolas" panose="020B0609020204030204" pitchFamily="49" charset="0"/>
            </a:endParaRPr>
          </a:p>
          <a:p>
            <a:pPr marL="0" indent="0" latinLnBrk="0">
              <a:spcBef>
                <a:spcPts val="0"/>
              </a:spcBef>
              <a:buNone/>
            </a:pPr>
            <a:r>
              <a:rPr lang="zh-CN" altLang="en-US" sz="1600" strike="noStrike" noProof="1">
                <a:latin typeface="Consolas" panose="020B0609020204030204" pitchFamily="49" charset="0"/>
              </a:rPr>
              <a:t>    return cni(n-1,i) + cni(n-1,i-1)</a:t>
            </a:r>
            <a:endParaRPr lang="zh-CN" altLang="en-US" sz="1600" strike="noStrike" noProof="1">
              <a:latin typeface="Consolas" panose="020B0609020204030204" pitchFamily="49" charset="0"/>
            </a:endParaRPr>
          </a:p>
          <a:p>
            <a:pPr marL="0" indent="0" latinLnBrk="0">
              <a:spcBef>
                <a:spcPts val="0"/>
              </a:spcBef>
              <a:buNone/>
            </a:pPr>
            <a:endParaRPr lang="zh-CN" altLang="en-US" sz="1600" strike="noStrike" noProof="1">
              <a:latin typeface="Consolas" panose="020B0609020204030204" pitchFamily="49" charset="0"/>
            </a:endParaRPr>
          </a:p>
          <a:p>
            <a:pPr marL="0" indent="0" latinLnBrk="0">
              <a:spcBef>
                <a:spcPts val="0"/>
              </a:spcBef>
              <a:buNone/>
            </a:pPr>
            <a:r>
              <a:rPr lang="zh-CN" altLang="en-US" sz="1600" strike="noStrike" noProof="1">
                <a:latin typeface="Consolas" panose="020B0609020204030204" pitchFamily="49" charset="0"/>
              </a:rPr>
              <a:t>def yanghui(num):</a:t>
            </a:r>
            <a:endParaRPr lang="zh-CN" altLang="en-US" sz="1600" strike="noStrike" noProof="1">
              <a:latin typeface="Consolas" panose="020B0609020204030204" pitchFamily="49" charset="0"/>
            </a:endParaRPr>
          </a:p>
          <a:p>
            <a:pPr marL="0" indent="0" latinLnBrk="0">
              <a:spcBef>
                <a:spcPts val="0"/>
              </a:spcBef>
              <a:buNone/>
            </a:pPr>
            <a:r>
              <a:rPr lang="zh-CN" altLang="en-US" sz="1600" strike="noStrike" noProof="1">
                <a:latin typeface="Consolas" panose="020B0609020204030204" pitchFamily="49" charset="0"/>
              </a:rPr>
              <a:t>    for n in range(num):</a:t>
            </a:r>
            <a:endParaRPr lang="zh-CN" altLang="en-US" sz="1600" strike="noStrike" noProof="1">
              <a:latin typeface="Consolas" panose="020B0609020204030204" pitchFamily="49" charset="0"/>
            </a:endParaRPr>
          </a:p>
          <a:p>
            <a:pPr marL="0" indent="0" latinLnBrk="0">
              <a:spcBef>
                <a:spcPts val="0"/>
              </a:spcBef>
              <a:buNone/>
            </a:pPr>
            <a:r>
              <a:rPr lang="zh-CN" altLang="en-US" sz="1600" strike="noStrike" noProof="1">
                <a:latin typeface="Consolas" panose="020B0609020204030204" pitchFamily="49" charset="0"/>
              </a:rPr>
              <a:t>        for i in range(n+1):</a:t>
            </a:r>
            <a:endParaRPr lang="zh-CN" altLang="en-US" sz="1600" strike="noStrike" noProof="1">
              <a:latin typeface="Consolas" panose="020B0609020204030204" pitchFamily="49" charset="0"/>
            </a:endParaRPr>
          </a:p>
          <a:p>
            <a:pPr marL="0" indent="0" latinLnBrk="0">
              <a:spcBef>
                <a:spcPts val="0"/>
              </a:spcBef>
              <a:buNone/>
            </a:pPr>
            <a:r>
              <a:rPr lang="zh-CN" altLang="en-US" sz="1600" strike="noStrike" noProof="1">
                <a:latin typeface="Consolas" panose="020B0609020204030204" pitchFamily="49" charset="0"/>
              </a:rPr>
              <a:t>            print(str(cni(n, i)).ljust(4), end=' ')</a:t>
            </a:r>
            <a:endParaRPr lang="zh-CN" altLang="en-US" sz="1600" strike="noStrike" noProof="1">
              <a:latin typeface="Consolas" panose="020B0609020204030204" pitchFamily="49" charset="0"/>
            </a:endParaRPr>
          </a:p>
          <a:p>
            <a:pPr marL="0" indent="0" latinLnBrk="0">
              <a:spcBef>
                <a:spcPts val="0"/>
              </a:spcBef>
              <a:buNone/>
            </a:pPr>
            <a:r>
              <a:rPr lang="zh-CN" altLang="en-US" sz="1600" strike="noStrike" noProof="1">
                <a:latin typeface="Consolas" panose="020B0609020204030204" pitchFamily="49" charset="0"/>
              </a:rPr>
              <a:t>        print()</a:t>
            </a:r>
            <a:endParaRPr lang="zh-CN" altLang="en-US" sz="1600" strike="noStrike" noProof="1">
              <a:latin typeface="Consolas" panose="020B0609020204030204" pitchFamily="49" charset="0"/>
            </a:endParaRPr>
          </a:p>
          <a:p>
            <a:pPr marL="0" indent="0" latinLnBrk="0">
              <a:spcBef>
                <a:spcPts val="0"/>
              </a:spcBef>
              <a:buNone/>
            </a:pPr>
            <a:r>
              <a:rPr lang="zh-CN" altLang="en-US" sz="1600" strike="noStrike" noProof="1">
                <a:latin typeface="Consolas" panose="020B0609020204030204" pitchFamily="49" charset="0"/>
              </a:rPr>
              <a:t>yanghui(8)</a:t>
            </a:r>
            <a:endParaRPr lang="zh-CN" altLang="en-US" sz="1600" strike="noStrike" noProof="1">
              <a:latin typeface="Consolas" panose="020B0609020204030204" pitchFamily="49" charset="0"/>
            </a:endParaRPr>
          </a:p>
        </p:txBody>
      </p:sp>
      <p:pic>
        <p:nvPicPr>
          <p:cNvPr id="4" name="Picture 3"/>
          <p:cNvPicPr>
            <a:picLocks noChangeAspect="1"/>
          </p:cNvPicPr>
          <p:nvPr/>
        </p:nvPicPr>
        <p:blipFill>
          <a:blip r:embed="rId1"/>
          <a:stretch>
            <a:fillRect/>
          </a:stretch>
        </p:blipFill>
        <p:spPr>
          <a:xfrm>
            <a:off x="4709160" y="1971040"/>
            <a:ext cx="4248150" cy="1924050"/>
          </a:xfrm>
          <a:prstGeom prst="rect">
            <a:avLst/>
          </a:prstGeom>
          <a:ln w="19050">
            <a:solidFill>
              <a:schemeClr val="accent1"/>
            </a:solidFill>
          </a:ln>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标题 58369"/>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92162" name="文本占位符 58370"/>
          <p:cNvSpPr>
            <a:spLocks noGrp="1"/>
          </p:cNvSpPr>
          <p:nvPr>
            <p:ph idx="1"/>
          </p:nvPr>
        </p:nvSpPr>
        <p:spPr/>
        <p:txBody>
          <a:bodyPr wrap="square" lIns="68591" tIns="34295" rIns="68591" bIns="34295" anchor="t"/>
          <a:lstStyle/>
          <a:p>
            <a:pPr eaLnBrk="1" fontAlgn="base" hangingPunct="1">
              <a:lnSpc>
                <a:spcPct val="150000"/>
              </a:lnSpc>
              <a:spcBef>
                <a:spcPct val="0"/>
              </a:spcBef>
              <a:buSzPct val="90000"/>
              <a:buFont typeface="Wingdings" panose="05000000000000000000" pitchFamily="2" charset="2"/>
              <a:buChar char="§"/>
            </a:pPr>
            <a:r>
              <a:rPr lang="zh-CN" altLang="en-US" sz="1800" b="1" strike="noStrike" noProof="1"/>
              <a:t>例</a:t>
            </a:r>
            <a:r>
              <a:rPr lang="en-US" altLang="zh-CN" sz="1800" b="1" strike="noStrike" noProof="1"/>
              <a:t>5-8</a:t>
            </a:r>
            <a:r>
              <a:rPr lang="zh-CN" altLang="en-US" sz="1800" strike="noStrike" noProof="1"/>
              <a:t>  </a:t>
            </a:r>
            <a:r>
              <a:rPr lang="zh-CN" altLang="en-US" sz="1800" strike="noStrike" noProof="1"/>
              <a:t>编写函数，接收一个正偶数为参数，输出两个素数，并且这两个素数之和等于原来的正偶数。如果存在多组符合条件的素数，则全部输出。</a:t>
            </a:r>
            <a:endParaRPr lang="en-US" altLang="zh-CN" sz="1350" strike="noStrike" noProof="1"/>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3" name="内容占位符 2"/>
          <p:cNvSpPr>
            <a:spLocks noGrp="1"/>
          </p:cNvSpPr>
          <p:nvPr>
            <p:ph idx="1"/>
          </p:nvPr>
        </p:nvSpPr>
        <p:spPr/>
        <p:txBody>
          <a:bodyPr vert="horz" wrap="square" lIns="68591" tIns="34295" rIns="68591" bIns="34295" numCol="1" anchor="t" anchorCtr="0" compatLnSpc="1"/>
          <a:lstStyle/>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def IsPrime(n):</a:t>
            </a: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m = int(n**0.5)+1</a:t>
            </a: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for i in range(2, m):</a:t>
            </a: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if n%i==0:</a:t>
            </a: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return False</a:t>
            </a: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return True</a:t>
            </a: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def demo(n):</a:t>
            </a: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if isinstance(n,int) and n&gt;0 and n%2==0:</a:t>
            </a: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for i in range(3, n//2+1, 2):</a:t>
            </a: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if IsPrime(i) and IsPrime(n-i):</a:t>
            </a: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print(i, '+', n-i, '=', n)</a:t>
            </a: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demo(60)</a:t>
            </a:r>
            <a:endPar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标题 59393"/>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94210" name="文本占位符 59394"/>
          <p:cNvSpPr>
            <a:spLocks noGrp="1"/>
          </p:cNvSpPr>
          <p:nvPr>
            <p:ph idx="1"/>
          </p:nvPr>
        </p:nvSpPr>
        <p:spPr>
          <a:xfrm>
            <a:off x="382905" y="1065530"/>
            <a:ext cx="8147685" cy="3399155"/>
          </a:xfrm>
        </p:spPr>
        <p:txBody>
          <a:bodyPr wrap="square" lIns="68591" tIns="34295" rIns="68591" bIns="34295" anchor="t"/>
          <a:lstStyle/>
          <a:p>
            <a:pPr eaLnBrk="1" fontAlgn="base" hangingPunct="1">
              <a:lnSpc>
                <a:spcPct val="150000"/>
              </a:lnSpc>
              <a:spcBef>
                <a:spcPct val="0"/>
              </a:spcBef>
              <a:buSzPct val="90000"/>
              <a:buFont typeface="Wingdings" panose="05000000000000000000" pitchFamily="2" charset="2"/>
              <a:buChar char="§"/>
            </a:pPr>
            <a:r>
              <a:rPr lang="zh-CN" altLang="en-US" sz="1800" b="1" strike="noStrike" noProof="1"/>
              <a:t>例</a:t>
            </a:r>
            <a:r>
              <a:rPr lang="en-US" altLang="zh-CN" sz="1800" b="1" strike="noStrike" noProof="1"/>
              <a:t>5-9</a:t>
            </a:r>
            <a:r>
              <a:rPr lang="en-US" altLang="zh-CN" sz="1800" strike="noStrike" noProof="1"/>
              <a:t>  </a:t>
            </a:r>
            <a:r>
              <a:rPr lang="zh-CN" altLang="en-US" sz="1800" strike="noStrike" noProof="1"/>
              <a:t>编写函数，接收两个正整数作为参数，返回一个元组，其中第一个元素为最大公约数，第二个元素为最小公倍数。</a:t>
            </a:r>
            <a:endParaRPr lang="zh-CN" altLang="en-US" sz="1350" strike="noStrike" noProof="1"/>
          </a:p>
          <a:p>
            <a:pPr eaLnBrk="1" fontAlgn="base" hangingPunct="1">
              <a:spcBef>
                <a:spcPct val="0"/>
              </a:spcBef>
              <a:buSzPct val="90000"/>
              <a:buFont typeface="Wingdings" panose="05000000000000000000" pitchFamily="2" charset="2"/>
              <a:buNone/>
            </a:pPr>
            <a:endParaRPr lang="en-US" altLang="zh-CN" sz="135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def demo(m,n):</a:t>
            </a:r>
            <a:endParaRPr lang="en-US" altLang="zh-CN"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    p = m*n</a:t>
            </a:r>
            <a:endParaRPr lang="en-US" altLang="zh-CN"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    while m!=0:</a:t>
            </a:r>
            <a:endParaRPr lang="en-US" altLang="zh-CN"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        r = n%m</a:t>
            </a:r>
            <a:endParaRPr lang="en-US" altLang="zh-CN"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        n, m = m, r</a:t>
            </a:r>
            <a:endParaRPr lang="en-US" altLang="zh-CN"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    return (n, p//n)</a:t>
            </a:r>
            <a:endParaRPr lang="en-US" altLang="zh-CN"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endParaRPr lang="en-US" altLang="zh-CN" sz="18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800" strike="noStrike" noProof="1">
                <a:latin typeface="Consolas" panose="020B0609020204030204" pitchFamily="49" charset="0"/>
              </a:rPr>
              <a:t>print(demo(20, 30))</a:t>
            </a:r>
            <a:endParaRPr lang="en-US" altLang="zh-CN" sz="1800" strike="noStrike" noProof="1">
              <a:latin typeface="Consolas" panose="020B0609020204030204" pitchFamily="49" charset="0"/>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95234" name="内容占位符 2"/>
          <p:cNvSpPr>
            <a:spLocks noGrp="1"/>
          </p:cNvSpPr>
          <p:nvPr>
            <p:ph idx="1"/>
          </p:nvPr>
        </p:nvSpPr>
        <p:spPr/>
        <p:txBody>
          <a:bodyPr wrap="square" lIns="68591" tIns="34295" rIns="68591" bIns="34295" anchor="t"/>
          <a:lstStyle/>
          <a:p>
            <a:pPr eaLnBrk="1" fontAlgn="base" hangingPunct="1">
              <a:buSzPct val="90000"/>
              <a:buFont typeface="Wingdings" panose="05000000000000000000" pitchFamily="2" charset="2"/>
              <a:buChar char="§"/>
            </a:pPr>
            <a:r>
              <a:rPr lang="en-US" altLang="zh-CN" sz="1800" strike="noStrike" noProof="1"/>
              <a:t>Python</a:t>
            </a:r>
            <a:r>
              <a:rPr lang="zh-CN" altLang="en-US" sz="1800" strike="noStrike" noProof="1"/>
              <a:t>标准库已经提供了计算最大公约数的方法。</a:t>
            </a:r>
            <a:endParaRPr lang="zh-CN" altLang="en-US" sz="1800" strike="noStrike" noProof="1"/>
          </a:p>
          <a:p>
            <a:pPr eaLnBrk="1" fontAlgn="base" hangingPunct="1">
              <a:lnSpc>
                <a:spcPct val="80000"/>
              </a:lnSpc>
              <a:buSzPct val="90000"/>
              <a:buFont typeface="Wingdings" panose="05000000000000000000" pitchFamily="2" charset="2"/>
              <a:buNone/>
            </a:pPr>
            <a:endParaRPr lang="fr-FR" altLang="en-US" sz="135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fr-FR" altLang="en-US" sz="1800" strike="noStrike" noProof="1">
                <a:latin typeface="Consolas" panose="020B0609020204030204" pitchFamily="49" charset="0"/>
              </a:rPr>
              <a:t>&gt;&gt;&gt; import fractions</a:t>
            </a:r>
            <a:endParaRPr lang="fr-FR" altLang="en-US"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fr-FR" altLang="en-US" sz="1800" strike="noStrike" noProof="1">
                <a:latin typeface="Consolas" panose="020B0609020204030204" pitchFamily="49" charset="0"/>
              </a:rPr>
              <a:t>&gt;&gt;&gt; fractions.gcd(36, 39)</a:t>
            </a:r>
            <a:endParaRPr lang="fr-FR" altLang="en-US"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fr-FR" altLang="en-US" sz="1800" strike="noStrike" noProof="1">
                <a:solidFill>
                  <a:srgbClr val="00B0F0"/>
                </a:solidFill>
                <a:latin typeface="Consolas" panose="020B0609020204030204" pitchFamily="49" charset="0"/>
              </a:rPr>
              <a:t>3</a:t>
            </a:r>
            <a:endParaRPr lang="fr-FR" altLang="en-US" sz="1800" strike="noStrike" noProof="1">
              <a:solidFill>
                <a:srgbClr val="00B0F0"/>
              </a:solidFill>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fr-FR" altLang="en-US" sz="1800" strike="noStrike" noProof="1">
                <a:latin typeface="Consolas" panose="020B0609020204030204" pitchFamily="49" charset="0"/>
              </a:rPr>
              <a:t>&gt;&gt;&gt; fractions.gcd(30, 20)</a:t>
            </a:r>
            <a:endParaRPr lang="fr-FR" altLang="en-US"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fr-FR" altLang="en-US" sz="1800" strike="noStrike" noProof="1">
                <a:solidFill>
                  <a:srgbClr val="00B0F0"/>
                </a:solidFill>
                <a:latin typeface="Consolas" panose="020B0609020204030204" pitchFamily="49" charset="0"/>
              </a:rPr>
              <a:t>10</a:t>
            </a:r>
            <a:endParaRPr lang="fr-FR" altLang="en-US" sz="1800" strike="noStrike" noProof="1">
              <a:solidFill>
                <a:srgbClr val="00B0F0"/>
              </a:solidFill>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fr-FR" altLang="en-US" sz="1800" strike="noStrike" noProof="1">
                <a:latin typeface="Consolas" panose="020B0609020204030204" pitchFamily="49" charset="0"/>
              </a:rPr>
              <a:t>&gt;&gt;&gt; 30*20/fractions.gcd(30, 20)</a:t>
            </a:r>
            <a:endParaRPr lang="fr-FR" altLang="en-US"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fr-FR" altLang="en-US" sz="1800" strike="noStrike" noProof="1">
                <a:solidFill>
                  <a:srgbClr val="00B0F0"/>
                </a:solidFill>
                <a:latin typeface="Consolas" panose="020B0609020204030204" pitchFamily="49" charset="0"/>
              </a:rPr>
              <a:t>60.0</a:t>
            </a:r>
            <a:endParaRPr lang="fr-FR" altLang="en-US" sz="1800" strike="noStrike" noProof="1">
              <a:solidFill>
                <a:srgbClr val="00B0F0"/>
              </a:solidFill>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fr-FR" altLang="en-US" sz="1800" strike="noStrike" noProof="1">
                <a:latin typeface="Consolas" panose="020B0609020204030204" pitchFamily="49" charset="0"/>
              </a:rPr>
              <a:t>&gt;&gt;&gt; import math</a:t>
            </a:r>
            <a:endParaRPr lang="fr-FR" altLang="en-US"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fr-FR" altLang="en-US" sz="1800" strike="noStrike" noProof="1">
                <a:latin typeface="Consolas" panose="020B0609020204030204" pitchFamily="49" charset="0"/>
              </a:rPr>
              <a:t>&gt;&gt;&gt; math.gcd(36, 39)</a:t>
            </a:r>
            <a:endParaRPr lang="fr-FR" altLang="en-US" sz="18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fr-FR" altLang="en-US" sz="1800" strike="noStrike" noProof="1">
                <a:solidFill>
                  <a:srgbClr val="00B0F0"/>
                </a:solidFill>
                <a:latin typeface="Consolas" panose="020B0609020204030204" pitchFamily="49" charset="0"/>
              </a:rPr>
              <a:t>3</a:t>
            </a:r>
            <a:endParaRPr lang="fr-FR" altLang="en-US" sz="1800" strike="noStrike" noProof="1">
              <a:solidFill>
                <a:srgbClr val="00B0F0"/>
              </a:solidFill>
              <a:latin typeface="Consolas" panose="020B0609020204030204" pitchFamily="49" charset="0"/>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96258" name="内容占位符 2"/>
          <p:cNvSpPr>
            <a:spLocks noGrp="1"/>
          </p:cNvSpPr>
          <p:nvPr>
            <p:ph idx="1"/>
          </p:nvPr>
        </p:nvSpPr>
        <p:spPr/>
        <p:txBody>
          <a:bodyPr wrap="square" lIns="68591" tIns="34295" rIns="68591" bIns="34295" anchor="t"/>
          <a:lstStyle/>
          <a:p>
            <a:pPr eaLnBrk="1" hangingPunct="1">
              <a:lnSpc>
                <a:spcPct val="150000"/>
              </a:lnSpc>
              <a:spcBef>
                <a:spcPct val="0"/>
              </a:spcBef>
              <a:buSzPct val="90000"/>
              <a:buFont typeface="Wingdings" panose="05000000000000000000" pitchFamily="2" charset="2"/>
              <a:buChar char="§"/>
            </a:pPr>
            <a:r>
              <a:rPr lang="zh-CN" altLang="en-US" sz="1800" b="1" dirty="0"/>
              <a:t>例</a:t>
            </a:r>
            <a:r>
              <a:rPr lang="en-US" altLang="zh-CN" sz="1800" b="1" dirty="0"/>
              <a:t>5-</a:t>
            </a:r>
            <a:r>
              <a:rPr lang="zh-CN" altLang="en-US" sz="1800" b="1" dirty="0"/>
              <a:t>10</a:t>
            </a:r>
            <a:r>
              <a:rPr lang="zh-CN" altLang="en-US" sz="1800" dirty="0"/>
              <a:t>  编写函数，接收一个所有元素值都不相等的整数列表x和一个整数n，要求将值为n的元素作为支点，将列表中所有值小于n的元素全部放到n的前面，所有值大于n的元素放到n的后面。</a:t>
            </a:r>
            <a:endParaRPr lang="zh-CN" altLang="en-US" sz="1800"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97282" name="内容占位符 2"/>
          <p:cNvSpPr>
            <a:spLocks noGrp="1"/>
          </p:cNvSpPr>
          <p:nvPr>
            <p:ph idx="1"/>
          </p:nvPr>
        </p:nvSpPr>
        <p:spPr>
          <a:xfrm>
            <a:off x="396240" y="1005205"/>
            <a:ext cx="7920990" cy="3398520"/>
          </a:xfrm>
        </p:spPr>
        <p:txBody>
          <a:bodyPr wrap="square" lIns="68591" tIns="34295" rIns="68591" bIns="34295" anchor="t"/>
          <a:lstStyle/>
          <a:p>
            <a:pPr marL="0" indent="0" eaLnBrk="1" latinLnBrk="0" hangingPunct="1">
              <a:spcBef>
                <a:spcPts val="0"/>
              </a:spcBef>
              <a:buSzPct val="90000"/>
              <a:buFont typeface="Wingdings" panose="05000000000000000000" pitchFamily="2" charset="2"/>
              <a:buNone/>
            </a:pPr>
            <a:r>
              <a:rPr lang="zh-CN" altLang="en-US" sz="1200" dirty="0">
                <a:latin typeface="Consolas" panose="020B0609020204030204" pitchFamily="49" charset="0"/>
              </a:rPr>
              <a:t>import random</a:t>
            </a:r>
            <a:endParaRPr lang="zh-CN" altLang="en-US" sz="12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endParaRPr lang="zh-CN" altLang="en-US" sz="12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200" dirty="0">
                <a:latin typeface="Consolas" panose="020B0609020204030204" pitchFamily="49" charset="0"/>
              </a:rPr>
              <a:t>def demo(x, n):</a:t>
            </a:r>
            <a:endParaRPr lang="zh-CN" altLang="en-US" sz="12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200" dirty="0">
                <a:latin typeface="Consolas" panose="020B0609020204030204" pitchFamily="49" charset="0"/>
              </a:rPr>
              <a:t>    i = x.index(n)               #获取指定元素在列表中的索引</a:t>
            </a:r>
            <a:endParaRPr lang="zh-CN" altLang="en-US" sz="12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200" dirty="0">
                <a:latin typeface="Consolas" panose="020B0609020204030204" pitchFamily="49" charset="0"/>
              </a:rPr>
              <a:t>    x[0], x[i] = x[i], x[0]      #将指定元素与第0个元素交换</a:t>
            </a:r>
            <a:endParaRPr lang="zh-CN" altLang="en-US" sz="12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200" dirty="0">
                <a:latin typeface="Consolas" panose="020B0609020204030204" pitchFamily="49" charset="0"/>
              </a:rPr>
              <a:t>    key = x[0]</a:t>
            </a:r>
            <a:endParaRPr lang="zh-CN" altLang="en-US" sz="12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200" dirty="0">
                <a:latin typeface="Consolas" panose="020B0609020204030204" pitchFamily="49" charset="0"/>
              </a:rPr>
              <a:t>    i = 0</a:t>
            </a:r>
            <a:endParaRPr lang="zh-CN" altLang="en-US" sz="12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200" dirty="0">
                <a:latin typeface="Consolas" panose="020B0609020204030204" pitchFamily="49" charset="0"/>
              </a:rPr>
              <a:t>    j = len(x) - 1</a:t>
            </a:r>
            <a:endParaRPr lang="zh-CN" altLang="en-US" sz="12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200" dirty="0">
                <a:latin typeface="Consolas" panose="020B0609020204030204" pitchFamily="49" charset="0"/>
              </a:rPr>
              <a:t>    while i&lt;j:</a:t>
            </a:r>
            <a:endParaRPr lang="zh-CN" altLang="en-US" sz="12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200" dirty="0">
                <a:latin typeface="Consolas" panose="020B0609020204030204" pitchFamily="49" charset="0"/>
              </a:rPr>
              <a:t>        while i&lt;j and x[j]&gt;=key: #从后向前寻找第一个比指定元素小的元素</a:t>
            </a:r>
            <a:endParaRPr lang="zh-CN" altLang="en-US" sz="12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200" dirty="0">
                <a:latin typeface="Consolas" panose="020B0609020204030204" pitchFamily="49" charset="0"/>
              </a:rPr>
              <a:t>            j -= 1</a:t>
            </a:r>
            <a:endParaRPr lang="zh-CN" altLang="en-US" sz="12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200" dirty="0">
                <a:latin typeface="Consolas" panose="020B0609020204030204" pitchFamily="49" charset="0"/>
              </a:rPr>
              <a:t>        x[i] = x[j] </a:t>
            </a:r>
            <a:endParaRPr lang="zh-CN" altLang="en-US" sz="12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200" dirty="0">
                <a:latin typeface="Consolas" panose="020B0609020204030204" pitchFamily="49" charset="0"/>
              </a:rPr>
              <a:t>        while i&lt;j and x[i]&lt;=key: #从前向后寻找第一个比指定元素大的元素</a:t>
            </a:r>
            <a:endParaRPr lang="zh-CN" altLang="en-US" sz="12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200" dirty="0">
                <a:latin typeface="Consolas" panose="020B0609020204030204" pitchFamily="49" charset="0"/>
              </a:rPr>
              <a:t>            i += 1</a:t>
            </a:r>
            <a:endParaRPr lang="zh-CN" altLang="en-US" sz="12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200" dirty="0">
                <a:latin typeface="Consolas" panose="020B0609020204030204" pitchFamily="49" charset="0"/>
              </a:rPr>
              <a:t>        x[j] = x[i]</a:t>
            </a:r>
            <a:endParaRPr lang="zh-CN" altLang="en-US" sz="12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200" dirty="0">
                <a:latin typeface="Consolas" panose="020B0609020204030204" pitchFamily="49" charset="0"/>
              </a:rPr>
              <a:t>    x[i] = key</a:t>
            </a:r>
            <a:endParaRPr lang="zh-CN" altLang="en-US" sz="12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200" dirty="0">
                <a:latin typeface="Consolas" panose="020B0609020204030204" pitchFamily="49" charset="0"/>
              </a:rPr>
              <a:t>x =list(range(1, 10))</a:t>
            </a:r>
            <a:endParaRPr lang="zh-CN" altLang="en-US" sz="12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200" dirty="0">
                <a:latin typeface="Consolas" panose="020B0609020204030204" pitchFamily="49" charset="0"/>
              </a:rPr>
              <a:t>random.shuffle(x)</a:t>
            </a:r>
            <a:endParaRPr lang="zh-CN" altLang="en-US" sz="12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200" dirty="0">
                <a:latin typeface="Consolas" panose="020B0609020204030204" pitchFamily="49" charset="0"/>
              </a:rPr>
              <a:t>print(x)</a:t>
            </a:r>
            <a:endParaRPr lang="zh-CN" altLang="en-US" sz="12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200" dirty="0">
                <a:latin typeface="Consolas" panose="020B0609020204030204" pitchFamily="49" charset="0"/>
              </a:rPr>
              <a:t>demo(x, 4)</a:t>
            </a:r>
            <a:endParaRPr lang="zh-CN" altLang="en-US" sz="12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200" dirty="0">
                <a:latin typeface="Consolas" panose="020B0609020204030204" pitchFamily="49" charset="0"/>
              </a:rPr>
              <a:t>print(x)</a:t>
            </a:r>
            <a:endParaRPr lang="zh-CN" altLang="en-US" sz="1200" dirty="0">
              <a:latin typeface="Consolas" panose="020B0609020204030204" pitchFamily="49" charset="0"/>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99330" name="内容占位符 2"/>
          <p:cNvSpPr>
            <a:spLocks noGrp="1"/>
          </p:cNvSpPr>
          <p:nvPr>
            <p:ph idx="1"/>
          </p:nvPr>
        </p:nvSpPr>
        <p:spPr/>
        <p:txBody>
          <a:bodyPr wrap="square" lIns="68591" tIns="34295" rIns="68591" bIns="34295" anchor="t"/>
          <a:lstStyle/>
          <a:p>
            <a:pPr eaLnBrk="1" hangingPunct="1">
              <a:lnSpc>
                <a:spcPct val="150000"/>
              </a:lnSpc>
              <a:spcBef>
                <a:spcPct val="0"/>
              </a:spcBef>
              <a:buFont typeface="Wingdings" panose="05000000000000000000" pitchFamily="2" charset="2"/>
              <a:buChar char="n"/>
            </a:pPr>
            <a:r>
              <a:rPr lang="zh-CN" altLang="en-US" sz="1800" b="1" dirty="0"/>
              <a:t>例5-11</a:t>
            </a:r>
            <a:r>
              <a:rPr lang="zh-CN" altLang="en-US" sz="1800" dirty="0"/>
              <a:t>  编写函数，计算字符串匹配的准确率。以打字练习程序为例，假设origin为原始内容，userInput为用户输入的内容，下面的代码用来测试用户输入的准确率。</a:t>
            </a:r>
            <a:endParaRPr lang="zh-CN" altLang="en-US" sz="1800"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dirty="0" smtClean="0">
                <a:ln>
                  <a:noFill/>
                </a:ln>
                <a:solidFill>
                  <a:schemeClr val="tx2"/>
                </a:solidFill>
                <a:effectLst/>
                <a:uLnTx/>
                <a:uFillTx/>
                <a:latin typeface="+mj-lt"/>
                <a:ea typeface="+mj-ea"/>
                <a:cs typeface="+mj-cs"/>
                <a:sym typeface="宋体" panose="02010600030101010101" pitchFamily="2" charset="-122"/>
              </a:rPr>
              <a:t>5.7  </a:t>
            </a:r>
            <a:r>
              <a:rPr kumimoji="0" lang="zh-CN" altLang="en-US" sz="3300" b="0" i="0" u="none" strike="noStrike" kern="1200" cap="none" spc="0" normalizeH="0" baseline="0" noProof="0" dirty="0" smtClean="0">
                <a:ln>
                  <a:noFill/>
                </a:ln>
                <a:solidFill>
                  <a:schemeClr val="tx2"/>
                </a:solidFill>
                <a:effectLst/>
                <a:uLnTx/>
                <a:uFillTx/>
                <a:latin typeface="+mj-lt"/>
                <a:ea typeface="+mj-ea"/>
                <a:cs typeface="+mj-cs"/>
                <a:sym typeface="宋体" panose="02010600030101010101" pitchFamily="2" charset="-122"/>
              </a:rPr>
              <a:t>案例精选</a:t>
            </a:r>
            <a:endParaRPr kumimoji="0" lang="zh-CN" altLang="en-US" sz="3300" b="0" i="0" u="none" strike="noStrike" kern="1200" cap="none" spc="0" normalizeH="0" baseline="0" noProof="0" dirty="0" smtClean="0">
              <a:ln>
                <a:noFill/>
              </a:ln>
              <a:solidFill>
                <a:schemeClr val="tx2"/>
              </a:solidFill>
              <a:effectLst/>
              <a:uLnTx/>
              <a:uFillTx/>
              <a:latin typeface="+mj-lt"/>
              <a:ea typeface="+mj-ea"/>
              <a:cs typeface="+mj-cs"/>
            </a:endParaRPr>
          </a:p>
        </p:txBody>
      </p:sp>
      <p:sp>
        <p:nvSpPr>
          <p:cNvPr id="100354" name="内容占位符 2"/>
          <p:cNvSpPr>
            <a:spLocks noGrp="1"/>
          </p:cNvSpPr>
          <p:nvPr>
            <p:ph idx="1"/>
          </p:nvPr>
        </p:nvSpPr>
        <p:spPr/>
        <p:txBody>
          <a:bodyPr wrap="square" lIns="68591" tIns="34295" rIns="68591" bIns="34295" anchor="t"/>
          <a:lstStyle/>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def Rate(origin, userInput):</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if not (isinstance(origin, str) and isinstance(userInput, str)):</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print('The two parameters must be strings.')</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return</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if len(origin)&lt;len(userInput):</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print('Sorry. I suppose the second parameter string is shorter.')</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return    </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right = 0                   #精确匹配的字符个数</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for origin_char, user_char in zip(origin, userInput):</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if origin_char==user_char:</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right += 1</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    return right/len(origin)</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origin = 'Shandong Institute of Business and Technology'</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userInput = 'ShanDong institute of business and technolog'</a:t>
            </a:r>
            <a:endParaRPr lang="zh-CN" altLang="en-US" sz="1400" dirty="0">
              <a:latin typeface="Consolas" panose="020B0609020204030204" pitchFamily="49" charset="0"/>
            </a:endParaRPr>
          </a:p>
          <a:p>
            <a:pPr marL="0" indent="0" eaLnBrk="1" latinLnBrk="0" hangingPunct="1">
              <a:spcBef>
                <a:spcPts val="0"/>
              </a:spcBef>
              <a:buSzPct val="90000"/>
              <a:buFont typeface="Wingdings" panose="05000000000000000000" pitchFamily="2" charset="2"/>
              <a:buNone/>
            </a:pPr>
            <a:r>
              <a:rPr lang="zh-CN" altLang="en-US" sz="1400" dirty="0">
                <a:latin typeface="Consolas" panose="020B0609020204030204" pitchFamily="49" charset="0"/>
              </a:rPr>
              <a:t>print(Rate(origin, userInput))   #输出测试结果</a:t>
            </a:r>
            <a:endParaRPr lang="zh-CN" altLang="en-US" sz="1400" dirty="0">
              <a:latin typeface="Consolas" panose="020B0609020204030204" pitchFamily="49" charset="0"/>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75" y="-953"/>
            <a:ext cx="9121775" cy="925039"/>
          </a:xfrm>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dirty="0">
                <a:ln>
                  <a:noFill/>
                </a:ln>
                <a:solidFill>
                  <a:schemeClr val="tx2"/>
                </a:solidFill>
                <a:effectLst/>
                <a:uLnTx/>
                <a:uFillTx/>
                <a:latin typeface="+mj-lt"/>
                <a:ea typeface="+mj-ea"/>
                <a:cs typeface="+mj-cs"/>
                <a:sym typeface="宋体" panose="02010600030101010101" pitchFamily="2" charset="-122"/>
              </a:rPr>
              <a:t>5.7  </a:t>
            </a:r>
            <a:r>
              <a:rPr kumimoji="0" lang="zh-CN" altLang="en-US" sz="3300" b="0" i="0" u="none" strike="noStrike" kern="1200" cap="none" spc="0" normalizeH="0" baseline="0" noProof="0" dirty="0">
                <a:ln>
                  <a:noFill/>
                </a:ln>
                <a:solidFill>
                  <a:schemeClr val="tx2"/>
                </a:solidFill>
                <a:effectLst/>
                <a:uLnTx/>
                <a:uFillTx/>
                <a:latin typeface="+mj-lt"/>
                <a:ea typeface="+mj-ea"/>
                <a:cs typeface="+mj-cs"/>
                <a:sym typeface="宋体" panose="02010600030101010101" pitchFamily="2" charset="-122"/>
              </a:rPr>
              <a:t>案例精选</a:t>
            </a:r>
            <a:endParaRPr kumimoji="0" lang="zh-CN" altLang="en-US" sz="3300" b="0" i="0" u="none" strike="noStrike" kern="1200" cap="none" spc="0" normalizeH="0" baseline="0" noProof="0" dirty="0">
              <a:ln>
                <a:noFill/>
              </a:ln>
              <a:solidFill>
                <a:schemeClr val="tx2"/>
              </a:solidFill>
              <a:effectLst/>
              <a:uLnTx/>
              <a:uFillTx/>
              <a:latin typeface="+mj-lt"/>
              <a:ea typeface="+mj-ea"/>
              <a:cs typeface="+mj-cs"/>
            </a:endParaRPr>
          </a:p>
        </p:txBody>
      </p:sp>
      <p:sp>
        <p:nvSpPr>
          <p:cNvPr id="101378" name="内容占位符 2"/>
          <p:cNvSpPr>
            <a:spLocks noGrp="1"/>
          </p:cNvSpPr>
          <p:nvPr>
            <p:ph idx="1"/>
          </p:nvPr>
        </p:nvSpPr>
        <p:spPr>
          <a:xfrm>
            <a:off x="457200" y="1200150"/>
            <a:ext cx="8484235" cy="3395980"/>
          </a:xfrm>
        </p:spPr>
        <p:txBody>
          <a:bodyPr wrap="square" lIns="68591" tIns="34295" rIns="68591" bIns="34295" anchor="t"/>
          <a:lstStyle/>
          <a:p>
            <a:pPr marL="0" indent="0" eaLnBrk="1" hangingPunct="1">
              <a:buNone/>
            </a:pPr>
            <a:r>
              <a:rPr lang="en-US" altLang="zh-CN" sz="1600" dirty="0">
                <a:latin typeface="Consolas" panose="020B0609020204030204" pitchFamily="49" charset="0"/>
                <a:cs typeface="Consolas" panose="020B0609020204030204" pitchFamily="49" charset="0"/>
              </a:rPr>
              <a:t>def Rate(origin, userInput):</a:t>
            </a:r>
            <a:endParaRPr lang="en-US" altLang="zh-CN" sz="1600" dirty="0">
              <a:latin typeface="Consolas" panose="020B0609020204030204" pitchFamily="49" charset="0"/>
              <a:cs typeface="Consolas" panose="020B0609020204030204" pitchFamily="49" charset="0"/>
            </a:endParaRPr>
          </a:p>
          <a:p>
            <a:pPr marL="0" indent="0" eaLnBrk="1" hangingPunct="1">
              <a:buNone/>
            </a:pPr>
            <a:r>
              <a:rPr lang="en-US" altLang="zh-CN" sz="1600" dirty="0">
                <a:latin typeface="Consolas" panose="020B0609020204030204" pitchFamily="49" charset="0"/>
                <a:cs typeface="Consolas" panose="020B0609020204030204" pitchFamily="49" charset="0"/>
              </a:rPr>
              <a:t>    '''</a:t>
            </a:r>
            <a:r>
              <a:rPr lang="zh-CN" altLang="en-US" sz="1600" dirty="0">
                <a:latin typeface="Consolas" panose="020B0609020204030204" pitchFamily="49" charset="0"/>
                <a:cs typeface="Consolas" panose="020B0609020204030204" pitchFamily="49" charset="0"/>
              </a:rPr>
              <a:t>使用生成器表达式</a:t>
            </a:r>
            <a:r>
              <a:rPr lang="en-US" altLang="zh-CN" sz="1600" dirty="0">
                <a:latin typeface="Consolas" panose="020B0609020204030204" pitchFamily="49" charset="0"/>
                <a:cs typeface="Consolas" panose="020B0609020204030204" pitchFamily="49" charset="0"/>
              </a:rPr>
              <a:t>'''</a:t>
            </a:r>
            <a:endParaRPr lang="en-US" altLang="zh-CN" sz="1600" dirty="0">
              <a:latin typeface="Consolas" panose="020B0609020204030204" pitchFamily="49" charset="0"/>
              <a:cs typeface="Consolas" panose="020B0609020204030204" pitchFamily="49" charset="0"/>
            </a:endParaRPr>
          </a:p>
          <a:p>
            <a:pPr marL="0" indent="0" eaLnBrk="1" hangingPunct="1">
              <a:buNone/>
            </a:pPr>
            <a:r>
              <a:rPr lang="en-US" altLang="zh-CN" sz="1600" dirty="0">
                <a:latin typeface="Consolas" panose="020B0609020204030204" pitchFamily="49" charset="0"/>
                <a:cs typeface="Consolas" panose="020B0609020204030204" pitchFamily="49" charset="0"/>
              </a:rPr>
              <a:t>    if not (isinstance(origin, str) and isinstance(userInput, str)):</a:t>
            </a:r>
            <a:endParaRPr lang="en-US" altLang="zh-CN" sz="1600" dirty="0">
              <a:latin typeface="Consolas" panose="020B0609020204030204" pitchFamily="49" charset="0"/>
              <a:cs typeface="Consolas" panose="020B0609020204030204" pitchFamily="49" charset="0"/>
            </a:endParaRPr>
          </a:p>
          <a:p>
            <a:pPr marL="0" indent="0" eaLnBrk="1" hangingPunct="1">
              <a:buNone/>
            </a:pPr>
            <a:r>
              <a:rPr lang="en-US" altLang="zh-CN" sz="1600" dirty="0">
                <a:latin typeface="Consolas" panose="020B0609020204030204" pitchFamily="49" charset="0"/>
                <a:cs typeface="Consolas" panose="020B0609020204030204" pitchFamily="49" charset="0"/>
              </a:rPr>
              <a:t>        print('The two parameters must be strings.')</a:t>
            </a:r>
            <a:endParaRPr lang="en-US" altLang="zh-CN" sz="1600" dirty="0">
              <a:latin typeface="Consolas" panose="020B0609020204030204" pitchFamily="49" charset="0"/>
              <a:cs typeface="Consolas" panose="020B0609020204030204" pitchFamily="49" charset="0"/>
            </a:endParaRPr>
          </a:p>
          <a:p>
            <a:pPr marL="0" indent="0" eaLnBrk="1" hangingPunct="1">
              <a:buNone/>
            </a:pPr>
            <a:r>
              <a:rPr lang="en-US" altLang="zh-CN" sz="1600" dirty="0">
                <a:latin typeface="Consolas" panose="020B0609020204030204" pitchFamily="49" charset="0"/>
                <a:cs typeface="Consolas" panose="020B0609020204030204" pitchFamily="49" charset="0"/>
              </a:rPr>
              <a:t>        return</a:t>
            </a:r>
            <a:endParaRPr lang="en-US" altLang="zh-CN" sz="1600" dirty="0">
              <a:latin typeface="Consolas" panose="020B0609020204030204" pitchFamily="49" charset="0"/>
              <a:cs typeface="Consolas" panose="020B0609020204030204" pitchFamily="49" charset="0"/>
            </a:endParaRPr>
          </a:p>
          <a:p>
            <a:pPr marL="0" indent="0" eaLnBrk="1" hangingPunct="1">
              <a:buNone/>
            </a:pPr>
            <a:r>
              <a:rPr lang="en-US" altLang="zh-CN" sz="1600" dirty="0">
                <a:latin typeface="Consolas" panose="020B0609020204030204" pitchFamily="49" charset="0"/>
                <a:cs typeface="Consolas" panose="020B0609020204030204" pitchFamily="49" charset="0"/>
              </a:rPr>
              <a:t>    if len(origin)&lt;len(userInput):</a:t>
            </a:r>
            <a:endParaRPr lang="en-US" altLang="zh-CN" sz="1600" dirty="0">
              <a:latin typeface="Consolas" panose="020B0609020204030204" pitchFamily="49" charset="0"/>
              <a:cs typeface="Consolas" panose="020B0609020204030204" pitchFamily="49" charset="0"/>
            </a:endParaRPr>
          </a:p>
          <a:p>
            <a:pPr marL="0" indent="0" eaLnBrk="1" hangingPunct="1">
              <a:buNone/>
            </a:pPr>
            <a:r>
              <a:rPr lang="en-US" altLang="zh-CN" sz="1600" dirty="0">
                <a:latin typeface="Consolas" panose="020B0609020204030204" pitchFamily="49" charset="0"/>
                <a:cs typeface="Consolas" panose="020B0609020204030204" pitchFamily="49" charset="0"/>
              </a:rPr>
              <a:t>        print('Sorry. I suppose the second parameter string is shorter.')</a:t>
            </a:r>
            <a:endParaRPr lang="en-US" altLang="zh-CN" sz="1600" dirty="0">
              <a:latin typeface="Consolas" panose="020B0609020204030204" pitchFamily="49" charset="0"/>
              <a:cs typeface="Consolas" panose="020B0609020204030204" pitchFamily="49" charset="0"/>
            </a:endParaRPr>
          </a:p>
          <a:p>
            <a:pPr marL="0" indent="0" eaLnBrk="1" hangingPunct="1">
              <a:buNone/>
            </a:pPr>
            <a:r>
              <a:rPr lang="en-US" altLang="zh-CN" sz="1600" dirty="0">
                <a:latin typeface="Consolas" panose="020B0609020204030204" pitchFamily="49" charset="0"/>
                <a:cs typeface="Consolas" panose="020B0609020204030204" pitchFamily="49" charset="0"/>
              </a:rPr>
              <a:t>        return    </a:t>
            </a:r>
            <a:endParaRPr lang="en-US" altLang="zh-CN" sz="1600" dirty="0">
              <a:latin typeface="Consolas" panose="020B0609020204030204" pitchFamily="49" charset="0"/>
              <a:cs typeface="Consolas" panose="020B0609020204030204" pitchFamily="49" charset="0"/>
            </a:endParaRPr>
          </a:p>
          <a:p>
            <a:pPr marL="0" indent="0" eaLnBrk="1" hangingPunct="1">
              <a:buNone/>
            </a:pPr>
            <a:r>
              <a:rPr lang="en-US" altLang="zh-CN" sz="1600" dirty="0">
                <a:latin typeface="Consolas" panose="020B0609020204030204" pitchFamily="49" charset="0"/>
                <a:cs typeface="Consolas" panose="020B0609020204030204" pitchFamily="49" charset="0"/>
              </a:rPr>
              <a:t>    right = sum((1 for oc, uc in zip(origin, userInput) if oc==uc))</a:t>
            </a:r>
            <a:endParaRPr lang="en-US" altLang="zh-CN" sz="1600" dirty="0">
              <a:latin typeface="Consolas" panose="020B0609020204030204" pitchFamily="49" charset="0"/>
              <a:cs typeface="Consolas" panose="020B0609020204030204" pitchFamily="49" charset="0"/>
            </a:endParaRPr>
          </a:p>
          <a:p>
            <a:pPr marL="0" indent="0" eaLnBrk="1" hangingPunct="1">
              <a:buNone/>
            </a:pPr>
            <a:r>
              <a:rPr lang="en-US" altLang="zh-CN" sz="1600" dirty="0">
                <a:latin typeface="Consolas" panose="020B0609020204030204" pitchFamily="49" charset="0"/>
                <a:cs typeface="Consolas" panose="020B0609020204030204" pitchFamily="49" charset="0"/>
              </a:rPr>
              <a:t>    return right/len(origin)</a:t>
            </a:r>
            <a:endParaRPr lang="zh-CN" altLang="en-US" sz="1600" dirty="0">
              <a:latin typeface="Consolas" panose="020B0609020204030204" pitchFamily="49" charset="0"/>
              <a:ea typeface="Consolas" panose="020B0609020204030204" pitchFamily="49" charset="0"/>
              <a:cs typeface="Consolas" panose="020B0609020204030204" pitchFamily="49" charset="0"/>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75" y="-953"/>
            <a:ext cx="9121775" cy="925039"/>
          </a:xfrm>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dirty="0">
                <a:ln>
                  <a:noFill/>
                </a:ln>
                <a:solidFill>
                  <a:schemeClr val="tx2"/>
                </a:solidFill>
                <a:effectLst/>
                <a:uLnTx/>
                <a:uFillTx/>
                <a:latin typeface="+mj-lt"/>
                <a:ea typeface="+mj-ea"/>
                <a:cs typeface="+mj-cs"/>
                <a:sym typeface="宋体" panose="02010600030101010101" pitchFamily="2" charset="-122"/>
              </a:rPr>
              <a:t>5.7  </a:t>
            </a:r>
            <a:r>
              <a:rPr kumimoji="0" lang="zh-CN" altLang="en-US" sz="3300" b="0" i="0" u="none" strike="noStrike" kern="1200" cap="none" spc="0" normalizeH="0" baseline="0" noProof="0" dirty="0">
                <a:ln>
                  <a:noFill/>
                </a:ln>
                <a:solidFill>
                  <a:schemeClr val="tx2"/>
                </a:solidFill>
                <a:effectLst/>
                <a:uLnTx/>
                <a:uFillTx/>
                <a:latin typeface="+mj-lt"/>
                <a:ea typeface="+mj-ea"/>
                <a:cs typeface="+mj-cs"/>
                <a:sym typeface="宋体" panose="02010600030101010101" pitchFamily="2" charset="-122"/>
              </a:rPr>
              <a:t>案例精选</a:t>
            </a:r>
            <a:endParaRPr kumimoji="0" lang="zh-CN" altLang="en-US" sz="3300" b="0" i="0" u="none" strike="noStrike" kern="1200" cap="none" spc="0" normalizeH="0" baseline="0" noProof="0" dirty="0">
              <a:ln>
                <a:noFill/>
              </a:ln>
              <a:solidFill>
                <a:schemeClr val="tx2"/>
              </a:solidFill>
              <a:effectLst/>
              <a:uLnTx/>
              <a:uFillTx/>
              <a:latin typeface="+mj-lt"/>
              <a:ea typeface="+mj-ea"/>
              <a:cs typeface="+mj-cs"/>
            </a:endParaRPr>
          </a:p>
        </p:txBody>
      </p:sp>
      <p:sp>
        <p:nvSpPr>
          <p:cNvPr id="102402" name="内容占位符 2"/>
          <p:cNvSpPr>
            <a:spLocks noGrp="1"/>
          </p:cNvSpPr>
          <p:nvPr>
            <p:ph idx="1"/>
          </p:nvPr>
        </p:nvSpPr>
        <p:spPr>
          <a:xfrm>
            <a:off x="457200" y="1200150"/>
            <a:ext cx="8477885" cy="3395980"/>
          </a:xfrm>
        </p:spPr>
        <p:txBody>
          <a:bodyPr wrap="square" lIns="68591" tIns="34295" rIns="68591" bIns="34295" anchor="t"/>
          <a:lstStyle/>
          <a:p>
            <a:pPr marL="0" indent="0" eaLnBrk="1" hangingPunct="1">
              <a:buNone/>
            </a:pPr>
            <a:r>
              <a:rPr lang="en-US" altLang="zh-CN" sz="1600" dirty="0">
                <a:latin typeface="Consolas" panose="020B0609020204030204" pitchFamily="49" charset="0"/>
              </a:rPr>
              <a:t>def Rate(origin, userInput):</a:t>
            </a:r>
            <a:endParaRPr lang="en-US" altLang="zh-CN" sz="1600" dirty="0">
              <a:latin typeface="Consolas" panose="020B0609020204030204" pitchFamily="49" charset="0"/>
            </a:endParaRPr>
          </a:p>
          <a:p>
            <a:pPr marL="0" indent="0" eaLnBrk="1" hangingPunct="1">
              <a:buNone/>
            </a:pPr>
            <a:r>
              <a:rPr lang="en-US" altLang="zh-CN" sz="1600" dirty="0">
                <a:latin typeface="Consolas" panose="020B0609020204030204" pitchFamily="49" charset="0"/>
              </a:rPr>
              <a:t>    '''</a:t>
            </a:r>
            <a:r>
              <a:rPr lang="zh-CN" altLang="en-US" sz="1600" dirty="0">
                <a:latin typeface="Consolas" panose="020B0609020204030204" pitchFamily="49" charset="0"/>
              </a:rPr>
              <a:t>函数式编程</a:t>
            </a:r>
            <a:r>
              <a:rPr lang="en-US" altLang="zh-CN" sz="1600" dirty="0">
                <a:latin typeface="Consolas" panose="020B0609020204030204" pitchFamily="49" charset="0"/>
              </a:rPr>
              <a:t>'''</a:t>
            </a:r>
            <a:endParaRPr lang="en-US" altLang="zh-CN" sz="1600" dirty="0">
              <a:latin typeface="Consolas" panose="020B0609020204030204" pitchFamily="49" charset="0"/>
            </a:endParaRPr>
          </a:p>
          <a:p>
            <a:pPr marL="0" indent="0" eaLnBrk="1" hangingPunct="1">
              <a:buNone/>
            </a:pPr>
            <a:r>
              <a:rPr lang="en-US" altLang="zh-CN" sz="1600" dirty="0">
                <a:latin typeface="Consolas" panose="020B0609020204030204" pitchFamily="49" charset="0"/>
              </a:rPr>
              <a:t>    if not (isinstance(origin, str) and isinstance(userInput, str)):</a:t>
            </a:r>
            <a:endParaRPr lang="en-US" altLang="zh-CN" sz="1600" dirty="0">
              <a:latin typeface="Consolas" panose="020B0609020204030204" pitchFamily="49" charset="0"/>
            </a:endParaRPr>
          </a:p>
          <a:p>
            <a:pPr marL="0" indent="0" eaLnBrk="1" hangingPunct="1">
              <a:buNone/>
            </a:pPr>
            <a:r>
              <a:rPr lang="en-US" altLang="zh-CN" sz="1600" dirty="0">
                <a:latin typeface="Consolas" panose="020B0609020204030204" pitchFamily="49" charset="0"/>
              </a:rPr>
              <a:t>        print('The two parameters must be strings.')</a:t>
            </a:r>
            <a:endParaRPr lang="en-US" altLang="zh-CN" sz="1600" dirty="0">
              <a:latin typeface="Consolas" panose="020B0609020204030204" pitchFamily="49" charset="0"/>
            </a:endParaRPr>
          </a:p>
          <a:p>
            <a:pPr marL="0" indent="0" eaLnBrk="1" hangingPunct="1">
              <a:buNone/>
            </a:pPr>
            <a:r>
              <a:rPr lang="en-US" altLang="zh-CN" sz="1600" dirty="0">
                <a:latin typeface="Consolas" panose="020B0609020204030204" pitchFamily="49" charset="0"/>
              </a:rPr>
              <a:t>        return</a:t>
            </a:r>
            <a:endParaRPr lang="en-US" altLang="zh-CN" sz="1600" dirty="0">
              <a:latin typeface="Consolas" panose="020B0609020204030204" pitchFamily="49" charset="0"/>
            </a:endParaRPr>
          </a:p>
          <a:p>
            <a:pPr marL="0" indent="0" eaLnBrk="1" hangingPunct="1">
              <a:buNone/>
            </a:pPr>
            <a:r>
              <a:rPr lang="en-US" altLang="zh-CN" sz="1600" dirty="0">
                <a:latin typeface="Consolas" panose="020B0609020204030204" pitchFamily="49" charset="0"/>
              </a:rPr>
              <a:t>    if len(origin)&lt;len(userInput):</a:t>
            </a:r>
            <a:endParaRPr lang="en-US" altLang="zh-CN" sz="1600" dirty="0">
              <a:latin typeface="Consolas" panose="020B0609020204030204" pitchFamily="49" charset="0"/>
            </a:endParaRPr>
          </a:p>
          <a:p>
            <a:pPr marL="0" indent="0" eaLnBrk="1" hangingPunct="1">
              <a:buNone/>
            </a:pPr>
            <a:r>
              <a:rPr lang="en-US" altLang="zh-CN" sz="1600" dirty="0">
                <a:latin typeface="Consolas" panose="020B0609020204030204" pitchFamily="49" charset="0"/>
              </a:rPr>
              <a:t>        print('Sorry. I suppose the second parameter string is shorter.')</a:t>
            </a:r>
            <a:endParaRPr lang="en-US" altLang="zh-CN" sz="1600" dirty="0">
              <a:latin typeface="Consolas" panose="020B0609020204030204" pitchFamily="49" charset="0"/>
            </a:endParaRPr>
          </a:p>
          <a:p>
            <a:pPr marL="0" indent="0" eaLnBrk="1" hangingPunct="1">
              <a:buNone/>
            </a:pPr>
            <a:r>
              <a:rPr lang="en-US" altLang="zh-CN" sz="1600" dirty="0">
                <a:latin typeface="Consolas" panose="020B0609020204030204" pitchFamily="49" charset="0"/>
              </a:rPr>
              <a:t>        return    </a:t>
            </a:r>
            <a:endParaRPr lang="en-US" altLang="zh-CN" sz="1600" dirty="0">
              <a:latin typeface="Consolas" panose="020B0609020204030204" pitchFamily="49" charset="0"/>
            </a:endParaRPr>
          </a:p>
          <a:p>
            <a:pPr marL="0" indent="0" eaLnBrk="1" hangingPunct="1">
              <a:buNone/>
            </a:pPr>
            <a:r>
              <a:rPr lang="en-US" altLang="zh-CN" sz="1600" dirty="0">
                <a:latin typeface="Consolas" panose="020B0609020204030204" pitchFamily="49" charset="0"/>
              </a:rPr>
              <a:t>    right = sum(map(lambda oc, uc:oc==uc, origin, userInput))</a:t>
            </a:r>
            <a:endParaRPr lang="en-US" altLang="zh-CN" sz="1600" dirty="0">
              <a:latin typeface="Consolas" panose="020B0609020204030204" pitchFamily="49" charset="0"/>
            </a:endParaRPr>
          </a:p>
          <a:p>
            <a:pPr marL="0" indent="0" eaLnBrk="1" hangingPunct="1">
              <a:buNone/>
            </a:pPr>
            <a:r>
              <a:rPr lang="en-US" altLang="zh-CN" sz="1600" dirty="0">
                <a:latin typeface="Consolas" panose="020B0609020204030204" pitchFamily="49" charset="0"/>
              </a:rPr>
              <a:t>    return right/len(origin)</a:t>
            </a:r>
            <a:endParaRPr lang="zh-CN" altLang="en-US" sz="1600" dirty="0">
              <a:latin typeface="Consolas" panose="020B0609020204030204" pitchFamily="49" charset="0"/>
              <a:ea typeface="Consolas" panose="020B0609020204030204" pitchFamily="49" charset="0"/>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noProof="0" dirty="0">
                <a:ln>
                  <a:noFill/>
                </a:ln>
                <a:effectLst/>
                <a:uLnTx/>
                <a:uFillTx/>
                <a:sym typeface="宋体" panose="02010600030101010101" pitchFamily="2" charset="-122"/>
              </a:rPr>
              <a:t>5.7  </a:t>
            </a:r>
            <a:r>
              <a:rPr lang="zh-CN" altLang="en-US" noProof="0" dirty="0">
                <a:ln>
                  <a:noFill/>
                </a:ln>
                <a:effectLst/>
                <a:uLnTx/>
                <a:uFillTx/>
                <a:sym typeface="宋体" panose="02010600030101010101" pitchFamily="2" charset="-122"/>
              </a:rPr>
              <a:t>案例精选</a:t>
            </a:r>
            <a:endParaRPr lang="en-US"/>
          </a:p>
        </p:txBody>
      </p:sp>
      <p:sp>
        <p:nvSpPr>
          <p:cNvPr id="3" name="Content Placeholder 2"/>
          <p:cNvSpPr>
            <a:spLocks noGrp="1"/>
          </p:cNvSpPr>
          <p:nvPr>
            <p:ph idx="1"/>
          </p:nvPr>
        </p:nvSpPr>
        <p:spPr/>
        <p:txBody>
          <a:bodyPr/>
          <a:p>
            <a:pPr latinLnBrk="0">
              <a:lnSpc>
                <a:spcPct val="150000"/>
              </a:lnSpc>
              <a:spcBef>
                <a:spcPts val="0"/>
              </a:spcBef>
            </a:pPr>
            <a:r>
              <a:rPr lang="en-US" sz="1800" b="1"/>
              <a:t>例5-12</a:t>
            </a:r>
            <a:r>
              <a:rPr lang="en-US" sz="1800"/>
              <a:t>  编写函数模拟猜数游戏。系统随机产生一个数，玩家来猜，系统根据玩家的猜测进行提示，玩家则可以根据系统的提示对下一次的猜测进行适当调整。</a:t>
            </a:r>
            <a:endParaRPr lang="en-US" sz="180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noProof="0" dirty="0">
                <a:ln>
                  <a:noFill/>
                </a:ln>
                <a:effectLst/>
                <a:uLnTx/>
                <a:uFillTx/>
                <a:sym typeface="宋体" panose="02010600030101010101" pitchFamily="2" charset="-122"/>
              </a:rPr>
              <a:t>5.7  </a:t>
            </a:r>
            <a:r>
              <a:rPr lang="zh-CN" altLang="en-US" noProof="0" dirty="0">
                <a:ln>
                  <a:noFill/>
                </a:ln>
                <a:effectLst/>
                <a:uLnTx/>
                <a:uFillTx/>
                <a:sym typeface="宋体" panose="02010600030101010101" pitchFamily="2" charset="-122"/>
              </a:rPr>
              <a:t>案例精选</a:t>
            </a:r>
            <a:endParaRPr lang="en-US"/>
          </a:p>
        </p:txBody>
      </p:sp>
      <p:sp>
        <p:nvSpPr>
          <p:cNvPr id="3" name="Content Placeholder 2"/>
          <p:cNvSpPr>
            <a:spLocks noGrp="1"/>
          </p:cNvSpPr>
          <p:nvPr>
            <p:ph idx="1"/>
          </p:nvPr>
        </p:nvSpPr>
        <p:spPr/>
        <p:txBody>
          <a:bodyPr/>
          <a:p>
            <a:pPr marL="0" indent="0" latinLnBrk="0">
              <a:spcBef>
                <a:spcPts val="0"/>
              </a:spcBef>
              <a:buNone/>
            </a:pPr>
            <a:r>
              <a:rPr lang="en-US" sz="1400">
                <a:latin typeface="Consolas" panose="020B0609020204030204" pitchFamily="49" charset="0"/>
                <a:cs typeface="Consolas" panose="020B0609020204030204" pitchFamily="49" charset="0"/>
              </a:rPr>
              <a:t>from random import randint</a:t>
            </a:r>
            <a:endParaRPr lang="en-US" sz="1400">
              <a:latin typeface="Consolas" panose="020B0609020204030204" pitchFamily="49" charset="0"/>
              <a:cs typeface="Consolas" panose="020B0609020204030204" pitchFamily="49" charset="0"/>
            </a:endParaRPr>
          </a:p>
          <a:p>
            <a:pPr marL="0" indent="0" latinLnBrk="0">
              <a:spcBef>
                <a:spcPts val="0"/>
              </a:spcBef>
              <a:buNone/>
            </a:pPr>
            <a:endParaRPr lang="en-US" sz="1400">
              <a:latin typeface="Consolas" panose="020B0609020204030204" pitchFamily="49" charset="0"/>
              <a:cs typeface="Consolas" panose="020B0609020204030204" pitchFamily="49" charset="0"/>
            </a:endParaRPr>
          </a:p>
          <a:p>
            <a:pPr marL="0" indent="0" latinLnBrk="0">
              <a:spcBef>
                <a:spcPts val="0"/>
              </a:spcBef>
              <a:buNone/>
            </a:pPr>
            <a:r>
              <a:rPr lang="en-US" sz="1400">
                <a:latin typeface="Consolas" panose="020B0609020204030204" pitchFamily="49" charset="0"/>
                <a:cs typeface="Consolas" panose="020B0609020204030204" pitchFamily="49" charset="0"/>
              </a:rPr>
              <a:t>def guess(maxValue=10, maxTimes=3):    </a:t>
            </a:r>
            <a:endParaRPr lang="en-US" sz="1400">
              <a:latin typeface="Consolas" panose="020B0609020204030204" pitchFamily="49" charset="0"/>
              <a:cs typeface="Consolas" panose="020B0609020204030204" pitchFamily="49" charset="0"/>
            </a:endParaRPr>
          </a:p>
          <a:p>
            <a:pPr marL="0" indent="0" latinLnBrk="0">
              <a:spcBef>
                <a:spcPts val="0"/>
              </a:spcBef>
              <a:buNone/>
            </a:pPr>
            <a:r>
              <a:rPr lang="en-US" sz="1400">
                <a:latin typeface="Consolas" panose="020B0609020204030204" pitchFamily="49" charset="0"/>
                <a:cs typeface="Consolas" panose="020B0609020204030204" pitchFamily="49" charset="0"/>
              </a:rPr>
              <a:t>    value = randint(1,maxValue)              #随机生成一个整数</a:t>
            </a:r>
            <a:endParaRPr lang="en-US" sz="1400">
              <a:latin typeface="Consolas" panose="020B0609020204030204" pitchFamily="49" charset="0"/>
              <a:cs typeface="Consolas" panose="020B0609020204030204" pitchFamily="49" charset="0"/>
            </a:endParaRPr>
          </a:p>
          <a:p>
            <a:pPr marL="0" indent="0" latinLnBrk="0">
              <a:spcBef>
                <a:spcPts val="0"/>
              </a:spcBef>
              <a:buNone/>
            </a:pPr>
            <a:r>
              <a:rPr lang="en-US" sz="1400">
                <a:latin typeface="Consolas" panose="020B0609020204030204" pitchFamily="49" charset="0"/>
                <a:cs typeface="Consolas" panose="020B0609020204030204" pitchFamily="49" charset="0"/>
              </a:rPr>
              <a:t>    for i in range(maxTimes):</a:t>
            </a:r>
            <a:endParaRPr lang="en-US" sz="1400">
              <a:latin typeface="Consolas" panose="020B0609020204030204" pitchFamily="49" charset="0"/>
              <a:cs typeface="Consolas" panose="020B0609020204030204" pitchFamily="49" charset="0"/>
            </a:endParaRPr>
          </a:p>
          <a:p>
            <a:pPr marL="0" indent="0" latinLnBrk="0">
              <a:spcBef>
                <a:spcPts val="0"/>
              </a:spcBef>
              <a:buNone/>
            </a:pPr>
            <a:r>
              <a:rPr lang="en-US" sz="1400">
                <a:latin typeface="Consolas" panose="020B0609020204030204" pitchFamily="49" charset="0"/>
                <a:cs typeface="Consolas" panose="020B0609020204030204" pitchFamily="49" charset="0"/>
              </a:rPr>
              <a:t>        prompt = 'Start to GUESS:' if i==0 else 'Guess again:'</a:t>
            </a:r>
            <a:endParaRPr lang="en-US" sz="1400">
              <a:latin typeface="Consolas" panose="020B0609020204030204" pitchFamily="49" charset="0"/>
              <a:cs typeface="Consolas" panose="020B0609020204030204" pitchFamily="49" charset="0"/>
            </a:endParaRPr>
          </a:p>
          <a:p>
            <a:pPr marL="0" indent="0" latinLnBrk="0">
              <a:spcBef>
                <a:spcPts val="0"/>
              </a:spcBef>
              <a:buNone/>
            </a:pPr>
            <a:r>
              <a:rPr lang="en-US" sz="1400">
                <a:latin typeface="Consolas" panose="020B0609020204030204" pitchFamily="49" charset="0"/>
                <a:cs typeface="Consolas" panose="020B0609020204030204" pitchFamily="49" charset="0"/>
              </a:rPr>
              <a:t>        try:                                 #使用异常处理结构，防止输入不是数字</a:t>
            </a:r>
            <a:endParaRPr lang="en-US" sz="1400">
              <a:latin typeface="Consolas" panose="020B0609020204030204" pitchFamily="49" charset="0"/>
              <a:cs typeface="Consolas" panose="020B0609020204030204" pitchFamily="49" charset="0"/>
            </a:endParaRPr>
          </a:p>
          <a:p>
            <a:pPr marL="0" indent="0" latinLnBrk="0">
              <a:spcBef>
                <a:spcPts val="0"/>
              </a:spcBef>
              <a:buNone/>
            </a:pPr>
            <a:r>
              <a:rPr lang="en-US" sz="1400">
                <a:latin typeface="Consolas" panose="020B0609020204030204" pitchFamily="49" charset="0"/>
                <a:cs typeface="Consolas" panose="020B0609020204030204" pitchFamily="49" charset="0"/>
              </a:rPr>
              <a:t>            x = int(input(prompt))</a:t>
            </a:r>
            <a:endParaRPr lang="en-US" sz="1400">
              <a:latin typeface="Consolas" panose="020B0609020204030204" pitchFamily="49" charset="0"/>
              <a:cs typeface="Consolas" panose="020B0609020204030204" pitchFamily="49" charset="0"/>
            </a:endParaRPr>
          </a:p>
          <a:p>
            <a:pPr marL="0" indent="0" latinLnBrk="0">
              <a:spcBef>
                <a:spcPts val="0"/>
              </a:spcBef>
              <a:buNone/>
            </a:pPr>
            <a:r>
              <a:rPr lang="en-US" sz="1400">
                <a:latin typeface="Consolas" panose="020B0609020204030204" pitchFamily="49" charset="0"/>
                <a:cs typeface="Consolas" panose="020B0609020204030204" pitchFamily="49" charset="0"/>
              </a:rPr>
              <a:t>        except: print('Must input an integer between 1 and ', maxValue)</a:t>
            </a:r>
            <a:endParaRPr lang="en-US" sz="1400">
              <a:latin typeface="Consolas" panose="020B0609020204030204" pitchFamily="49" charset="0"/>
              <a:cs typeface="Consolas" panose="020B0609020204030204" pitchFamily="49" charset="0"/>
            </a:endParaRPr>
          </a:p>
          <a:p>
            <a:pPr marL="0" indent="0" latinLnBrk="0">
              <a:spcBef>
                <a:spcPts val="0"/>
              </a:spcBef>
              <a:buNone/>
            </a:pPr>
            <a:r>
              <a:rPr lang="en-US" sz="1400">
                <a:latin typeface="Consolas" panose="020B0609020204030204" pitchFamily="49" charset="0"/>
                <a:cs typeface="Consolas" panose="020B0609020204030204" pitchFamily="49" charset="0"/>
              </a:rPr>
              <a:t>        else:            </a:t>
            </a:r>
            <a:endParaRPr lang="en-US" sz="1400">
              <a:latin typeface="Consolas" panose="020B0609020204030204" pitchFamily="49" charset="0"/>
              <a:cs typeface="Consolas" panose="020B0609020204030204" pitchFamily="49" charset="0"/>
            </a:endParaRPr>
          </a:p>
          <a:p>
            <a:pPr marL="0" indent="0" latinLnBrk="0">
              <a:spcBef>
                <a:spcPts val="0"/>
              </a:spcBef>
              <a:buNone/>
            </a:pPr>
            <a:r>
              <a:rPr lang="en-US" sz="1400">
                <a:latin typeface="Consolas" panose="020B0609020204030204" pitchFamily="49" charset="0"/>
                <a:cs typeface="Consolas" panose="020B0609020204030204" pitchFamily="49" charset="0"/>
              </a:rPr>
              <a:t>            if x == value:                   #猜对了</a:t>
            </a:r>
            <a:endParaRPr lang="en-US" sz="1400">
              <a:latin typeface="Consolas" panose="020B0609020204030204" pitchFamily="49" charset="0"/>
              <a:cs typeface="Consolas" panose="020B0609020204030204" pitchFamily="49" charset="0"/>
            </a:endParaRPr>
          </a:p>
          <a:p>
            <a:pPr marL="0" indent="0" latinLnBrk="0">
              <a:spcBef>
                <a:spcPts val="0"/>
              </a:spcBef>
              <a:buNone/>
            </a:pPr>
            <a:r>
              <a:rPr lang="en-US" sz="1400">
                <a:latin typeface="Consolas" panose="020B0609020204030204" pitchFamily="49" charset="0"/>
                <a:cs typeface="Consolas" panose="020B0609020204030204" pitchFamily="49" charset="0"/>
              </a:rPr>
              <a:t>                print('Congratulations!')</a:t>
            </a:r>
            <a:endParaRPr lang="en-US" sz="1400">
              <a:latin typeface="Consolas" panose="020B0609020204030204" pitchFamily="49" charset="0"/>
              <a:cs typeface="Consolas" panose="020B0609020204030204" pitchFamily="49" charset="0"/>
            </a:endParaRPr>
          </a:p>
          <a:p>
            <a:pPr marL="0" indent="0" latinLnBrk="0">
              <a:spcBef>
                <a:spcPts val="0"/>
              </a:spcBef>
              <a:buNone/>
            </a:pPr>
            <a:r>
              <a:rPr lang="en-US" sz="1400">
                <a:latin typeface="Consolas" panose="020B0609020204030204" pitchFamily="49" charset="0"/>
                <a:cs typeface="Consolas" panose="020B0609020204030204" pitchFamily="49" charset="0"/>
              </a:rPr>
              <a:t>                break</a:t>
            </a:r>
            <a:endParaRPr lang="en-US" sz="1400">
              <a:latin typeface="Consolas" panose="020B0609020204030204" pitchFamily="49" charset="0"/>
              <a:cs typeface="Consolas" panose="020B0609020204030204" pitchFamily="49" charset="0"/>
            </a:endParaRPr>
          </a:p>
          <a:p>
            <a:pPr marL="0" indent="0" latinLnBrk="0">
              <a:spcBef>
                <a:spcPts val="0"/>
              </a:spcBef>
              <a:buNone/>
            </a:pPr>
            <a:r>
              <a:rPr lang="en-US" sz="1400">
                <a:latin typeface="Consolas" panose="020B0609020204030204" pitchFamily="49" charset="0"/>
                <a:cs typeface="Consolas" panose="020B0609020204030204" pitchFamily="49" charset="0"/>
              </a:rPr>
              <a:t>            elif x &gt; value: print('Too big')</a:t>
            </a:r>
            <a:endParaRPr lang="en-US" sz="1400">
              <a:latin typeface="Consolas" panose="020B0609020204030204" pitchFamily="49" charset="0"/>
              <a:cs typeface="Consolas" panose="020B0609020204030204" pitchFamily="49" charset="0"/>
            </a:endParaRPr>
          </a:p>
          <a:p>
            <a:pPr marL="0" indent="0" latinLnBrk="0">
              <a:spcBef>
                <a:spcPts val="0"/>
              </a:spcBef>
              <a:buNone/>
            </a:pPr>
            <a:r>
              <a:rPr lang="en-US" sz="1400">
                <a:latin typeface="Consolas" panose="020B0609020204030204" pitchFamily="49" charset="0"/>
                <a:cs typeface="Consolas" panose="020B0609020204030204" pitchFamily="49" charset="0"/>
              </a:rPr>
              <a:t>            else: print('Too little')</a:t>
            </a:r>
            <a:endParaRPr lang="en-US" sz="1400">
              <a:latin typeface="Consolas" panose="020B0609020204030204" pitchFamily="49" charset="0"/>
              <a:cs typeface="Consolas" panose="020B0609020204030204" pitchFamily="49" charset="0"/>
            </a:endParaRPr>
          </a:p>
          <a:p>
            <a:pPr marL="0" indent="0" latinLnBrk="0">
              <a:spcBef>
                <a:spcPts val="0"/>
              </a:spcBef>
              <a:buNone/>
            </a:pPr>
            <a:r>
              <a:rPr lang="en-US" sz="1400">
                <a:latin typeface="Consolas" panose="020B0609020204030204" pitchFamily="49" charset="0"/>
                <a:cs typeface="Consolas" panose="020B0609020204030204" pitchFamily="49" charset="0"/>
              </a:rPr>
              <a:t>    else:                                    #次数用完还没猜对，游戏结束</a:t>
            </a:r>
            <a:endParaRPr lang="en-US" sz="1400">
              <a:latin typeface="Consolas" panose="020B0609020204030204" pitchFamily="49" charset="0"/>
              <a:cs typeface="Consolas" panose="020B0609020204030204" pitchFamily="49" charset="0"/>
            </a:endParaRPr>
          </a:p>
          <a:p>
            <a:pPr marL="0" indent="0" latinLnBrk="0">
              <a:spcBef>
                <a:spcPts val="0"/>
              </a:spcBef>
              <a:buNone/>
            </a:pPr>
            <a:r>
              <a:rPr lang="en-US" sz="1400">
                <a:latin typeface="Consolas" panose="020B0609020204030204" pitchFamily="49" charset="0"/>
                <a:cs typeface="Consolas" panose="020B0609020204030204" pitchFamily="49" charset="0"/>
              </a:rPr>
              <a:t>        print('Game over. FAIL.')</a:t>
            </a:r>
            <a:endParaRPr lang="en-US" sz="1400">
              <a:latin typeface="Consolas" panose="020B0609020204030204" pitchFamily="49" charset="0"/>
              <a:cs typeface="Consolas" panose="020B0609020204030204" pitchFamily="49" charset="0"/>
            </a:endParaRPr>
          </a:p>
          <a:p>
            <a:pPr marL="0" indent="0" latinLnBrk="0">
              <a:spcBef>
                <a:spcPts val="0"/>
              </a:spcBef>
              <a:buNone/>
            </a:pPr>
            <a:r>
              <a:rPr lang="en-US" sz="1400">
                <a:latin typeface="Consolas" panose="020B0609020204030204" pitchFamily="49" charset="0"/>
                <a:cs typeface="Consolas" panose="020B0609020204030204" pitchFamily="49" charset="0"/>
              </a:rPr>
              <a:t>        print('The value is ', value)</a:t>
            </a:r>
            <a:endParaRPr lang="en-US" sz="1400">
              <a:latin typeface="Consolas" panose="020B0609020204030204" pitchFamily="49" charset="0"/>
              <a:cs typeface="Consolas" panose="020B0609020204030204" pitchFamily="49"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noProof="0" dirty="0">
                <a:ln>
                  <a:noFill/>
                </a:ln>
                <a:effectLst/>
                <a:uLnTx/>
                <a:uFillTx/>
                <a:sym typeface="宋体" panose="02010600030101010101" pitchFamily="2" charset="-122"/>
              </a:rPr>
              <a:t>5.7  </a:t>
            </a:r>
            <a:r>
              <a:rPr lang="zh-CN" altLang="en-US" noProof="0" dirty="0">
                <a:ln>
                  <a:noFill/>
                </a:ln>
                <a:effectLst/>
                <a:uLnTx/>
                <a:uFillTx/>
                <a:sym typeface="宋体" panose="02010600030101010101" pitchFamily="2" charset="-122"/>
              </a:rPr>
              <a:t>案例精选</a:t>
            </a:r>
            <a:endParaRPr lang="en-US"/>
          </a:p>
        </p:txBody>
      </p:sp>
      <p:sp>
        <p:nvSpPr>
          <p:cNvPr id="3" name="Content Placeholder 2"/>
          <p:cNvSpPr>
            <a:spLocks noGrp="1"/>
          </p:cNvSpPr>
          <p:nvPr>
            <p:ph idx="1"/>
          </p:nvPr>
        </p:nvSpPr>
        <p:spPr>
          <a:xfrm>
            <a:off x="338455" y="1200150"/>
            <a:ext cx="8498840" cy="3395980"/>
          </a:xfrm>
        </p:spPr>
        <p:txBody>
          <a:bodyPr/>
          <a:p>
            <a:pPr latinLnBrk="0">
              <a:lnSpc>
                <a:spcPct val="150000"/>
              </a:lnSpc>
              <a:spcBef>
                <a:spcPts val="0"/>
              </a:spcBef>
            </a:pPr>
            <a:r>
              <a:rPr lang="en-US" sz="1800" b="1">
                <a:latin typeface="Consolas" panose="020B0609020204030204" pitchFamily="49" charset="0"/>
                <a:cs typeface="Consolas" panose="020B0609020204030204" pitchFamily="49" charset="0"/>
              </a:rPr>
              <a:t>例5-13</a:t>
            </a:r>
            <a:r>
              <a:rPr lang="en-US" sz="1800">
                <a:latin typeface="Consolas" panose="020B0609020204030204" pitchFamily="49" charset="0"/>
                <a:cs typeface="Consolas" panose="020B0609020204030204" pitchFamily="49" charset="0"/>
              </a:rPr>
              <a:t>  编写函数，计算形式如a + aa + aaa + aaaa + ... + aaa...aaa的表达式的值，其中a为小于10的自然数。</a:t>
            </a:r>
            <a:endParaRPr lang="en-US" sz="1600">
              <a:latin typeface="Consolas" panose="020B0609020204030204" pitchFamily="49" charset="0"/>
              <a:cs typeface="Consolas" panose="020B0609020204030204" pitchFamily="49" charset="0"/>
            </a:endParaRPr>
          </a:p>
          <a:p>
            <a:pPr marL="0" indent="0" latinLnBrk="0">
              <a:spcBef>
                <a:spcPts val="0"/>
              </a:spcBef>
              <a:buNone/>
            </a:pPr>
            <a:r>
              <a:rPr lang="en-US" sz="1600">
                <a:latin typeface="Consolas" panose="020B0609020204030204" pitchFamily="49" charset="0"/>
                <a:cs typeface="Consolas" panose="020B0609020204030204" pitchFamily="49" charset="0"/>
              </a:rPr>
              <a:t>def demo1(a, n):</a:t>
            </a:r>
            <a:endParaRPr lang="en-US" sz="1600">
              <a:latin typeface="Consolas" panose="020B0609020204030204" pitchFamily="49" charset="0"/>
              <a:cs typeface="Consolas" panose="020B0609020204030204" pitchFamily="49" charset="0"/>
            </a:endParaRPr>
          </a:p>
          <a:p>
            <a:pPr marL="0" indent="0" latinLnBrk="0">
              <a:spcBef>
                <a:spcPts val="0"/>
              </a:spcBef>
              <a:buNone/>
            </a:pPr>
            <a:r>
              <a:rPr lang="en-US" sz="1600">
                <a:latin typeface="Consolas" panose="020B0609020204030204" pitchFamily="49" charset="0"/>
                <a:cs typeface="Consolas" panose="020B0609020204030204" pitchFamily="49" charset="0"/>
              </a:rPr>
              <a:t>    assert type(n)==int and 0&lt;=a&lt;10, 'v must be integer between 1 and 9'</a:t>
            </a:r>
            <a:endParaRPr lang="en-US" sz="1600">
              <a:latin typeface="Consolas" panose="020B0609020204030204" pitchFamily="49" charset="0"/>
              <a:cs typeface="Consolas" panose="020B0609020204030204" pitchFamily="49" charset="0"/>
            </a:endParaRPr>
          </a:p>
          <a:p>
            <a:pPr marL="0" indent="0" latinLnBrk="0">
              <a:spcBef>
                <a:spcPts val="0"/>
              </a:spcBef>
              <a:buNone/>
            </a:pPr>
            <a:r>
              <a:rPr lang="en-US" sz="1600">
                <a:latin typeface="Consolas" panose="020B0609020204030204" pitchFamily="49" charset="0"/>
                <a:cs typeface="Consolas" panose="020B0609020204030204" pitchFamily="49" charset="0"/>
              </a:rPr>
              <a:t>    a = str(a)</a:t>
            </a:r>
            <a:endParaRPr lang="en-US" sz="1600">
              <a:latin typeface="Consolas" panose="020B0609020204030204" pitchFamily="49" charset="0"/>
              <a:cs typeface="Consolas" panose="020B0609020204030204" pitchFamily="49" charset="0"/>
            </a:endParaRPr>
          </a:p>
          <a:p>
            <a:pPr marL="0" indent="0" latinLnBrk="0">
              <a:spcBef>
                <a:spcPts val="0"/>
              </a:spcBef>
              <a:buNone/>
            </a:pPr>
            <a:r>
              <a:rPr lang="en-US" sz="1600">
                <a:latin typeface="Consolas" panose="020B0609020204030204" pitchFamily="49" charset="0"/>
                <a:cs typeface="Consolas" panose="020B0609020204030204" pitchFamily="49" charset="0"/>
              </a:rPr>
              <a:t>    return sum(eval(a*i) for i in range(1,n+1))</a:t>
            </a:r>
            <a:endParaRPr lang="en-US" sz="1600">
              <a:latin typeface="Consolas" panose="020B0609020204030204" pitchFamily="49" charset="0"/>
              <a:cs typeface="Consolas" panose="020B0609020204030204" pitchFamily="49" charset="0"/>
            </a:endParaRPr>
          </a:p>
          <a:p>
            <a:pPr marL="0" indent="0" latinLnBrk="0">
              <a:spcBef>
                <a:spcPts val="0"/>
              </a:spcBef>
              <a:buNone/>
            </a:pPr>
            <a:endParaRPr lang="en-US" sz="1600">
              <a:latin typeface="Consolas" panose="020B0609020204030204" pitchFamily="49" charset="0"/>
              <a:cs typeface="Consolas" panose="020B0609020204030204" pitchFamily="49" charset="0"/>
            </a:endParaRPr>
          </a:p>
          <a:p>
            <a:pPr marL="0" indent="0" latinLnBrk="0">
              <a:spcBef>
                <a:spcPts val="0"/>
              </a:spcBef>
              <a:buNone/>
            </a:pPr>
            <a:r>
              <a:rPr lang="en-US" sz="1600">
                <a:latin typeface="Consolas" panose="020B0609020204030204" pitchFamily="49" charset="0"/>
                <a:cs typeface="Consolas" panose="020B0609020204030204" pitchFamily="49" charset="0"/>
              </a:rPr>
              <a:t>def demo2(a, n):</a:t>
            </a:r>
            <a:endParaRPr lang="en-US" sz="1600">
              <a:latin typeface="Consolas" panose="020B0609020204030204" pitchFamily="49" charset="0"/>
              <a:cs typeface="Consolas" panose="020B0609020204030204" pitchFamily="49" charset="0"/>
            </a:endParaRPr>
          </a:p>
          <a:p>
            <a:pPr marL="0" indent="0" latinLnBrk="0">
              <a:spcBef>
                <a:spcPts val="0"/>
              </a:spcBef>
              <a:buNone/>
            </a:pPr>
            <a:r>
              <a:rPr lang="en-US" sz="1600">
                <a:latin typeface="Consolas" panose="020B0609020204030204" pitchFamily="49" charset="0"/>
                <a:cs typeface="Consolas" panose="020B0609020204030204" pitchFamily="49" charset="0"/>
              </a:rPr>
              <a:t>    a = str(a)</a:t>
            </a:r>
            <a:endParaRPr lang="en-US" sz="1600">
              <a:latin typeface="Consolas" panose="020B0609020204030204" pitchFamily="49" charset="0"/>
              <a:cs typeface="Consolas" panose="020B0609020204030204" pitchFamily="49" charset="0"/>
            </a:endParaRPr>
          </a:p>
          <a:p>
            <a:pPr marL="0" indent="0" latinLnBrk="0">
              <a:spcBef>
                <a:spcPts val="0"/>
              </a:spcBef>
              <a:buNone/>
            </a:pPr>
            <a:r>
              <a:rPr lang="en-US" sz="1600">
                <a:latin typeface="Consolas" panose="020B0609020204030204" pitchFamily="49" charset="0"/>
                <a:cs typeface="Consolas" panose="020B0609020204030204" pitchFamily="49" charset="0"/>
              </a:rPr>
              <a:t>    return sum(map(lambda i:eval(a*i), range(1,n+1)))</a:t>
            </a:r>
            <a:endParaRPr lang="en-US" sz="1600">
              <a:latin typeface="Consolas" panose="020B0609020204030204" pitchFamily="49" charset="0"/>
              <a:cs typeface="Consolas" panose="020B0609020204030204" pitchFamily="49" charset="0"/>
            </a:endParaRPr>
          </a:p>
          <a:p>
            <a:pPr marL="0" indent="0" latinLnBrk="0">
              <a:spcBef>
                <a:spcPts val="0"/>
              </a:spcBef>
              <a:buNone/>
            </a:pPr>
            <a:endParaRPr lang="en-US" sz="1600">
              <a:latin typeface="Consolas" panose="020B0609020204030204" pitchFamily="49" charset="0"/>
              <a:cs typeface="Consolas" panose="020B0609020204030204" pitchFamily="49" charset="0"/>
            </a:endParaRPr>
          </a:p>
          <a:p>
            <a:pPr marL="0" indent="0" latinLnBrk="0">
              <a:spcBef>
                <a:spcPts val="0"/>
              </a:spcBef>
              <a:buNone/>
            </a:pPr>
            <a:r>
              <a:rPr lang="en-US" sz="1600">
                <a:latin typeface="Consolas" panose="020B0609020204030204" pitchFamily="49" charset="0"/>
                <a:cs typeface="Consolas" panose="020B0609020204030204" pitchFamily="49" charset="0"/>
              </a:rPr>
              <a:t>print(demo1(1, 3))</a:t>
            </a:r>
            <a:endParaRPr lang="en-US" sz="1600">
              <a:latin typeface="Consolas" panose="020B0609020204030204" pitchFamily="49" charset="0"/>
              <a:cs typeface="Consolas" panose="020B0609020204030204" pitchFamily="49" charset="0"/>
            </a:endParaRPr>
          </a:p>
          <a:p>
            <a:pPr marL="0" indent="0" latinLnBrk="0">
              <a:spcBef>
                <a:spcPts val="0"/>
              </a:spcBef>
              <a:buNone/>
            </a:pPr>
            <a:r>
              <a:rPr lang="en-US" sz="1600">
                <a:latin typeface="Consolas" panose="020B0609020204030204" pitchFamily="49" charset="0"/>
                <a:cs typeface="Consolas" panose="020B0609020204030204" pitchFamily="49" charset="0"/>
              </a:rPr>
              <a:t>print(demo2(5, 4))</a:t>
            </a:r>
            <a:endParaRPr lang="en-US" sz="1600">
              <a:latin typeface="Consolas" panose="020B0609020204030204" pitchFamily="49" charset="0"/>
              <a:cs typeface="Consolas" panose="020B0609020204030204" pitchFamily="49"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vert="horz" wrap="square" lIns="68591" tIns="34295" rIns="68591" bIns="34295"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例</a:t>
            </a:r>
            <a:r>
              <a:rPr kumimoji="0" lang="en-US" altLang="zh-CN" sz="1800" b="1" i="0" u="none" strike="noStrike" kern="1200" cap="none" spc="0" normalizeH="0" baseline="0" noProof="1">
                <a:ln>
                  <a:noFill/>
                </a:ln>
                <a:solidFill>
                  <a:schemeClr val="tx1"/>
                </a:solidFill>
                <a:effectLst/>
                <a:uLnTx/>
                <a:uFillTx/>
                <a:latin typeface="+mn-lt"/>
                <a:ea typeface="+mn-ea"/>
                <a:cs typeface="+mn-cs"/>
              </a:rPr>
              <a:t>5-14</a:t>
            </a:r>
            <a:r>
              <a:rPr kumimoji="0" lang="en-US" altLang="zh-CN" sz="1800" b="0" i="0" u="none" strike="noStrike" kern="1200" cap="none" spc="0" normalizeH="0" baseline="0" noProof="1">
                <a:ln>
                  <a:noFill/>
                </a:ln>
                <a:solidFill>
                  <a:schemeClr val="tx1"/>
                </a:solidFill>
                <a:effectLst/>
                <a:uLnTx/>
                <a:uFillTx/>
                <a:latin typeface="+mn-lt"/>
                <a:ea typeface="+mn-ea"/>
                <a:cs typeface="+mn-cs"/>
              </a:rPr>
              <a:t>  </a:t>
            </a:r>
            <a:r>
              <a:rPr kumimoji="0" lang="zh-CN" altLang="en-US" sz="1800" b="0" i="0" u="none" strike="noStrike" kern="1200" cap="none" spc="0" normalizeH="0" baseline="0" noProof="1">
                <a:ln>
                  <a:noFill/>
                </a:ln>
                <a:solidFill>
                  <a:schemeClr val="tx1"/>
                </a:solidFill>
                <a:effectLst/>
                <a:uLnTx/>
                <a:uFillTx/>
                <a:latin typeface="+mn-lt"/>
                <a:ea typeface="+mn-ea"/>
                <a:cs typeface="+mn-cs"/>
              </a:rPr>
              <a:t>组合列表中的整数，生成最小的新整数。</a:t>
            </a: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35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mn-lt"/>
                <a:ea typeface="+mn-ea"/>
                <a:cs typeface="+mn-cs"/>
              </a:rPr>
              <a:t>'''程序功能：</a:t>
            </a:r>
            <a:endParaRPr kumimoji="0" lang="zh-CN" altLang="en-US" sz="16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mn-lt"/>
                <a:ea typeface="+mn-ea"/>
                <a:cs typeface="+mn-cs"/>
              </a:rPr>
              <a:t>   给定一个含有多个整数的列表，将这些整数任意组合和连接，</a:t>
            </a:r>
            <a:endParaRPr kumimoji="0" lang="zh-CN" altLang="en-US" sz="16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mn-lt"/>
                <a:ea typeface="+mn-ea"/>
                <a:cs typeface="+mn-cs"/>
              </a:rPr>
              <a:t>   返回能得到的最小值。</a:t>
            </a:r>
            <a:endParaRPr kumimoji="0" lang="zh-CN" altLang="en-US" sz="16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mn-lt"/>
                <a:ea typeface="+mn-ea"/>
                <a:cs typeface="+mn-cs"/>
              </a:rPr>
              <a:t>   代码思路：</a:t>
            </a:r>
            <a:endParaRPr kumimoji="0" lang="zh-CN" altLang="en-US" sz="16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mn-lt"/>
                <a:ea typeface="+mn-ea"/>
                <a:cs typeface="+mn-cs"/>
              </a:rPr>
              <a:t>   将这些整数变为相同长度（按最大的进行统一），短的右侧使用个位数补齐</a:t>
            </a:r>
            <a:endParaRPr kumimoji="0" lang="zh-CN" altLang="en-US" sz="16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mn-lt"/>
                <a:ea typeface="+mn-ea"/>
                <a:cs typeface="+mn-cs"/>
              </a:rPr>
              <a:t>   然后将这些新的数字升序排列，将低位补齐的数字删掉，</a:t>
            </a:r>
            <a:endParaRPr kumimoji="0" lang="zh-CN" altLang="en-US" sz="16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mn-lt"/>
                <a:ea typeface="+mn-ea"/>
                <a:cs typeface="+mn-cs"/>
              </a:rPr>
              <a:t>   把剩下的数字连接起来，即可得到满足要求的数字'''</a:t>
            </a:r>
            <a:endParaRPr kumimoji="0" lang="zh-CN" altLang="en-US" sz="1600" b="0" i="0" u="none" strike="noStrike" kern="1200" cap="none" spc="0" normalizeH="0" baseline="0" noProof="1">
              <a:ln>
                <a:noFill/>
              </a:ln>
              <a:solidFill>
                <a:schemeClr val="tx1"/>
              </a:solidFill>
              <a:effectLst/>
              <a:uLnTx/>
              <a:uFillTx/>
              <a:latin typeface="+mn-lt"/>
              <a:ea typeface="+mn-ea"/>
              <a:cs typeface="+mn-cs"/>
            </a:endParaRPr>
          </a:p>
        </p:txBody>
      </p:sp>
      <p:sp>
        <p:nvSpPr>
          <p:cNvPr id="106498"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Content Placeholder 2"/>
          <p:cNvSpPr>
            <a:spLocks noGrp="1"/>
          </p:cNvSpPr>
          <p:nvPr>
            <p:ph idx="1"/>
          </p:nvPr>
        </p:nvSpPr>
        <p:spPr/>
        <p:txBody>
          <a:bodyPr wrap="square" lIns="68591" tIns="34295" rIns="68591" bIns="34295" anchor="t"/>
          <a:lstStyle/>
          <a:p>
            <a:pPr marL="0" indent="0" eaLnBrk="1" latinLnBrk="0" hangingPunct="1">
              <a:spcBef>
                <a:spcPts val="0"/>
              </a:spcBef>
              <a:buNone/>
            </a:pPr>
            <a:r>
              <a:rPr lang="en-US" altLang="en-US" sz="1400" dirty="0">
                <a:latin typeface="Consolas" panose="020B0609020204030204" pitchFamily="49" charset="0"/>
              </a:rPr>
              <a:t>def mergeMinValue(lst):</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    # 生成字符串列表</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    lst = list(map(str, lst))</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    # 最长的数字长度</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    m = len(max(lst, key=len))</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    # 根据原来的整数得到新的列表，改造形式</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    newLst = [(i,i+i[-1]*(m-len(i))) for i in lst]</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    # 根据补齐的数字字符串进行排序</a:t>
            </a:r>
            <a:endParaRPr lang="zh-CN"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    newLst.sort(key=lambda item:(item[1],-int(item[0])))</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    # 对原来的数字进行拼接</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    result = ''.join((item[0] for item in newLst))</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    print(newLst)</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    # 返回结果</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    return int(result)</a:t>
            </a:r>
            <a:endParaRPr lang="en-US" altLang="en-US" sz="1400" dirty="0">
              <a:latin typeface="Consolas" panose="020B0609020204030204" pitchFamily="49" charset="0"/>
            </a:endParaRPr>
          </a:p>
          <a:p>
            <a:pPr marL="0" indent="0" eaLnBrk="1" latinLnBrk="0" hangingPunct="1">
              <a:spcBef>
                <a:spcPts val="0"/>
              </a:spcBef>
              <a:buNone/>
            </a:pP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lst = [321, 30, 32, 300]</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print(mergeMinValue(lst))</a:t>
            </a:r>
            <a:endParaRPr lang="en-US" altLang="en-US" sz="1400" dirty="0">
              <a:latin typeface="Consolas" panose="020B0609020204030204" pitchFamily="49" charset="0"/>
            </a:endParaRPr>
          </a:p>
        </p:txBody>
      </p:sp>
      <p:sp>
        <p:nvSpPr>
          <p:cNvPr id="107522"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3" name="内容占位符 2"/>
          <p:cNvSpPr>
            <a:spLocks noGrp="1"/>
          </p:cNvSpPr>
          <p:nvPr>
            <p:ph idx="1"/>
          </p:nvPr>
        </p:nvSpPr>
        <p:spPr>
          <a:xfrm>
            <a:off x="316865" y="1207135"/>
            <a:ext cx="8684260" cy="3395980"/>
          </a:xfrm>
        </p:spPr>
        <p:txBody>
          <a:bodyPr vert="horz" wrap="square" lIns="68591" tIns="34295" rIns="68591" bIns="34295"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1800" b="0" i="0" u="none" strike="noStrike" kern="1200" cap="none" spc="0" normalizeH="0" baseline="0" noProof="1">
                <a:ln>
                  <a:noFill/>
                </a:ln>
                <a:solidFill>
                  <a:schemeClr val="tx1"/>
                </a:solidFill>
                <a:effectLst/>
                <a:uLnTx/>
                <a:uFillTx/>
                <a:latin typeface="+mn-lt"/>
                <a:ea typeface="+mn-ea"/>
                <a:cs typeface="+mn-cs"/>
              </a:rPr>
              <a:t>使用</a:t>
            </a:r>
            <a:r>
              <a:rPr kumimoji="0" lang="en-US" altLang="zh-CN" sz="1800" b="0" i="0" u="none" strike="noStrike" kern="1200" cap="none" spc="0" normalizeH="0" baseline="0" noProof="1">
                <a:ln>
                  <a:noFill/>
                </a:ln>
                <a:solidFill>
                  <a:schemeClr val="tx1"/>
                </a:solidFill>
                <a:effectLst/>
                <a:uLnTx/>
                <a:uFillTx/>
                <a:latin typeface="+mn-lt"/>
                <a:ea typeface="+mn-ea"/>
                <a:cs typeface="+mn-cs"/>
              </a:rPr>
              <a:t>sorted()</a:t>
            </a:r>
            <a:r>
              <a:rPr kumimoji="0" lang="zh-CN" altLang="en-US" sz="1800" b="0" i="0" u="none" strike="noStrike" kern="1200" cap="none" spc="0" normalizeH="0" baseline="0" noProof="1">
                <a:ln>
                  <a:noFill/>
                </a:ln>
                <a:solidFill>
                  <a:schemeClr val="tx1"/>
                </a:solidFill>
                <a:effectLst/>
                <a:uLnTx/>
                <a:uFillTx/>
                <a:latin typeface="+mn-lt"/>
                <a:ea typeface="+mn-ea"/>
                <a:cs typeface="+mn-cs"/>
              </a:rPr>
              <a:t>函数的</a:t>
            </a:r>
            <a:r>
              <a:rPr kumimoji="0" lang="en-US" altLang="zh-CN" sz="1800" b="0" i="0" u="none" strike="noStrike" kern="1200" cap="none" spc="0" normalizeH="0" baseline="0" noProof="1">
                <a:ln>
                  <a:noFill/>
                </a:ln>
                <a:solidFill>
                  <a:schemeClr val="tx1"/>
                </a:solidFill>
                <a:effectLst/>
                <a:uLnTx/>
                <a:uFillTx/>
                <a:latin typeface="+mn-lt"/>
                <a:ea typeface="+mn-ea"/>
                <a:cs typeface="+mn-cs"/>
              </a:rPr>
              <a:t>key</a:t>
            </a:r>
            <a:r>
              <a:rPr kumimoji="0" lang="zh-CN" altLang="en-US" sz="1800" b="0" i="0" u="none" strike="noStrike" kern="1200" cap="none" spc="0" normalizeH="0" baseline="0" noProof="1">
                <a:ln>
                  <a:noFill/>
                </a:ln>
                <a:solidFill>
                  <a:schemeClr val="tx1"/>
                </a:solidFill>
                <a:effectLst/>
                <a:uLnTx/>
                <a:uFillTx/>
                <a:latin typeface="+mn-lt"/>
                <a:ea typeface="+mn-ea"/>
                <a:cs typeface="+mn-cs"/>
              </a:rPr>
              <a:t>参数实现上面的算法。</a:t>
            </a: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print(int(''.join(map(str,</a:t>
            </a:r>
            <a:endParaRPr kumimoji="0" lang="zh-CN" alt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                      sorted(lst,</a:t>
            </a:r>
            <a:endParaRPr kumimoji="0" lang="zh-CN" alt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                             key=lambda x: (str(x).ljust(max(map(lambda i: len(str(i)),</a:t>
            </a:r>
            <a:endParaRPr kumimoji="0" lang="zh-CN" alt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                                                                 lst)),</a:t>
            </a:r>
            <a:endParaRPr kumimoji="0" lang="zh-CN" alt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                                                         str(x</a:t>
            </a:r>
            <a:r>
              <a:rPr kumimoji="0" lang="zh-CN" altLang="en-US" sz="1400" b="0" i="0" u="none" strike="noStrike" kern="1200" cap="none" spc="0" normalizeH="0" baseline="0" noProof="1" smtClean="0">
                <a:ln>
                  <a:noFill/>
                </a:ln>
                <a:solidFill>
                  <a:schemeClr val="tx1"/>
                </a:solidFill>
                <a:effectLst/>
                <a:uLnTx/>
                <a:uFillTx/>
                <a:latin typeface="Consolas" panose="020B0609020204030204" pitchFamily="49" charset="0"/>
                <a:ea typeface="+mn-ea"/>
                <a:cs typeface="Consolas" panose="020B0609020204030204" pitchFamily="49" charset="0"/>
              </a:rPr>
              <a:t>)[</a:t>
            </a:r>
            <a:r>
              <a:rPr kumimoji="0" lang="en-US" altLang="zh-CN" sz="1400" b="0" i="0" u="none" strike="noStrike" kern="1200" cap="none" spc="0" normalizeH="0" baseline="0" noProof="1" smtClean="0">
                <a:ln>
                  <a:noFill/>
                </a:ln>
                <a:solidFill>
                  <a:schemeClr val="tx1"/>
                </a:solidFill>
                <a:effectLst/>
                <a:uLnTx/>
                <a:uFillTx/>
                <a:latin typeface="Consolas" panose="020B0609020204030204" pitchFamily="49" charset="0"/>
                <a:ea typeface="+mn-ea"/>
                <a:cs typeface="Consolas" panose="020B0609020204030204" pitchFamily="49" charset="0"/>
              </a:rPr>
              <a:t>-1</a:t>
            </a:r>
            <a:r>
              <a:rPr kumimoji="0" lang="zh-CN" altLang="en-US" sz="1400" b="0" i="0" u="none" strike="noStrike" kern="1200" cap="none" spc="0" normalizeH="0" baseline="0" noProof="1" smtClean="0">
                <a:ln>
                  <a:noFill/>
                </a:ln>
                <a:solidFill>
                  <a:schemeClr val="tx1"/>
                </a:solidFill>
                <a:effectLst/>
                <a:uLnTx/>
                <a:uFillTx/>
                <a:latin typeface="Consolas" panose="020B0609020204030204" pitchFamily="49" charset="0"/>
                <a:ea typeface="+mn-ea"/>
                <a:cs typeface="Consolas" panose="020B0609020204030204" pitchFamily="49" charset="0"/>
              </a:rPr>
              <a:t>]),</a:t>
            </a:r>
            <a:endParaRPr kumimoji="0" lang="zh-CN" alt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                                            -x)</a:t>
            </a:r>
            <a:endParaRPr kumimoji="0" lang="zh-CN" alt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                             )</a:t>
            </a:r>
            <a:endParaRPr kumimoji="0" lang="zh-CN" alt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                      )</a:t>
            </a:r>
            <a:endParaRPr kumimoji="0" lang="zh-CN" alt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                  )</a:t>
            </a:r>
            <a:endParaRPr kumimoji="0" lang="zh-CN" alt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          )</a:t>
            </a:r>
            <a:endParaRPr kumimoji="0" lang="zh-CN" alt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      )</a:t>
            </a:r>
            <a:endParaRPr kumimoji="0" lang="zh-CN" alt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案例精选</a:t>
            </a:r>
            <a:endParaRPr kumimoji="0" lang="en-US" altLang="zh-CN"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3" name="内容占位符 2"/>
          <p:cNvSpPr>
            <a:spLocks noGrp="1"/>
          </p:cNvSpPr>
          <p:nvPr>
            <p:ph idx="1"/>
          </p:nvPr>
        </p:nvSpPr>
        <p:spPr/>
        <p:txBody>
          <a:bodyPr vert="horz" wrap="square" lIns="68591" tIns="34295" rIns="68591" bIns="34295"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1800" b="0" i="0" u="none" strike="noStrike" kern="1200" cap="none" spc="0" normalizeH="0" baseline="0" noProof="1">
                <a:ln>
                  <a:noFill/>
                </a:ln>
                <a:solidFill>
                  <a:schemeClr val="tx1"/>
                </a:solidFill>
                <a:effectLst/>
                <a:uLnTx/>
                <a:uFillTx/>
                <a:latin typeface="+mn-lt"/>
                <a:ea typeface="+mn-ea"/>
                <a:cs typeface="+mn-cs"/>
              </a:rPr>
              <a:t>枚举法查找最小数。</a:t>
            </a: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from itertools import permutations</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print(min(map(lambda item:int(''.join(map(str, item))),</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              permutations(lst, len(lst))</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              )</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          )</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      )</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3" name="内容占位符 2"/>
          <p:cNvSpPr>
            <a:spLocks noGrp="1"/>
          </p:cNvSpPr>
          <p:nvPr>
            <p:ph idx="1"/>
          </p:nvPr>
        </p:nvSpPr>
        <p:spPr/>
        <p:txBody>
          <a:bodyPr vert="horz" wrap="square" lIns="68591" tIns="34295" rIns="68591" bIns="34295"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1800" b="0" i="0" u="none" strike="noStrike" kern="1200" cap="none" spc="0" normalizeH="0" baseline="0" noProof="1">
                <a:ln>
                  <a:noFill/>
                </a:ln>
                <a:solidFill>
                  <a:schemeClr val="tx1"/>
                </a:solidFill>
                <a:effectLst/>
                <a:uLnTx/>
                <a:uFillTx/>
                <a:latin typeface="+mn-lt"/>
                <a:ea typeface="+mn-ea"/>
                <a:cs typeface="+mn-cs"/>
              </a:rPr>
              <a:t>妙用</a:t>
            </a:r>
            <a:r>
              <a:rPr kumimoji="0" lang="en-US" altLang="zh-CN" sz="1800" b="0" i="0" u="none" strike="noStrike" kern="1200" cap="none" spc="0" normalizeH="0" baseline="0" noProof="1">
                <a:ln>
                  <a:noFill/>
                </a:ln>
                <a:solidFill>
                  <a:schemeClr val="tx1"/>
                </a:solidFill>
                <a:effectLst/>
                <a:uLnTx/>
                <a:uFillTx/>
                <a:latin typeface="+mn-lt"/>
                <a:ea typeface="+mn-ea"/>
                <a:cs typeface="+mn-cs"/>
              </a:rPr>
              <a:t>key</a:t>
            </a:r>
            <a:r>
              <a:rPr kumimoji="0" lang="zh-CN" altLang="en-US" sz="1800" b="0" i="0" u="none" strike="noStrike" kern="1200" cap="none" spc="0" normalizeH="0" baseline="0" noProof="1">
                <a:ln>
                  <a:noFill/>
                </a:ln>
                <a:solidFill>
                  <a:schemeClr val="tx1"/>
                </a:solidFill>
                <a:effectLst/>
                <a:uLnTx/>
                <a:uFillTx/>
                <a:latin typeface="+mn-lt"/>
                <a:ea typeface="+mn-ea"/>
                <a:cs typeface="+mn-cs"/>
              </a:rPr>
              <a:t>参数。</a:t>
            </a: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from functools import cmp_to_key</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print(int(''.join(sorted(map(str, lst),</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                         key=cmp_to_key(lambda x,y:int(x+y)-int(y+x))</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                         )</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                  )</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          )</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rPr>
              <a:t>      )</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Consolas" panose="020B0609020204030204" pitchFamily="49" charset="0"/>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内容占位符 2"/>
          <p:cNvSpPr>
            <a:spLocks noGrp="1"/>
          </p:cNvSpPr>
          <p:nvPr>
            <p:ph idx="1"/>
          </p:nvPr>
        </p:nvSpPr>
        <p:spPr/>
        <p:txBody>
          <a:bodyPr wrap="square" lIns="68591" tIns="34295" rIns="68591" bIns="34295" anchor="t"/>
          <a:lstStyle/>
          <a:p>
            <a:pPr eaLnBrk="1" fontAlgn="base" hangingPunct="1">
              <a:lnSpc>
                <a:spcPct val="150000"/>
              </a:lnSpc>
              <a:spcBef>
                <a:spcPts val="600"/>
              </a:spcBef>
            </a:pPr>
            <a:r>
              <a:rPr lang="zh-CN" altLang="en-US" sz="1800" b="1" strike="noStrike" noProof="1"/>
              <a:t>例</a:t>
            </a:r>
            <a:r>
              <a:rPr lang="en-US" altLang="zh-CN" sz="1800" b="1" strike="noStrike" noProof="1"/>
              <a:t>5-15</a:t>
            </a:r>
            <a:r>
              <a:rPr lang="en-US" altLang="zh-CN" sz="1800" strike="noStrike" noProof="1"/>
              <a:t>  编写程序模拟抓狐狸的小游戏。假设一共有一排5个洞口，小狐狸最开始的时候在其中一个洞口，然后人随机打开一个洞口，如果里面有小狐狸就抓到了。如果洞口里没有小狐狸就明天再来抓，但是第二天小狐狸会在有人来抓之前跳到隔壁洞口里。</a:t>
            </a:r>
            <a:endParaRPr lang="en-US" altLang="zh-CN" sz="1800" strike="noStrike" noProof="1"/>
          </a:p>
          <a:p>
            <a:pPr eaLnBrk="1" fontAlgn="base" hangingPunct="1">
              <a:lnSpc>
                <a:spcPct val="150000"/>
              </a:lnSpc>
              <a:spcBef>
                <a:spcPts val="600"/>
              </a:spcBef>
              <a:buNone/>
            </a:pPr>
            <a:endParaRPr lang="en-US" altLang="zh-CN" sz="1350" strike="noStrike" noProof="1">
              <a:hlinkClick r:id="rId1" action="ppaction://hlinkfile"/>
            </a:endParaRPr>
          </a:p>
          <a:p>
            <a:pPr eaLnBrk="1" fontAlgn="base" hangingPunct="1">
              <a:lnSpc>
                <a:spcPct val="150000"/>
              </a:lnSpc>
              <a:spcBef>
                <a:spcPts val="600"/>
              </a:spcBef>
              <a:buNone/>
            </a:pPr>
            <a:r>
              <a:rPr lang="en-US" altLang="zh-CN" sz="1350" strike="noStrike" noProof="1">
                <a:hlinkClick r:id="rId1" action="ppaction://hlinkfile"/>
              </a:rPr>
              <a:t>code\抓狐狸.py</a:t>
            </a:r>
            <a:endParaRPr lang="en-US" altLang="zh-CN" sz="1350" strike="noStrike" noProof="1">
              <a:hlinkClick r:id="rId1" action="ppaction://hlinkfile"/>
            </a:endParaRPr>
          </a:p>
          <a:p>
            <a:pPr eaLnBrk="1" fontAlgn="base" hangingPunct="1">
              <a:lnSpc>
                <a:spcPct val="150000"/>
              </a:lnSpc>
              <a:spcBef>
                <a:spcPts val="600"/>
              </a:spcBef>
              <a:buNone/>
            </a:pPr>
            <a:r>
              <a:rPr lang="en-US" altLang="zh-CN" sz="1350" strike="noStrike" noProof="1">
                <a:hlinkClick r:id="rId2" action="ppaction://hlinkfile"/>
              </a:rPr>
              <a:t>code\抓狐狸2.py</a:t>
            </a:r>
            <a:endParaRPr lang="en-US" altLang="zh-CN" sz="1350" strike="noStrike" noProof="1"/>
          </a:p>
        </p:txBody>
      </p:sp>
      <p:sp>
        <p:nvSpPr>
          <p:cNvPr id="111618"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内容占位符 2"/>
          <p:cNvSpPr>
            <a:spLocks noGrp="1"/>
          </p:cNvSpPr>
          <p:nvPr>
            <p:ph idx="1"/>
          </p:nvPr>
        </p:nvSpPr>
        <p:spPr/>
        <p:txBody>
          <a:bodyPr wrap="square" lIns="68591" tIns="34295" rIns="68591" bIns="34295" anchor="t"/>
          <a:lstStyle/>
          <a:p>
            <a:pPr eaLnBrk="1" fontAlgn="base" hangingPunct="1">
              <a:lnSpc>
                <a:spcPct val="150000"/>
              </a:lnSpc>
              <a:spcBef>
                <a:spcPct val="0"/>
              </a:spcBef>
            </a:pPr>
            <a:r>
              <a:rPr lang="zh-CN" altLang="en-US" sz="1800" b="1" strike="noStrike" noProof="1"/>
              <a:t>例</a:t>
            </a:r>
            <a:r>
              <a:rPr lang="en-US" altLang="zh-CN" sz="1800" b="1" strike="noStrike" noProof="1"/>
              <a:t>5-16</a:t>
            </a:r>
            <a:r>
              <a:rPr lang="en-US" altLang="zh-CN" sz="1800" strike="noStrike" noProof="1"/>
              <a:t>  </a:t>
            </a:r>
            <a:r>
              <a:rPr lang="zh-CN" altLang="en-US" sz="1800" strike="noStrike" noProof="1"/>
              <a:t>编写程序，模拟报数游戏。有n个人围成一圈，顺序编号，从第一个人开始从1到k（假设k=3）报数，报到k的人退出圈子，然后圈子缩小，从下一个人继续游戏，问最后留下的是原来的第几号。</a:t>
            </a:r>
            <a:endParaRPr lang="zh-CN" altLang="en-US" sz="1350" strike="noStrike" noProof="1"/>
          </a:p>
        </p:txBody>
      </p:sp>
      <p:sp>
        <p:nvSpPr>
          <p:cNvPr id="112642"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noProof="0" smtClean="0">
                <a:ln>
                  <a:noFill/>
                </a:ln>
                <a:effectLst/>
                <a:uLnTx/>
                <a:uFillTx/>
                <a:sym typeface="宋体" panose="02010600030101010101" pitchFamily="2" charset="-122"/>
              </a:rPr>
              <a:t>5.7  </a:t>
            </a:r>
            <a:r>
              <a:rPr lang="zh-CN" altLang="en-US" noProof="0" smtClean="0">
                <a:ln>
                  <a:noFill/>
                </a:ln>
                <a:effectLst/>
                <a:uLnTx/>
                <a:uFillTx/>
                <a:sym typeface="宋体" panose="02010600030101010101" pitchFamily="2" charset="-122"/>
              </a:rPr>
              <a:t>案例精选</a:t>
            </a:r>
            <a:endParaRPr lang="zh-CN" altLang="en-US"/>
          </a:p>
        </p:txBody>
      </p:sp>
      <p:sp>
        <p:nvSpPr>
          <p:cNvPr id="3" name="内容占位符 2"/>
          <p:cNvSpPr>
            <a:spLocks noGrp="1"/>
          </p:cNvSpPr>
          <p:nvPr>
            <p:ph idx="1"/>
          </p:nvPr>
        </p:nvSpPr>
        <p:spPr/>
        <p:txBody>
          <a:bodyPr/>
          <a:p>
            <a:pPr marL="0" indent="0" latinLnBrk="0">
              <a:spcBef>
                <a:spcPts val="0"/>
              </a:spcBef>
              <a:buNone/>
            </a:pPr>
            <a:r>
              <a:rPr lang="zh-CN" altLang="en-US" sz="1600">
                <a:latin typeface="Consolas" panose="020B0609020204030204" pitchFamily="49" charset="0"/>
                <a:cs typeface="Consolas" panose="020B0609020204030204" pitchFamily="49" charset="0"/>
              </a:rPr>
              <a:t>def demo(lst, k):</a:t>
            </a:r>
            <a:endParaRPr lang="zh-CN" altLang="en-US" sz="1600">
              <a:latin typeface="Consolas" panose="020B0609020204030204" pitchFamily="49" charset="0"/>
              <a:cs typeface="Consolas" panose="020B0609020204030204" pitchFamily="49" charset="0"/>
            </a:endParaRPr>
          </a:p>
          <a:p>
            <a:pPr marL="0" indent="0" latinLnBrk="0">
              <a:spcBef>
                <a:spcPts val="0"/>
              </a:spcBef>
              <a:buNone/>
            </a:pPr>
            <a:r>
              <a:rPr lang="zh-CN" altLang="en-US" sz="1600">
                <a:latin typeface="Consolas" panose="020B0609020204030204" pitchFamily="49" charset="0"/>
                <a:cs typeface="Consolas" panose="020B0609020204030204" pitchFamily="49" charset="0"/>
              </a:rPr>
              <a:t>    #切片，以免影响原来的数据</a:t>
            </a:r>
            <a:endParaRPr lang="zh-CN" altLang="en-US" sz="1600">
              <a:latin typeface="Consolas" panose="020B0609020204030204" pitchFamily="49" charset="0"/>
              <a:cs typeface="Consolas" panose="020B0609020204030204" pitchFamily="49" charset="0"/>
            </a:endParaRPr>
          </a:p>
          <a:p>
            <a:pPr marL="0" indent="0" latinLnBrk="0">
              <a:spcBef>
                <a:spcPts val="0"/>
              </a:spcBef>
              <a:buNone/>
            </a:pPr>
            <a:r>
              <a:rPr lang="zh-CN" altLang="en-US" sz="1600">
                <a:latin typeface="Consolas" panose="020B0609020204030204" pitchFamily="49" charset="0"/>
                <a:cs typeface="Consolas" panose="020B0609020204030204" pitchFamily="49" charset="0"/>
              </a:rPr>
              <a:t>    t_lst = lst[:]    </a:t>
            </a:r>
            <a:endParaRPr lang="zh-CN" altLang="en-US" sz="1600">
              <a:latin typeface="Consolas" panose="020B0609020204030204" pitchFamily="49" charset="0"/>
              <a:cs typeface="Consolas" panose="020B0609020204030204" pitchFamily="49" charset="0"/>
            </a:endParaRPr>
          </a:p>
          <a:p>
            <a:pPr marL="0" indent="0" latinLnBrk="0">
              <a:spcBef>
                <a:spcPts val="0"/>
              </a:spcBef>
              <a:buNone/>
            </a:pPr>
            <a:r>
              <a:rPr lang="zh-CN" altLang="en-US" sz="1600">
                <a:latin typeface="Consolas" panose="020B0609020204030204" pitchFamily="49" charset="0"/>
                <a:cs typeface="Consolas" panose="020B0609020204030204" pitchFamily="49" charset="0"/>
              </a:rPr>
              <a:t>    #游戏一直进行到只剩下最后一个人</a:t>
            </a:r>
            <a:endParaRPr lang="zh-CN" altLang="en-US" sz="1600">
              <a:latin typeface="Consolas" panose="020B0609020204030204" pitchFamily="49" charset="0"/>
              <a:cs typeface="Consolas" panose="020B0609020204030204" pitchFamily="49" charset="0"/>
            </a:endParaRPr>
          </a:p>
          <a:p>
            <a:pPr marL="0" indent="0" latinLnBrk="0">
              <a:spcBef>
                <a:spcPts val="0"/>
              </a:spcBef>
              <a:buNone/>
            </a:pPr>
            <a:r>
              <a:rPr lang="zh-CN" altLang="en-US" sz="1600">
                <a:latin typeface="Consolas" panose="020B0609020204030204" pitchFamily="49" charset="0"/>
                <a:cs typeface="Consolas" panose="020B0609020204030204" pitchFamily="49" charset="0"/>
              </a:rPr>
              <a:t>    num = len(t_lst)</a:t>
            </a:r>
            <a:endParaRPr lang="zh-CN" altLang="en-US" sz="1600">
              <a:latin typeface="Consolas" panose="020B0609020204030204" pitchFamily="49" charset="0"/>
              <a:cs typeface="Consolas" panose="020B0609020204030204" pitchFamily="49" charset="0"/>
            </a:endParaRPr>
          </a:p>
          <a:p>
            <a:pPr marL="0" indent="0" latinLnBrk="0">
              <a:spcBef>
                <a:spcPts val="0"/>
              </a:spcBef>
              <a:buNone/>
            </a:pPr>
            <a:r>
              <a:rPr lang="zh-CN" altLang="en-US" sz="1600">
                <a:latin typeface="Consolas" panose="020B0609020204030204" pitchFamily="49" charset="0"/>
                <a:cs typeface="Consolas" panose="020B0609020204030204" pitchFamily="49" charset="0"/>
              </a:rPr>
              <a:t>    for i in range(num-1):</a:t>
            </a:r>
            <a:endParaRPr lang="zh-CN" altLang="en-US" sz="1600">
              <a:latin typeface="Consolas" panose="020B0609020204030204" pitchFamily="49" charset="0"/>
              <a:cs typeface="Consolas" panose="020B0609020204030204" pitchFamily="49" charset="0"/>
            </a:endParaRPr>
          </a:p>
          <a:p>
            <a:pPr marL="0" indent="0" latinLnBrk="0">
              <a:spcBef>
                <a:spcPts val="0"/>
              </a:spcBef>
              <a:buNone/>
            </a:pPr>
            <a:r>
              <a:rPr lang="zh-CN" altLang="en-US" sz="1600">
                <a:latin typeface="Consolas" panose="020B0609020204030204" pitchFamily="49" charset="0"/>
                <a:cs typeface="Consolas" panose="020B0609020204030204" pitchFamily="49" charset="0"/>
              </a:rPr>
              <a:t>        for j in range(k-1):</a:t>
            </a:r>
            <a:endParaRPr lang="zh-CN" altLang="en-US" sz="1600">
              <a:latin typeface="Consolas" panose="020B0609020204030204" pitchFamily="49" charset="0"/>
              <a:cs typeface="Consolas" panose="020B0609020204030204" pitchFamily="49" charset="0"/>
            </a:endParaRPr>
          </a:p>
          <a:p>
            <a:pPr marL="0" indent="0" latinLnBrk="0">
              <a:spcBef>
                <a:spcPts val="0"/>
              </a:spcBef>
              <a:buNone/>
            </a:pPr>
            <a:r>
              <a:rPr lang="zh-CN" altLang="en-US" sz="1600">
                <a:latin typeface="Consolas" panose="020B0609020204030204" pitchFamily="49" charset="0"/>
                <a:cs typeface="Consolas" panose="020B0609020204030204" pitchFamily="49" charset="0"/>
              </a:rPr>
              <a:t>            t_lst.append(t_lst.pop(0))</a:t>
            </a:r>
            <a:endParaRPr lang="zh-CN" altLang="en-US" sz="1600">
              <a:latin typeface="Consolas" panose="020B0609020204030204" pitchFamily="49" charset="0"/>
              <a:cs typeface="Consolas" panose="020B0609020204030204" pitchFamily="49" charset="0"/>
            </a:endParaRPr>
          </a:p>
          <a:p>
            <a:pPr marL="0" indent="0" latinLnBrk="0">
              <a:spcBef>
                <a:spcPts val="0"/>
              </a:spcBef>
              <a:buNone/>
            </a:pPr>
            <a:r>
              <a:rPr lang="zh-CN" altLang="en-US" sz="1600">
                <a:latin typeface="Consolas" panose="020B0609020204030204" pitchFamily="49" charset="0"/>
                <a:cs typeface="Consolas" panose="020B0609020204030204" pitchFamily="49" charset="0"/>
              </a:rPr>
              <a:t>        t_lst.pop(0)        </a:t>
            </a:r>
            <a:endParaRPr lang="zh-CN" altLang="en-US" sz="1600">
              <a:latin typeface="Consolas" panose="020B0609020204030204" pitchFamily="49" charset="0"/>
              <a:cs typeface="Consolas" panose="020B0609020204030204" pitchFamily="49" charset="0"/>
            </a:endParaRPr>
          </a:p>
          <a:p>
            <a:pPr marL="0" indent="0" latinLnBrk="0">
              <a:spcBef>
                <a:spcPts val="0"/>
              </a:spcBef>
              <a:buNone/>
            </a:pPr>
            <a:r>
              <a:rPr lang="zh-CN" altLang="en-US" sz="1600">
                <a:latin typeface="Consolas" panose="020B0609020204030204" pitchFamily="49" charset="0"/>
                <a:cs typeface="Consolas" panose="020B0609020204030204" pitchFamily="49" charset="0"/>
              </a:rPr>
              <a:t>    #游戏结束</a:t>
            </a:r>
            <a:endParaRPr lang="zh-CN" altLang="en-US" sz="1600">
              <a:latin typeface="Consolas" panose="020B0609020204030204" pitchFamily="49" charset="0"/>
              <a:cs typeface="Consolas" panose="020B0609020204030204" pitchFamily="49" charset="0"/>
            </a:endParaRPr>
          </a:p>
          <a:p>
            <a:pPr marL="0" indent="0" latinLnBrk="0">
              <a:spcBef>
                <a:spcPts val="0"/>
              </a:spcBef>
              <a:buNone/>
            </a:pPr>
            <a:r>
              <a:rPr lang="zh-CN" altLang="en-US" sz="1600">
                <a:latin typeface="Consolas" panose="020B0609020204030204" pitchFamily="49" charset="0"/>
                <a:cs typeface="Consolas" panose="020B0609020204030204" pitchFamily="49" charset="0"/>
              </a:rPr>
              <a:t>    return t_lst[0]</a:t>
            </a:r>
            <a:endParaRPr lang="zh-CN" altLang="en-US" sz="1600">
              <a:latin typeface="Consolas" panose="020B0609020204030204" pitchFamily="49" charset="0"/>
              <a:cs typeface="Consolas" panose="020B0609020204030204" pitchFamily="49" charset="0"/>
            </a:endParaRPr>
          </a:p>
          <a:p>
            <a:pPr marL="0" indent="0" latinLnBrk="0">
              <a:spcBef>
                <a:spcPts val="0"/>
              </a:spcBef>
              <a:buNone/>
            </a:pPr>
            <a:endParaRPr lang="zh-CN" altLang="en-US" sz="1600">
              <a:latin typeface="Consolas" panose="020B0609020204030204" pitchFamily="49" charset="0"/>
              <a:cs typeface="Consolas" panose="020B0609020204030204" pitchFamily="49" charset="0"/>
            </a:endParaRPr>
          </a:p>
          <a:p>
            <a:pPr marL="0" indent="0" latinLnBrk="0">
              <a:spcBef>
                <a:spcPts val="0"/>
              </a:spcBef>
              <a:buNone/>
            </a:pPr>
            <a:r>
              <a:rPr lang="zh-CN" altLang="en-US" sz="1600">
                <a:latin typeface="Consolas" panose="020B0609020204030204" pitchFamily="49" charset="0"/>
                <a:cs typeface="Consolas" panose="020B0609020204030204" pitchFamily="49" charset="0"/>
              </a:rPr>
              <a:t>lst = list(range(1,11))</a:t>
            </a:r>
            <a:endParaRPr lang="zh-CN" altLang="en-US" sz="1600">
              <a:latin typeface="Consolas" panose="020B0609020204030204" pitchFamily="49" charset="0"/>
              <a:cs typeface="Consolas" panose="020B0609020204030204" pitchFamily="49" charset="0"/>
            </a:endParaRPr>
          </a:p>
          <a:p>
            <a:pPr marL="0" indent="0" latinLnBrk="0">
              <a:spcBef>
                <a:spcPts val="0"/>
              </a:spcBef>
              <a:buNone/>
            </a:pPr>
            <a:r>
              <a:rPr lang="zh-CN" altLang="en-US" sz="1600">
                <a:latin typeface="Consolas" panose="020B0609020204030204" pitchFamily="49" charset="0"/>
                <a:cs typeface="Consolas" panose="020B0609020204030204" pitchFamily="49" charset="0"/>
              </a:rPr>
              <a:t>print(demo(lst, 3))</a:t>
            </a:r>
            <a:endParaRPr lang="zh-CN" altLang="en-US" sz="1600">
              <a:latin typeface="Consolas" panose="020B0609020204030204" pitchFamily="49" charset="0"/>
              <a:cs typeface="Consolas" panose="020B0609020204030204" pitchFamily="49"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内容占位符 2"/>
          <p:cNvSpPr>
            <a:spLocks noGrp="1"/>
          </p:cNvSpPr>
          <p:nvPr>
            <p:ph idx="1"/>
          </p:nvPr>
        </p:nvSpPr>
        <p:spPr>
          <a:xfrm>
            <a:off x="440690" y="1060450"/>
            <a:ext cx="7217410" cy="3394075"/>
          </a:xfrm>
        </p:spPr>
        <p:txBody>
          <a:bodyPr wrap="square" lIns="68591" tIns="34295" rIns="68591" bIns="34295" anchor="t"/>
          <a:lstStyle/>
          <a:p>
            <a:pPr marL="0" indent="0" eaLnBrk="1" latinLnBrk="0" hangingPunct="1">
              <a:spcBef>
                <a:spcPct val="0"/>
              </a:spcBef>
              <a:buNone/>
            </a:pPr>
            <a:r>
              <a:rPr lang="zh-CN" altLang="en-US" sz="1600" dirty="0">
                <a:latin typeface="Consolas" panose="020B0609020204030204" pitchFamily="49" charset="0"/>
                <a:cs typeface="Consolas" panose="020B0609020204030204" pitchFamily="49" charset="0"/>
              </a:rPr>
              <a:t>from itertools import cycle</a:t>
            </a:r>
            <a:endParaRPr lang="zh-CN" altLang="en-US" sz="1600" dirty="0">
              <a:latin typeface="Consolas" panose="020B0609020204030204" pitchFamily="49" charset="0"/>
              <a:cs typeface="Consolas" panose="020B0609020204030204" pitchFamily="49" charset="0"/>
            </a:endParaRPr>
          </a:p>
          <a:p>
            <a:pPr marL="0" indent="0" eaLnBrk="1" latinLnBrk="0" hangingPunct="1">
              <a:spcBef>
                <a:spcPct val="0"/>
              </a:spcBef>
              <a:buNone/>
            </a:pPr>
            <a:endParaRPr lang="zh-CN" altLang="en-US" sz="1600" dirty="0">
              <a:latin typeface="Consolas" panose="020B0609020204030204" pitchFamily="49" charset="0"/>
              <a:cs typeface="Consolas" panose="020B0609020204030204" pitchFamily="49" charset="0"/>
            </a:endParaRPr>
          </a:p>
          <a:p>
            <a:pPr marL="0" indent="0" eaLnBrk="1" latinLnBrk="0" hangingPunct="1">
              <a:spcBef>
                <a:spcPct val="0"/>
              </a:spcBef>
              <a:buNone/>
            </a:pPr>
            <a:r>
              <a:rPr lang="zh-CN" altLang="en-US" sz="1600" dirty="0">
                <a:latin typeface="Consolas" panose="020B0609020204030204" pitchFamily="49" charset="0"/>
                <a:cs typeface="Consolas" panose="020B0609020204030204" pitchFamily="49" charset="0"/>
              </a:rPr>
              <a:t>def demo(lst, k):</a:t>
            </a:r>
            <a:endParaRPr lang="zh-CN" altLang="en-US" sz="1600" dirty="0">
              <a:latin typeface="Consolas" panose="020B0609020204030204" pitchFamily="49" charset="0"/>
              <a:cs typeface="Consolas" panose="020B0609020204030204" pitchFamily="49" charset="0"/>
            </a:endParaRPr>
          </a:p>
          <a:p>
            <a:pPr marL="0" indent="0" eaLnBrk="1" latinLnBrk="0" hangingPunct="1">
              <a:spcBef>
                <a:spcPct val="0"/>
              </a:spcBef>
              <a:buNone/>
            </a:pPr>
            <a:r>
              <a:rPr lang="zh-CN" altLang="en-US" sz="1600" dirty="0">
                <a:latin typeface="Consolas" panose="020B0609020204030204" pitchFamily="49" charset="0"/>
                <a:cs typeface="Consolas" panose="020B0609020204030204" pitchFamily="49" charset="0"/>
              </a:rPr>
              <a:t>    t_lst = lst[:]           </a:t>
            </a:r>
            <a:r>
              <a:rPr lang="zh-CN" altLang="en-US" sz="1600" dirty="0">
                <a:latin typeface="Consolas" panose="020B0609020204030204" pitchFamily="49" charset="0"/>
                <a:cs typeface="Consolas" panose="020B0609020204030204" pitchFamily="49" charset="0"/>
                <a:sym typeface="+mn-ea"/>
              </a:rPr>
              <a:t>#切片，以免影响原来的数据</a:t>
            </a:r>
            <a:endParaRPr lang="zh-CN" altLang="en-US" sz="1600" dirty="0">
              <a:latin typeface="Consolas" panose="020B0609020204030204" pitchFamily="49" charset="0"/>
              <a:cs typeface="Consolas" panose="020B0609020204030204" pitchFamily="49" charset="0"/>
            </a:endParaRPr>
          </a:p>
          <a:p>
            <a:pPr marL="0" indent="0" eaLnBrk="1" latinLnBrk="0" hangingPunct="1">
              <a:spcBef>
                <a:spcPct val="0"/>
              </a:spcBef>
              <a:buNone/>
            </a:pPr>
            <a:r>
              <a:rPr lang="zh-CN" altLang="en-US" sz="1600" dirty="0">
                <a:latin typeface="Consolas" panose="020B0609020204030204" pitchFamily="49" charset="0"/>
                <a:cs typeface="Consolas" panose="020B0609020204030204" pitchFamily="49" charset="0"/>
              </a:rPr>
              <a:t>    #游戏一直进行到只剩下最后一个人</a:t>
            </a:r>
            <a:endParaRPr lang="zh-CN" altLang="en-US" sz="1600" dirty="0">
              <a:latin typeface="Consolas" panose="020B0609020204030204" pitchFamily="49" charset="0"/>
              <a:cs typeface="Consolas" panose="020B0609020204030204" pitchFamily="49" charset="0"/>
            </a:endParaRPr>
          </a:p>
          <a:p>
            <a:pPr marL="0" indent="0" eaLnBrk="1" latinLnBrk="0" hangingPunct="1">
              <a:spcBef>
                <a:spcPct val="0"/>
              </a:spcBef>
              <a:buNone/>
            </a:pPr>
            <a:r>
              <a:rPr lang="zh-CN" altLang="en-US" sz="1600" dirty="0">
                <a:latin typeface="Consolas" panose="020B0609020204030204" pitchFamily="49" charset="0"/>
                <a:cs typeface="Consolas" panose="020B0609020204030204" pitchFamily="49" charset="0"/>
              </a:rPr>
              <a:t>    while len(t_lst) &gt; 1:</a:t>
            </a:r>
            <a:endParaRPr lang="zh-CN" altLang="en-US" sz="1600" dirty="0">
              <a:latin typeface="Consolas" panose="020B0609020204030204" pitchFamily="49" charset="0"/>
              <a:cs typeface="Consolas" panose="020B0609020204030204" pitchFamily="49" charset="0"/>
            </a:endParaRPr>
          </a:p>
          <a:p>
            <a:pPr marL="0" indent="0" eaLnBrk="1" latinLnBrk="0" hangingPunct="1">
              <a:spcBef>
                <a:spcPct val="0"/>
              </a:spcBef>
              <a:buNone/>
            </a:pPr>
            <a:r>
              <a:rPr lang="zh-CN" altLang="en-US" sz="1600" dirty="0">
                <a:latin typeface="Consolas" panose="020B0609020204030204" pitchFamily="49" charset="0"/>
                <a:cs typeface="Consolas" panose="020B0609020204030204" pitchFamily="49" charset="0"/>
              </a:rPr>
              <a:t>        c = cycle(t_lst)     </a:t>
            </a:r>
            <a:r>
              <a:rPr lang="zh-CN" altLang="en-US" sz="1600" dirty="0">
                <a:latin typeface="Consolas" panose="020B0609020204030204" pitchFamily="49" charset="0"/>
                <a:cs typeface="Consolas" panose="020B0609020204030204" pitchFamily="49" charset="0"/>
                <a:sym typeface="+mn-ea"/>
              </a:rPr>
              <a:t>#创建cycle对象</a:t>
            </a:r>
            <a:endParaRPr lang="zh-CN" altLang="en-US" sz="1600" dirty="0">
              <a:latin typeface="Consolas" panose="020B0609020204030204" pitchFamily="49" charset="0"/>
              <a:cs typeface="Consolas" panose="020B0609020204030204" pitchFamily="49" charset="0"/>
            </a:endParaRPr>
          </a:p>
          <a:p>
            <a:pPr marL="0" indent="0" eaLnBrk="1" latinLnBrk="0" hangingPunct="1">
              <a:spcBef>
                <a:spcPct val="0"/>
              </a:spcBef>
              <a:buNone/>
            </a:pPr>
            <a:r>
              <a:rPr lang="zh-CN" altLang="en-US" sz="1600" dirty="0">
                <a:latin typeface="Consolas" panose="020B0609020204030204" pitchFamily="49" charset="0"/>
                <a:cs typeface="Consolas" panose="020B0609020204030204" pitchFamily="49" charset="0"/>
              </a:rPr>
              <a:t>        for i in range(k):   </a:t>
            </a:r>
            <a:r>
              <a:rPr lang="zh-CN" altLang="en-US" sz="1600" dirty="0">
                <a:latin typeface="Consolas" panose="020B0609020204030204" pitchFamily="49" charset="0"/>
                <a:cs typeface="Consolas" panose="020B0609020204030204" pitchFamily="49" charset="0"/>
                <a:sym typeface="+mn-ea"/>
              </a:rPr>
              <a:t>#从1到k报数</a:t>
            </a:r>
            <a:endParaRPr lang="zh-CN" altLang="en-US" sz="1600" dirty="0">
              <a:latin typeface="Consolas" panose="020B0609020204030204" pitchFamily="49" charset="0"/>
              <a:cs typeface="Consolas" panose="020B0609020204030204" pitchFamily="49" charset="0"/>
            </a:endParaRPr>
          </a:p>
          <a:p>
            <a:pPr marL="0" indent="0" eaLnBrk="1" latinLnBrk="0" hangingPunct="1">
              <a:spcBef>
                <a:spcPct val="0"/>
              </a:spcBef>
              <a:buNone/>
            </a:pPr>
            <a:r>
              <a:rPr lang="zh-CN" altLang="en-US" sz="1600" dirty="0">
                <a:latin typeface="Consolas" panose="020B0609020204030204" pitchFamily="49" charset="0"/>
                <a:cs typeface="Consolas" panose="020B0609020204030204" pitchFamily="49" charset="0"/>
              </a:rPr>
              <a:t>            t = next(c)</a:t>
            </a:r>
            <a:endParaRPr lang="zh-CN" altLang="en-US" sz="1600" dirty="0">
              <a:latin typeface="Consolas" panose="020B0609020204030204" pitchFamily="49" charset="0"/>
              <a:cs typeface="Consolas" panose="020B0609020204030204" pitchFamily="49" charset="0"/>
            </a:endParaRPr>
          </a:p>
          <a:p>
            <a:pPr marL="0" indent="0" eaLnBrk="1" latinLnBrk="0" hangingPunct="1">
              <a:spcBef>
                <a:spcPct val="0"/>
              </a:spcBef>
              <a:buNone/>
            </a:pPr>
            <a:r>
              <a:rPr lang="zh-CN" altLang="en-US" sz="1600" dirty="0">
                <a:latin typeface="Consolas" panose="020B0609020204030204" pitchFamily="49" charset="0"/>
                <a:cs typeface="Consolas" panose="020B0609020204030204" pitchFamily="49" charset="0"/>
              </a:rPr>
              <a:t>        #一个人出局，圈子缩小</a:t>
            </a:r>
            <a:endParaRPr lang="zh-CN" altLang="en-US" sz="1600" dirty="0">
              <a:latin typeface="Consolas" panose="020B0609020204030204" pitchFamily="49" charset="0"/>
              <a:cs typeface="Consolas" panose="020B0609020204030204" pitchFamily="49" charset="0"/>
            </a:endParaRPr>
          </a:p>
          <a:p>
            <a:pPr marL="0" indent="0" eaLnBrk="1" latinLnBrk="0" hangingPunct="1">
              <a:spcBef>
                <a:spcPct val="0"/>
              </a:spcBef>
              <a:buNone/>
            </a:pPr>
            <a:r>
              <a:rPr lang="zh-CN" altLang="en-US" sz="1600" dirty="0">
                <a:latin typeface="Consolas" panose="020B0609020204030204" pitchFamily="49" charset="0"/>
                <a:cs typeface="Consolas" panose="020B0609020204030204" pitchFamily="49" charset="0"/>
              </a:rPr>
              <a:t>        index = t_lst.index(t)</a:t>
            </a:r>
            <a:endParaRPr lang="zh-CN" altLang="en-US" sz="1600" dirty="0">
              <a:latin typeface="Consolas" panose="020B0609020204030204" pitchFamily="49" charset="0"/>
              <a:cs typeface="Consolas" panose="020B0609020204030204" pitchFamily="49" charset="0"/>
            </a:endParaRPr>
          </a:p>
          <a:p>
            <a:pPr marL="0" indent="0" eaLnBrk="1" latinLnBrk="0" hangingPunct="1">
              <a:spcBef>
                <a:spcPct val="0"/>
              </a:spcBef>
              <a:buNone/>
            </a:pPr>
            <a:r>
              <a:rPr lang="zh-CN" altLang="en-US" sz="1600" dirty="0">
                <a:latin typeface="Consolas" panose="020B0609020204030204" pitchFamily="49" charset="0"/>
                <a:cs typeface="Consolas" panose="020B0609020204030204" pitchFamily="49" charset="0"/>
              </a:rPr>
              <a:t>        t_lst = t_lst[index+1:] + t_lst[:index]        </a:t>
            </a:r>
            <a:endParaRPr lang="zh-CN" altLang="en-US" sz="1600" dirty="0">
              <a:latin typeface="Consolas" panose="020B0609020204030204" pitchFamily="49" charset="0"/>
              <a:cs typeface="Consolas" panose="020B0609020204030204" pitchFamily="49" charset="0"/>
            </a:endParaRPr>
          </a:p>
          <a:p>
            <a:pPr marL="0" indent="0" eaLnBrk="1" latinLnBrk="0" hangingPunct="1">
              <a:spcBef>
                <a:spcPct val="0"/>
              </a:spcBef>
              <a:buNone/>
            </a:pPr>
            <a:r>
              <a:rPr lang="zh-CN" altLang="en-US" sz="1600" dirty="0">
                <a:latin typeface="Consolas" panose="020B0609020204030204" pitchFamily="49" charset="0"/>
                <a:cs typeface="Consolas" panose="020B0609020204030204" pitchFamily="49" charset="0"/>
              </a:rPr>
              <a:t>    #游戏结束</a:t>
            </a:r>
            <a:endParaRPr lang="zh-CN" altLang="en-US" sz="1600" dirty="0">
              <a:latin typeface="Consolas" panose="020B0609020204030204" pitchFamily="49" charset="0"/>
              <a:cs typeface="Consolas" panose="020B0609020204030204" pitchFamily="49" charset="0"/>
            </a:endParaRPr>
          </a:p>
          <a:p>
            <a:pPr marL="0" indent="0" eaLnBrk="1" latinLnBrk="0" hangingPunct="1">
              <a:spcBef>
                <a:spcPct val="0"/>
              </a:spcBef>
              <a:buNone/>
            </a:pPr>
            <a:r>
              <a:rPr lang="zh-CN" altLang="en-US" sz="1600" dirty="0">
                <a:latin typeface="Consolas" panose="020B0609020204030204" pitchFamily="49" charset="0"/>
                <a:cs typeface="Consolas" panose="020B0609020204030204" pitchFamily="49" charset="0"/>
              </a:rPr>
              <a:t>    return t_lst[0]</a:t>
            </a:r>
            <a:endParaRPr lang="zh-CN" altLang="en-US" sz="1600" dirty="0">
              <a:latin typeface="Consolas" panose="020B0609020204030204" pitchFamily="49" charset="0"/>
              <a:cs typeface="Consolas" panose="020B0609020204030204" pitchFamily="49" charset="0"/>
            </a:endParaRPr>
          </a:p>
          <a:p>
            <a:pPr marL="0" indent="0" eaLnBrk="1" latinLnBrk="0" hangingPunct="1">
              <a:spcBef>
                <a:spcPct val="0"/>
              </a:spcBef>
              <a:buNone/>
            </a:pPr>
            <a:r>
              <a:rPr lang="zh-CN" altLang="en-US" sz="1600" dirty="0">
                <a:latin typeface="Consolas" panose="020B0609020204030204" pitchFamily="49" charset="0"/>
                <a:cs typeface="Consolas" panose="020B0609020204030204" pitchFamily="49" charset="0"/>
              </a:rPr>
              <a:t>lst = list(range(1,11))</a:t>
            </a:r>
            <a:endParaRPr lang="zh-CN" altLang="en-US" sz="1600" dirty="0">
              <a:latin typeface="Consolas" panose="020B0609020204030204" pitchFamily="49" charset="0"/>
              <a:cs typeface="Consolas" panose="020B0609020204030204" pitchFamily="49" charset="0"/>
            </a:endParaRPr>
          </a:p>
          <a:p>
            <a:pPr marL="0" indent="0" eaLnBrk="1" latinLnBrk="0" hangingPunct="1">
              <a:spcBef>
                <a:spcPct val="0"/>
              </a:spcBef>
              <a:buNone/>
            </a:pPr>
            <a:r>
              <a:rPr lang="zh-CN" altLang="en-US" sz="1600" dirty="0">
                <a:latin typeface="Consolas" panose="020B0609020204030204" pitchFamily="49" charset="0"/>
                <a:cs typeface="Consolas" panose="020B0609020204030204" pitchFamily="49" charset="0"/>
              </a:rPr>
              <a:t>print(demo(lst, 3))</a:t>
            </a:r>
            <a:endParaRPr lang="zh-CN" altLang="en-US" sz="1600" dirty="0">
              <a:latin typeface="Consolas" panose="020B0609020204030204" pitchFamily="49" charset="0"/>
              <a:cs typeface="Consolas" panose="020B0609020204030204" pitchFamily="49" charset="0"/>
            </a:endParaRPr>
          </a:p>
        </p:txBody>
      </p:sp>
      <p:sp>
        <p:nvSpPr>
          <p:cNvPr id="113666"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案例精选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Title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案例精选</a:t>
            </a:r>
            <a:endParaRPr kumimoji="0" lang="en-US" altLang="zh-CN"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130050" name="Content Placeholder 2"/>
          <p:cNvSpPr>
            <a:spLocks noGrp="1"/>
          </p:cNvSpPr>
          <p:nvPr>
            <p:ph idx="1"/>
          </p:nvPr>
        </p:nvSpPr>
        <p:spPr/>
        <p:txBody>
          <a:bodyPr wrap="square" lIns="68591" tIns="34295" rIns="68591" bIns="34295" anchor="t"/>
          <a:lstStyle/>
          <a:p>
            <a:pPr eaLnBrk="1" hangingPunct="1">
              <a:lnSpc>
                <a:spcPct val="150000"/>
              </a:lnSpc>
              <a:spcBef>
                <a:spcPct val="0"/>
              </a:spcBef>
            </a:pPr>
            <a:r>
              <a:rPr lang="zh-CN" altLang="en-US" sz="1800" b="1" dirty="0"/>
              <a:t>例</a:t>
            </a:r>
            <a:r>
              <a:rPr lang="en-US" altLang="zh-CN" sz="1800" b="1" dirty="0"/>
              <a:t>5-17</a:t>
            </a:r>
            <a:r>
              <a:rPr lang="en-US" altLang="zh-CN" sz="1800" dirty="0"/>
              <a:t>  假设一段楼梯共15个台阶，小明一步最多能上3个台阶，那么小明上这段楼梯一共有多少种方法？</a:t>
            </a:r>
            <a:endParaRPr lang="en-US" altLang="zh-CN" sz="1800" dirty="0"/>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Title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案例精选</a:t>
            </a:r>
            <a:endParaRPr kumimoji="0" lang="en-US" altLang="zh-CN"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131074" name="Content Placeholder 2"/>
          <p:cNvSpPr>
            <a:spLocks noGrp="1"/>
          </p:cNvSpPr>
          <p:nvPr>
            <p:ph idx="1"/>
          </p:nvPr>
        </p:nvSpPr>
        <p:spPr/>
        <p:txBody>
          <a:bodyPr wrap="square" lIns="68591" tIns="34295" rIns="68591" bIns="34295" anchor="t"/>
          <a:lstStyle/>
          <a:p>
            <a:pPr eaLnBrk="1" hangingPunct="1">
              <a:lnSpc>
                <a:spcPct val="150000"/>
              </a:lnSpc>
              <a:spcBef>
                <a:spcPct val="0"/>
              </a:spcBef>
            </a:pPr>
            <a:r>
              <a:rPr lang="en-US" altLang="zh-CN" sz="1600" dirty="0"/>
              <a:t>解析：从第15个台阶上往回看，有3种方法可以上来（从第14个台阶上一步迈1个台阶上来，从第13个台阶上一步迈2个台阶上来，从第12个台阶上一步迈3个台阶上来），同理，第14个、13个、12个台阶都可以这样推算，从而得到公式f(n) = f(n-1) + f(n-2) + f(n-3)，其中n=15、14、13、...、5、4。然后就是确定这个递归公式的结束条件了，第一个台阶只有1种上法，第二个台阶有2种上法（一步迈2个台阶上去、一步迈1个台阶分两步上去），第三个台阶有4种上法（一步迈3个台阶上去、一步2个台阶+一步1个台阶、一步1个台阶+一步2个台阶、一步迈1个台阶分三步上去）。</a:t>
            </a:r>
            <a:endParaRPr lang="en-US" altLang="zh-CN" sz="1600" dirty="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Title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案例精选</a:t>
            </a:r>
            <a:endParaRPr kumimoji="0" lang="en-US" altLang="zh-CN"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132098" name="Content Placeholder 2"/>
          <p:cNvSpPr>
            <a:spLocks noGrp="1"/>
          </p:cNvSpPr>
          <p:nvPr>
            <p:ph idx="1"/>
          </p:nvPr>
        </p:nvSpPr>
        <p:spPr/>
        <p:txBody>
          <a:bodyPr wrap="square" lIns="68591" tIns="34295" rIns="68591" bIns="34295" anchor="t"/>
          <a:lstStyle/>
          <a:p>
            <a:pPr marL="0" indent="0" eaLnBrk="1" fontAlgn="base" hangingPunct="1">
              <a:buNone/>
            </a:pPr>
            <a:r>
              <a:rPr lang="en-US" altLang="zh-CN" sz="1800" strike="noStrike" noProof="1">
                <a:latin typeface="Consolas" panose="020B0609020204030204" pitchFamily="49" charset="0"/>
              </a:rPr>
              <a:t>def climbStairs1(n):</a:t>
            </a:r>
            <a:endParaRPr lang="en-US" altLang="zh-CN" sz="1800" strike="noStrike" noProof="1">
              <a:latin typeface="Consolas" panose="020B0609020204030204" pitchFamily="49" charset="0"/>
            </a:endParaRPr>
          </a:p>
          <a:p>
            <a:pPr marL="0" indent="0" eaLnBrk="1" fontAlgn="base" hangingPunct="1">
              <a:buNone/>
            </a:pPr>
            <a:r>
              <a:rPr lang="en-US" altLang="zh-CN" sz="1800" strike="noStrike" noProof="1">
                <a:latin typeface="Consolas" panose="020B0609020204030204" pitchFamily="49" charset="0"/>
              </a:rPr>
              <a:t>    #递推法</a:t>
            </a:r>
            <a:endParaRPr lang="en-US" altLang="zh-CN" sz="1800" strike="noStrike" noProof="1">
              <a:latin typeface="Consolas" panose="020B0609020204030204" pitchFamily="49" charset="0"/>
            </a:endParaRPr>
          </a:p>
          <a:p>
            <a:pPr marL="0" indent="0" eaLnBrk="1" fontAlgn="base" hangingPunct="1">
              <a:buNone/>
            </a:pPr>
            <a:r>
              <a:rPr lang="en-US" altLang="zh-CN" sz="1800" strike="noStrike" noProof="1">
                <a:latin typeface="Consolas" panose="020B0609020204030204" pitchFamily="49" charset="0"/>
              </a:rPr>
              <a:t>    a = 1</a:t>
            </a:r>
            <a:endParaRPr lang="en-US" altLang="zh-CN" sz="1800" strike="noStrike" noProof="1">
              <a:latin typeface="Consolas" panose="020B0609020204030204" pitchFamily="49" charset="0"/>
            </a:endParaRPr>
          </a:p>
          <a:p>
            <a:pPr marL="0" indent="0" eaLnBrk="1" fontAlgn="base" hangingPunct="1">
              <a:buNone/>
            </a:pPr>
            <a:r>
              <a:rPr lang="en-US" altLang="zh-CN" sz="1800" strike="noStrike" noProof="1">
                <a:latin typeface="Consolas" panose="020B0609020204030204" pitchFamily="49" charset="0"/>
              </a:rPr>
              <a:t>    b = 2</a:t>
            </a:r>
            <a:endParaRPr lang="en-US" altLang="zh-CN" sz="1800" strike="noStrike" noProof="1">
              <a:latin typeface="Consolas" panose="020B0609020204030204" pitchFamily="49" charset="0"/>
            </a:endParaRPr>
          </a:p>
          <a:p>
            <a:pPr marL="0" indent="0" eaLnBrk="1" fontAlgn="base" hangingPunct="1">
              <a:buNone/>
            </a:pPr>
            <a:r>
              <a:rPr lang="en-US" altLang="zh-CN" sz="1800" strike="noStrike" noProof="1">
                <a:latin typeface="Consolas" panose="020B0609020204030204" pitchFamily="49" charset="0"/>
              </a:rPr>
              <a:t>    c = 4</a:t>
            </a:r>
            <a:endParaRPr lang="en-US" altLang="zh-CN" sz="1800" strike="noStrike" noProof="1">
              <a:latin typeface="Consolas" panose="020B0609020204030204" pitchFamily="49" charset="0"/>
            </a:endParaRPr>
          </a:p>
          <a:p>
            <a:pPr marL="0" indent="0" eaLnBrk="1" fontAlgn="base" hangingPunct="1">
              <a:buNone/>
            </a:pPr>
            <a:r>
              <a:rPr lang="en-US" altLang="zh-CN" sz="1800" strike="noStrike" noProof="1">
                <a:latin typeface="Consolas" panose="020B0609020204030204" pitchFamily="49" charset="0"/>
              </a:rPr>
              <a:t>    for i in range(n-3):</a:t>
            </a:r>
            <a:endParaRPr lang="en-US" altLang="zh-CN" sz="1800" strike="noStrike" noProof="1">
              <a:latin typeface="Consolas" panose="020B0609020204030204" pitchFamily="49" charset="0"/>
            </a:endParaRPr>
          </a:p>
          <a:p>
            <a:pPr marL="0" indent="0" eaLnBrk="1" fontAlgn="base" hangingPunct="1">
              <a:buNone/>
            </a:pPr>
            <a:r>
              <a:rPr lang="en-US" altLang="zh-CN" sz="1800" strike="noStrike" noProof="1">
                <a:latin typeface="Consolas" panose="020B0609020204030204" pitchFamily="49" charset="0"/>
              </a:rPr>
              <a:t>        c, b, a = a+b+c, c, b</a:t>
            </a:r>
            <a:endParaRPr lang="en-US" altLang="zh-CN" sz="1800" strike="noStrike" noProof="1">
              <a:latin typeface="Consolas" panose="020B0609020204030204" pitchFamily="49" charset="0"/>
            </a:endParaRPr>
          </a:p>
          <a:p>
            <a:pPr marL="0" indent="0" eaLnBrk="1" fontAlgn="base" hangingPunct="1">
              <a:buNone/>
            </a:pPr>
            <a:r>
              <a:rPr lang="en-US" altLang="zh-CN" sz="1800" strike="noStrike" noProof="1">
                <a:latin typeface="Consolas" panose="020B0609020204030204" pitchFamily="49" charset="0"/>
              </a:rPr>
              <a:t>    return c</a:t>
            </a:r>
            <a:endParaRPr lang="en-US" altLang="zh-CN" sz="1800" strike="noStrike" noProof="1">
              <a:latin typeface="Consolas" panose="020B0609020204030204" pitchFamily="49" charset="0"/>
            </a:endParaRP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Title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5.7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案例精选</a:t>
            </a:r>
            <a:endParaRPr kumimoji="0" lang="en-US" altLang="zh-CN"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133122" name="Content Placeholder 2"/>
          <p:cNvSpPr>
            <a:spLocks noGrp="1"/>
          </p:cNvSpPr>
          <p:nvPr>
            <p:ph idx="1"/>
          </p:nvPr>
        </p:nvSpPr>
        <p:spPr/>
        <p:txBody>
          <a:bodyPr wrap="square" lIns="68591" tIns="34295" rIns="68591" bIns="34295" anchor="t"/>
          <a:lstStyle/>
          <a:p>
            <a:pPr marL="0" indent="0" eaLnBrk="1" fontAlgn="base" hangingPunct="1">
              <a:buNone/>
            </a:pPr>
            <a:r>
              <a:rPr lang="en-US" altLang="zh-CN" sz="1800" strike="noStrike" noProof="1">
                <a:latin typeface="Consolas" panose="020B0609020204030204" pitchFamily="49" charset="0"/>
              </a:rPr>
              <a:t>def climbStairs2(n):</a:t>
            </a:r>
            <a:endParaRPr lang="en-US" altLang="zh-CN" sz="1800" strike="noStrike" noProof="1">
              <a:latin typeface="Consolas" panose="020B0609020204030204" pitchFamily="49" charset="0"/>
            </a:endParaRPr>
          </a:p>
          <a:p>
            <a:pPr marL="0" indent="0" eaLnBrk="1" fontAlgn="base" hangingPunct="1">
              <a:buNone/>
            </a:pPr>
            <a:r>
              <a:rPr lang="en-US" altLang="zh-CN" sz="1800" strike="noStrike" noProof="1">
                <a:latin typeface="Consolas" panose="020B0609020204030204" pitchFamily="49" charset="0"/>
              </a:rPr>
              <a:t>    #递归法</a:t>
            </a:r>
            <a:endParaRPr lang="en-US" altLang="zh-CN" sz="1800" strike="noStrike" noProof="1">
              <a:latin typeface="Consolas" panose="020B0609020204030204" pitchFamily="49" charset="0"/>
            </a:endParaRPr>
          </a:p>
          <a:p>
            <a:pPr marL="0" indent="0" eaLnBrk="1" fontAlgn="base" hangingPunct="1">
              <a:buNone/>
            </a:pPr>
            <a:r>
              <a:rPr lang="en-US" altLang="zh-CN" sz="1800" strike="noStrike" noProof="1">
                <a:latin typeface="Consolas" panose="020B0609020204030204" pitchFamily="49" charset="0"/>
              </a:rPr>
              <a:t>    first3 = {1:1, 2:2, 3:4}</a:t>
            </a:r>
            <a:endParaRPr lang="en-US" altLang="zh-CN" sz="1800" strike="noStrike" noProof="1">
              <a:latin typeface="Consolas" panose="020B0609020204030204" pitchFamily="49" charset="0"/>
            </a:endParaRPr>
          </a:p>
          <a:p>
            <a:pPr marL="0" indent="0" eaLnBrk="1" fontAlgn="base" hangingPunct="1">
              <a:buNone/>
            </a:pPr>
            <a:r>
              <a:rPr lang="en-US" altLang="zh-CN" sz="1800" strike="noStrike" noProof="1">
                <a:latin typeface="Consolas" panose="020B0609020204030204" pitchFamily="49" charset="0"/>
              </a:rPr>
              <a:t>    if n in first3.keys():</a:t>
            </a:r>
            <a:endParaRPr lang="en-US" altLang="zh-CN" sz="1800" strike="noStrike" noProof="1">
              <a:latin typeface="Consolas" panose="020B0609020204030204" pitchFamily="49" charset="0"/>
            </a:endParaRPr>
          </a:p>
          <a:p>
            <a:pPr marL="0" indent="0" eaLnBrk="1" fontAlgn="base" hangingPunct="1">
              <a:buNone/>
            </a:pPr>
            <a:r>
              <a:rPr lang="en-US" altLang="zh-CN" sz="1800" strike="noStrike" noProof="1">
                <a:latin typeface="Consolas" panose="020B0609020204030204" pitchFamily="49" charset="0"/>
              </a:rPr>
              <a:t>        return first3[n]</a:t>
            </a:r>
            <a:endParaRPr lang="en-US" altLang="zh-CN" sz="1800" strike="noStrike" noProof="1">
              <a:latin typeface="Consolas" panose="020B0609020204030204" pitchFamily="49" charset="0"/>
            </a:endParaRPr>
          </a:p>
          <a:p>
            <a:pPr marL="0" indent="0" eaLnBrk="1" fontAlgn="base" hangingPunct="1">
              <a:buNone/>
            </a:pPr>
            <a:r>
              <a:rPr lang="en-US" altLang="zh-CN" sz="1800" strike="noStrike" noProof="1">
                <a:latin typeface="Consolas" panose="020B0609020204030204" pitchFamily="49" charset="0"/>
              </a:rPr>
              <a:t>    else:</a:t>
            </a:r>
            <a:endParaRPr lang="en-US" altLang="zh-CN" sz="1800" strike="noStrike" noProof="1">
              <a:latin typeface="Consolas" panose="020B0609020204030204" pitchFamily="49" charset="0"/>
            </a:endParaRPr>
          </a:p>
          <a:p>
            <a:pPr marL="0" indent="0" eaLnBrk="1" fontAlgn="base" hangingPunct="1">
              <a:buNone/>
            </a:pPr>
            <a:r>
              <a:rPr lang="en-US" altLang="zh-CN" sz="1800" strike="noStrike" noProof="1">
                <a:latin typeface="Consolas" panose="020B0609020204030204" pitchFamily="49" charset="0"/>
              </a:rPr>
              <a:t>        return climbStairs2(n-1) + \</a:t>
            </a:r>
            <a:endParaRPr lang="en-US" altLang="zh-CN" sz="1800" strike="noStrike" noProof="1">
              <a:latin typeface="Consolas" panose="020B0609020204030204" pitchFamily="49" charset="0"/>
            </a:endParaRPr>
          </a:p>
          <a:p>
            <a:pPr marL="0" indent="0" eaLnBrk="1" fontAlgn="base" hangingPunct="1">
              <a:buNone/>
            </a:pPr>
            <a:r>
              <a:rPr lang="en-US" altLang="zh-CN" sz="1800" strike="noStrike" noProof="1">
                <a:latin typeface="Consolas" panose="020B0609020204030204" pitchFamily="49" charset="0"/>
              </a:rPr>
              <a:t>               climbStairs2(n-2) + \</a:t>
            </a:r>
            <a:endParaRPr lang="en-US" altLang="zh-CN" sz="1800" strike="noStrike" noProof="1">
              <a:latin typeface="Consolas" panose="020B0609020204030204" pitchFamily="49" charset="0"/>
            </a:endParaRPr>
          </a:p>
          <a:p>
            <a:pPr marL="0" indent="0" eaLnBrk="1" fontAlgn="base" hangingPunct="1">
              <a:buNone/>
            </a:pPr>
            <a:r>
              <a:rPr lang="en-US" altLang="zh-CN" sz="1800" strike="noStrike" noProof="1">
                <a:latin typeface="Consolas" panose="020B0609020204030204" pitchFamily="49" charset="0"/>
              </a:rPr>
              <a:t>               climbStairs2(n-3)</a:t>
            </a:r>
            <a:endParaRPr lang="en-US" altLang="zh-CN" sz="1800" strike="noStrike" noProof="1">
              <a:latin typeface="Consolas" panose="020B0609020204030204" pitchFamily="49" charset="0"/>
            </a:endParaRP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标题 60417"/>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——map()</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163842" name="文本占位符 60418"/>
          <p:cNvSpPr>
            <a:spLocks noGrp="1"/>
          </p:cNvSpPr>
          <p:nvPr>
            <p:ph idx="1"/>
          </p:nvPr>
        </p:nvSpPr>
        <p:spPr>
          <a:xfrm>
            <a:off x="396240" y="1060450"/>
            <a:ext cx="8183880" cy="3394075"/>
          </a:xfrm>
        </p:spPr>
        <p:txBody>
          <a:bodyPr wrap="square" lIns="68591" tIns="34295" rIns="68591" bIns="34295" anchor="t"/>
          <a:lstStyle/>
          <a:p>
            <a:pPr eaLnBrk="1" fontAlgn="base" hangingPunct="1">
              <a:lnSpc>
                <a:spcPct val="150000"/>
              </a:lnSpc>
              <a:spcBef>
                <a:spcPct val="0"/>
              </a:spcBef>
              <a:buSzPct val="90000"/>
              <a:buFont typeface="Wingdings" panose="05000000000000000000" pitchFamily="2" charset="2"/>
              <a:buChar char="§"/>
            </a:pPr>
            <a:r>
              <a:rPr lang="zh-CN" altLang="en-US" sz="1800" strike="noStrike" noProof="1"/>
              <a:t>内置函数map</a:t>
            </a:r>
            <a:r>
              <a:rPr lang="en-US" altLang="zh-CN" sz="1800" strike="noStrike" noProof="1"/>
              <a:t>()</a:t>
            </a:r>
            <a:r>
              <a:rPr lang="zh-CN" altLang="en-US" sz="1800" strike="noStrike" noProof="1"/>
              <a:t>可以将一个函数作用到一个或多个序列或迭代器对象上，返回可迭代的</a:t>
            </a:r>
            <a:r>
              <a:rPr lang="en-US" altLang="zh-CN" sz="1800" strike="noStrike" noProof="1"/>
              <a:t>map</a:t>
            </a:r>
            <a:r>
              <a:rPr lang="zh-CN" altLang="en-US" sz="1800" strike="noStrike" noProof="1"/>
              <a:t>对象</a:t>
            </a:r>
            <a:r>
              <a:rPr lang="zh-CN" altLang="en-US" sz="1800" strike="noStrike" noProof="1"/>
              <a:t>。</a:t>
            </a:r>
            <a:endParaRPr lang="zh-CN" altLang="en-US" sz="1350" strike="noStrike" noProof="1">
              <a:latin typeface="Consolas" panose="020B0609020204030204" pitchFamily="49" charset="0"/>
            </a:endParaRPr>
          </a:p>
          <a:p>
            <a:pPr eaLnBrk="1" fontAlgn="base" hangingPunct="1">
              <a:lnSpc>
                <a:spcPct val="90000"/>
              </a:lnSpc>
              <a:buSzPct val="90000"/>
              <a:buFont typeface="Wingdings" panose="05000000000000000000" pitchFamily="2" charset="2"/>
              <a:buNone/>
            </a:pPr>
            <a:r>
              <a:rPr lang="zh-CN" altLang="en-US" sz="1600" strike="noStrike" noProof="1">
                <a:latin typeface="Consolas" panose="020B0609020204030204" pitchFamily="49" charset="0"/>
              </a:rPr>
              <a:t>&gt;&gt;&gt; </a:t>
            </a:r>
            <a:r>
              <a:rPr lang="en-US" altLang="zh-CN" sz="1600" strike="noStrike" noProof="1">
                <a:latin typeface="Consolas" panose="020B0609020204030204" pitchFamily="49" charset="0"/>
              </a:rPr>
              <a:t>list(</a:t>
            </a:r>
            <a:r>
              <a:rPr lang="zh-CN" altLang="en-US" sz="1600" strike="noStrike" noProof="1">
                <a:latin typeface="Consolas" panose="020B0609020204030204" pitchFamily="49" charset="0"/>
              </a:rPr>
              <a:t>map(str,range(5))</a:t>
            </a:r>
            <a:r>
              <a:rPr lang="en-US" altLang="zh-CN" sz="1600" strike="noStrike" noProof="1">
                <a:latin typeface="Consolas" panose="020B0609020204030204" pitchFamily="49" charset="0"/>
              </a:rPr>
              <a:t>)</a:t>
            </a:r>
            <a:endParaRPr lang="en-US" altLang="zh-CN" sz="1600" strike="noStrike" noProof="1">
              <a:latin typeface="Consolas" panose="020B0609020204030204" pitchFamily="49" charset="0"/>
            </a:endParaRPr>
          </a:p>
          <a:p>
            <a:pPr eaLnBrk="1" fontAlgn="base" hangingPunct="1">
              <a:lnSpc>
                <a:spcPct val="90000"/>
              </a:lnSpc>
              <a:buSzPct val="90000"/>
              <a:buFont typeface="Wingdings" panose="05000000000000000000" pitchFamily="2" charset="2"/>
              <a:buNone/>
            </a:pPr>
            <a:r>
              <a:rPr lang="zh-CN" altLang="en-US" sz="1600" strike="noStrike" noProof="1">
                <a:solidFill>
                  <a:srgbClr val="00B0F0"/>
                </a:solidFill>
                <a:latin typeface="Consolas" panose="020B0609020204030204" pitchFamily="49" charset="0"/>
              </a:rPr>
              <a:t>['0', '1', '2', '3', '4']</a:t>
            </a:r>
            <a:endParaRPr lang="zh-CN" altLang="en-US" sz="1600" strike="noStrike" noProof="1">
              <a:solidFill>
                <a:srgbClr val="00B0F0"/>
              </a:solidFill>
              <a:latin typeface="Consolas" panose="020B0609020204030204" pitchFamily="49" charset="0"/>
            </a:endParaRPr>
          </a:p>
          <a:p>
            <a:pPr eaLnBrk="1" fontAlgn="base" hangingPunct="1">
              <a:lnSpc>
                <a:spcPct val="90000"/>
              </a:lnSpc>
              <a:buSzPct val="90000"/>
              <a:buFont typeface="Wingdings" panose="05000000000000000000" pitchFamily="2" charset="2"/>
              <a:buNone/>
            </a:pPr>
            <a:r>
              <a:rPr lang="en-US" altLang="zh-CN" sz="1600" strike="noStrike" noProof="1">
                <a:latin typeface="Consolas" panose="020B0609020204030204" pitchFamily="49" charset="0"/>
              </a:rPr>
              <a:t>&gt;&gt;&gt; def add5(v):</a:t>
            </a:r>
            <a:endParaRPr lang="en-US" altLang="zh-CN" sz="1600" strike="noStrike" noProof="1">
              <a:latin typeface="Consolas" panose="020B0609020204030204" pitchFamily="49" charset="0"/>
            </a:endParaRPr>
          </a:p>
          <a:p>
            <a:pPr eaLnBrk="1" fontAlgn="base" hangingPunct="1">
              <a:lnSpc>
                <a:spcPct val="90000"/>
              </a:lnSpc>
              <a:buSzPct val="90000"/>
              <a:buFont typeface="Wingdings" panose="05000000000000000000" pitchFamily="2" charset="2"/>
              <a:buNone/>
            </a:pPr>
            <a:r>
              <a:rPr lang="en-US" altLang="zh-CN" sz="1600" strike="noStrike" noProof="1">
                <a:latin typeface="Consolas" panose="020B0609020204030204" pitchFamily="49" charset="0"/>
              </a:rPr>
              <a:t>    return v+5</a:t>
            </a:r>
            <a:endParaRPr lang="en-US" altLang="zh-CN" sz="1600" strike="noStrike" noProof="1">
              <a:latin typeface="Consolas" panose="020B0609020204030204" pitchFamily="49" charset="0"/>
            </a:endParaRPr>
          </a:p>
          <a:p>
            <a:pPr eaLnBrk="1" fontAlgn="base" hangingPunct="1">
              <a:lnSpc>
                <a:spcPct val="90000"/>
              </a:lnSpc>
              <a:buSzPct val="90000"/>
              <a:buFont typeface="Wingdings" panose="05000000000000000000" pitchFamily="2" charset="2"/>
              <a:buNone/>
            </a:pPr>
            <a:endParaRPr lang="en-US" altLang="zh-CN" sz="1600" strike="noStrike" noProof="1">
              <a:latin typeface="Consolas" panose="020B0609020204030204" pitchFamily="49" charset="0"/>
            </a:endParaRPr>
          </a:p>
          <a:p>
            <a:pPr eaLnBrk="1" fontAlgn="base" hangingPunct="1">
              <a:lnSpc>
                <a:spcPct val="90000"/>
              </a:lnSpc>
              <a:buSzPct val="90000"/>
              <a:buFont typeface="Wingdings" panose="05000000000000000000" pitchFamily="2" charset="2"/>
              <a:buNone/>
            </a:pPr>
            <a:r>
              <a:rPr lang="en-US" altLang="zh-CN" sz="1600" strike="noStrike" noProof="1">
                <a:latin typeface="Consolas" panose="020B0609020204030204" pitchFamily="49" charset="0"/>
              </a:rPr>
              <a:t>&gt;&gt;&gt; list(map(add5,range(10)))</a:t>
            </a:r>
            <a:endParaRPr lang="en-US" altLang="zh-CN" sz="1600" strike="noStrike" noProof="1">
              <a:latin typeface="Consolas" panose="020B0609020204030204" pitchFamily="49" charset="0"/>
            </a:endParaRPr>
          </a:p>
          <a:p>
            <a:pPr eaLnBrk="1" fontAlgn="base" hangingPunct="1">
              <a:lnSpc>
                <a:spcPct val="90000"/>
              </a:lnSpc>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[5, 6, 7, 8, 9, 10, 11, 12, 13, 14]</a:t>
            </a:r>
            <a:endParaRPr lang="en-US" altLang="zh-CN" sz="1600" strike="noStrike" noProof="1">
              <a:solidFill>
                <a:srgbClr val="00B0F0"/>
              </a:solidFill>
              <a:latin typeface="Consolas" panose="020B0609020204030204" pitchFamily="49" charset="0"/>
            </a:endParaRPr>
          </a:p>
          <a:p>
            <a:pPr eaLnBrk="1" fontAlgn="base" hangingPunct="1">
              <a:lnSpc>
                <a:spcPct val="90000"/>
              </a:lnSpc>
              <a:buSzPct val="90000"/>
              <a:buFont typeface="Wingdings" panose="05000000000000000000" pitchFamily="2" charset="2"/>
              <a:buNone/>
            </a:pPr>
            <a:endParaRPr lang="en-US" altLang="zh-CN" sz="1600" strike="noStrike" noProof="1">
              <a:latin typeface="Consolas" panose="020B0609020204030204" pitchFamily="49" charset="0"/>
            </a:endParaRPr>
          </a:p>
          <a:p>
            <a:pPr eaLnBrk="1" fontAlgn="base" hangingPunct="1">
              <a:lnSpc>
                <a:spcPct val="90000"/>
              </a:lnSpc>
              <a:buSzPct val="90000"/>
              <a:buFont typeface="Wingdings" panose="05000000000000000000" pitchFamily="2" charset="2"/>
              <a:buNone/>
            </a:pPr>
            <a:r>
              <a:rPr lang="en-US" altLang="zh-CN" sz="1600" strike="noStrike" noProof="1">
                <a:latin typeface="Consolas" panose="020B0609020204030204" pitchFamily="49" charset="0"/>
              </a:rPr>
              <a:t>&gt;&gt;&gt; def add(x, y):return x+y</a:t>
            </a:r>
            <a:endParaRPr lang="en-US" altLang="zh-CN" sz="1600" strike="noStrike" noProof="1">
              <a:latin typeface="Consolas" panose="020B0609020204030204" pitchFamily="49" charset="0"/>
            </a:endParaRPr>
          </a:p>
          <a:p>
            <a:pPr eaLnBrk="1" fontAlgn="base" hangingPunct="1">
              <a:lnSpc>
                <a:spcPct val="90000"/>
              </a:lnSpc>
              <a:buSzPct val="90000"/>
              <a:buFont typeface="Wingdings" panose="05000000000000000000" pitchFamily="2" charset="2"/>
              <a:buNone/>
            </a:pPr>
            <a:r>
              <a:rPr lang="en-US" altLang="zh-CN" sz="1600" strike="noStrike" noProof="1">
                <a:latin typeface="Consolas" panose="020B0609020204030204" pitchFamily="49" charset="0"/>
              </a:rPr>
              <a:t>&gt;&gt;&gt; list(map(add, range(5), range(5)))</a:t>
            </a:r>
            <a:endParaRPr lang="en-US" altLang="zh-CN" sz="1600" strike="noStrike" noProof="1">
              <a:latin typeface="Consolas" panose="020B0609020204030204" pitchFamily="49" charset="0"/>
            </a:endParaRPr>
          </a:p>
          <a:p>
            <a:pPr eaLnBrk="1" fontAlgn="base" hangingPunct="1">
              <a:lnSpc>
                <a:spcPct val="90000"/>
              </a:lnSpc>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[0, 2, 4, 6, 8]</a:t>
            </a:r>
            <a:endParaRPr lang="en-US" altLang="zh-CN" sz="1600" strike="noStrike" noProof="1">
              <a:solidFill>
                <a:srgbClr val="00B0F0"/>
              </a:solidFill>
              <a:latin typeface="Consolas" panose="020B0609020204030204" pitchFamily="49"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标题 6144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——recude()</a:t>
            </a:r>
            <a:endParaRPr kumimoji="0" lang="en-US" altLang="zh-CN"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164866" name="文本占位符 61442"/>
          <p:cNvSpPr>
            <a:spLocks noGrp="1"/>
          </p:cNvSpPr>
          <p:nvPr>
            <p:ph idx="1"/>
          </p:nvPr>
        </p:nvSpPr>
        <p:spPr>
          <a:xfrm>
            <a:off x="350520" y="1050925"/>
            <a:ext cx="8166735" cy="3394075"/>
          </a:xfrm>
        </p:spPr>
        <p:txBody>
          <a:bodyPr wrap="square" lIns="68591" tIns="34295" rIns="68591" bIns="34295" anchor="t"/>
          <a:lstStyle/>
          <a:p>
            <a:pPr eaLnBrk="1" fontAlgn="base" hangingPunct="1">
              <a:lnSpc>
                <a:spcPct val="150000"/>
              </a:lnSpc>
              <a:spcBef>
                <a:spcPct val="0"/>
              </a:spcBef>
              <a:buSzPct val="90000"/>
              <a:buFont typeface="Wingdings" panose="05000000000000000000" pitchFamily="2" charset="2"/>
              <a:buChar char="§"/>
            </a:pPr>
            <a:r>
              <a:rPr lang="zh-CN" altLang="en-US" sz="1800" strike="noStrike" noProof="1"/>
              <a:t>标准库</a:t>
            </a:r>
            <a:r>
              <a:rPr lang="en-US" altLang="zh-CN" sz="1800" strike="noStrike" noProof="1"/>
              <a:t>functools</a:t>
            </a:r>
            <a:r>
              <a:rPr lang="zh-CN" altLang="en-US" sz="1800" strike="noStrike" noProof="1"/>
              <a:t>中的reduce</a:t>
            </a:r>
            <a:r>
              <a:rPr lang="en-US" altLang="zh-CN" sz="1800" strike="noStrike" noProof="1"/>
              <a:t>()</a:t>
            </a:r>
            <a:r>
              <a:rPr lang="zh-CN" altLang="en-US" sz="1800" strike="noStrike" noProof="1"/>
              <a:t>函数可以将一个接受2个参数的函数以迭代的方式从左到右依次作用到一个序列或迭代器对象的所有元素上。</a:t>
            </a:r>
            <a:endParaRPr lang="zh-CN" altLang="en-US" sz="1800" strike="noStrike" noProof="1"/>
          </a:p>
          <a:p>
            <a:pPr eaLnBrk="1" fontAlgn="base" hangingPunct="1">
              <a:lnSpc>
                <a:spcPct val="80000"/>
              </a:lnSpc>
              <a:spcBef>
                <a:spcPct val="0"/>
              </a:spcBef>
              <a:buSzPct val="90000"/>
              <a:buFont typeface="Wingdings" panose="05000000000000000000" pitchFamily="2" charset="2"/>
              <a:buNone/>
            </a:pPr>
            <a:endParaRPr lang="zh-CN" altLang="en-US" sz="1350" strike="noStrike" noProof="1">
              <a:latin typeface="Consolas" panose="020B0609020204030204" pitchFamily="49" charset="0"/>
            </a:endParaRPr>
          </a:p>
          <a:p>
            <a:pPr eaLnBrk="1" fontAlgn="base" hangingPunct="1">
              <a:lnSpc>
                <a:spcPct val="80000"/>
              </a:lnSpc>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a:t>
            </a:r>
            <a:r>
              <a:rPr lang="zh-CN" altLang="en-US" sz="1600" strike="noStrike" noProof="1">
                <a:latin typeface="Consolas" panose="020B0609020204030204" pitchFamily="49" charset="0"/>
              </a:rPr>
              <a:t>from functools import reduce</a:t>
            </a:r>
            <a:endParaRPr lang="en-US" altLang="zh-CN" sz="1600" strike="noStrike" noProof="1">
              <a:latin typeface="Consolas" panose="020B0609020204030204" pitchFamily="49" charset="0"/>
            </a:endParaRPr>
          </a:p>
          <a:p>
            <a:pPr eaLnBrk="1" fontAlgn="base" hangingPunct="1">
              <a:lnSpc>
                <a:spcPct val="80000"/>
              </a:lnSpc>
              <a:spcBef>
                <a:spcPct val="0"/>
              </a:spcBef>
              <a:buSzPct val="90000"/>
              <a:buFont typeface="Wingdings" panose="05000000000000000000" pitchFamily="2" charset="2"/>
              <a:buNone/>
            </a:pPr>
            <a:r>
              <a:rPr lang="zh-CN" altLang="en-US" sz="1600" strike="noStrike" noProof="1">
                <a:latin typeface="Consolas" panose="020B0609020204030204" pitchFamily="49" charset="0"/>
              </a:rPr>
              <a:t>&gt;&gt;&gt; seq=[1,2,3,4,5,6,7,8,9]</a:t>
            </a:r>
            <a:endParaRPr lang="zh-CN" altLang="en-US" sz="1600" strike="noStrike" noProof="1">
              <a:latin typeface="Consolas" panose="020B0609020204030204" pitchFamily="49" charset="0"/>
            </a:endParaRPr>
          </a:p>
          <a:p>
            <a:pPr eaLnBrk="1" fontAlgn="base" hangingPunct="1">
              <a:lnSpc>
                <a:spcPct val="80000"/>
              </a:lnSpc>
              <a:spcBef>
                <a:spcPct val="0"/>
              </a:spcBef>
              <a:buSzPct val="90000"/>
              <a:buFont typeface="Wingdings" panose="05000000000000000000" pitchFamily="2" charset="2"/>
              <a:buNone/>
            </a:pPr>
            <a:r>
              <a:rPr lang="zh-CN" altLang="en-US" sz="1600" strike="noStrike" noProof="1">
                <a:latin typeface="Consolas" panose="020B0609020204030204" pitchFamily="49" charset="0"/>
              </a:rPr>
              <a:t>&gt;&gt;&gt; reduce(lambda x,y:x+y, seq)</a:t>
            </a:r>
            <a:endParaRPr lang="zh-CN" altLang="en-US" sz="1600" strike="noStrike" noProof="1">
              <a:latin typeface="Consolas" panose="020B0609020204030204" pitchFamily="49" charset="0"/>
            </a:endParaRPr>
          </a:p>
          <a:p>
            <a:pPr eaLnBrk="1" fontAlgn="base" hangingPunct="1">
              <a:lnSpc>
                <a:spcPct val="80000"/>
              </a:lnSpc>
              <a:spcBef>
                <a:spcPct val="0"/>
              </a:spcBef>
              <a:buSzPct val="90000"/>
              <a:buFont typeface="Wingdings" panose="05000000000000000000" pitchFamily="2" charset="2"/>
              <a:buNone/>
            </a:pPr>
            <a:r>
              <a:rPr lang="zh-CN" altLang="en-US" sz="1600" strike="noStrike" noProof="1">
                <a:solidFill>
                  <a:srgbClr val="00B0F0"/>
                </a:solidFill>
                <a:latin typeface="Consolas" panose="020B0609020204030204" pitchFamily="49" charset="0"/>
              </a:rPr>
              <a:t>45</a:t>
            </a:r>
            <a:endParaRPr lang="zh-CN" altLang="en-US" sz="1600" strike="noStrike" noProof="1">
              <a:solidFill>
                <a:srgbClr val="00B0F0"/>
              </a:solidFill>
              <a:latin typeface="Consolas" panose="020B0609020204030204" pitchFamily="49" charset="0"/>
            </a:endParaRPr>
          </a:p>
          <a:p>
            <a:pPr eaLnBrk="1" fontAlgn="base" hangingPunct="1">
              <a:lnSpc>
                <a:spcPct val="80000"/>
              </a:lnSpc>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def add(x, y):</a:t>
            </a:r>
            <a:endParaRPr lang="en-US" altLang="zh-CN" sz="1600" strike="noStrike" noProof="1">
              <a:latin typeface="Consolas" panose="020B0609020204030204" pitchFamily="49" charset="0"/>
            </a:endParaRPr>
          </a:p>
          <a:p>
            <a:pPr eaLnBrk="1" fontAlgn="base" hangingPunct="1">
              <a:lnSpc>
                <a:spcPct val="80000"/>
              </a:lnSpc>
              <a:spcBef>
                <a:spcPct val="0"/>
              </a:spcBef>
              <a:buSzPct val="90000"/>
              <a:buFont typeface="Wingdings" panose="05000000000000000000" pitchFamily="2" charset="2"/>
              <a:buNone/>
            </a:pPr>
            <a:r>
              <a:rPr lang="en-US" altLang="zh-CN" sz="1600" strike="noStrike" noProof="1">
                <a:latin typeface="Consolas" panose="020B0609020204030204" pitchFamily="49" charset="0"/>
              </a:rPr>
              <a:t>    return x + y</a:t>
            </a:r>
            <a:endParaRPr lang="en-US" altLang="zh-CN" sz="1600" strike="noStrike" noProof="1">
              <a:latin typeface="Consolas" panose="020B0609020204030204" pitchFamily="49" charset="0"/>
            </a:endParaRPr>
          </a:p>
          <a:p>
            <a:pPr eaLnBrk="1" fontAlgn="base" hangingPunct="1">
              <a:lnSpc>
                <a:spcPct val="80000"/>
              </a:lnSpc>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reduce(add,range(10))</a:t>
            </a:r>
            <a:endParaRPr lang="en-US" altLang="zh-CN" sz="1600" strike="noStrike" noProof="1">
              <a:latin typeface="Consolas" panose="020B0609020204030204" pitchFamily="49" charset="0"/>
            </a:endParaRPr>
          </a:p>
          <a:p>
            <a:pPr eaLnBrk="1" fontAlgn="base" hangingPunct="1">
              <a:lnSpc>
                <a:spcPct val="80000"/>
              </a:lnSpc>
              <a:spcBef>
                <a:spcPct val="0"/>
              </a:spcBef>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45</a:t>
            </a:r>
            <a:endParaRPr lang="en-US" altLang="zh-CN" sz="1600" strike="noStrike" noProof="1">
              <a:solidFill>
                <a:srgbClr val="00B0F0"/>
              </a:solidFill>
              <a:latin typeface="Consolas" panose="020B0609020204030204" pitchFamily="49" charset="0"/>
            </a:endParaRPr>
          </a:p>
          <a:p>
            <a:pPr eaLnBrk="1" fontAlgn="base" hangingPunct="1">
              <a:lnSpc>
                <a:spcPct val="80000"/>
              </a:lnSpc>
              <a:spcBef>
                <a:spcPct val="0"/>
              </a:spcBef>
              <a:buSzPct val="90000"/>
              <a:buFont typeface="Wingdings" panose="05000000000000000000" pitchFamily="2" charset="2"/>
              <a:buNone/>
            </a:pPr>
            <a:r>
              <a:rPr lang="zh-CN" altLang="en-US" sz="1600" strike="noStrike" noProof="1">
                <a:latin typeface="Consolas" panose="020B0609020204030204" pitchFamily="49" charset="0"/>
              </a:rPr>
              <a:t>&gt;&gt;&gt; reduce(add,map(str,range(10)))</a:t>
            </a:r>
            <a:endParaRPr lang="zh-CN" altLang="en-US" sz="1600" strike="noStrike" noProof="1">
              <a:latin typeface="Consolas" panose="020B0609020204030204" pitchFamily="49" charset="0"/>
            </a:endParaRPr>
          </a:p>
          <a:p>
            <a:pPr eaLnBrk="1" fontAlgn="base" hangingPunct="1">
              <a:lnSpc>
                <a:spcPct val="80000"/>
              </a:lnSpc>
              <a:spcBef>
                <a:spcPct val="0"/>
              </a:spcBef>
              <a:buSzPct val="90000"/>
              <a:buFont typeface="Wingdings" panose="05000000000000000000" pitchFamily="2" charset="2"/>
              <a:buNone/>
            </a:pPr>
            <a:r>
              <a:rPr lang="zh-CN" altLang="en-US" sz="1600" strike="noStrike" noProof="1">
                <a:solidFill>
                  <a:srgbClr val="00B0F0"/>
                </a:solidFill>
                <a:latin typeface="Consolas" panose="020B0609020204030204" pitchFamily="49" charset="0"/>
              </a:rPr>
              <a:t>'0123456789'</a:t>
            </a:r>
            <a:endParaRPr lang="zh-CN" altLang="en-US" sz="1600" strike="noStrike" noProof="1">
              <a:solidFill>
                <a:srgbClr val="00B0F0"/>
              </a:solidFill>
              <a:latin typeface="Consolas" panose="020B0609020204030204" pitchFamily="49"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标题 63489"/>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——filter()</a:t>
            </a:r>
            <a:endParaRPr kumimoji="0" lang="en-US" altLang="zh-CN"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165890" name="文本占位符 63490"/>
          <p:cNvSpPr>
            <a:spLocks noGrp="1"/>
          </p:cNvSpPr>
          <p:nvPr>
            <p:ph idx="1"/>
          </p:nvPr>
        </p:nvSpPr>
        <p:spPr/>
        <p:txBody>
          <a:bodyPr wrap="square" lIns="68591" tIns="34295" rIns="68591" bIns="34295" anchor="t"/>
          <a:lstStyle/>
          <a:p>
            <a:pPr eaLnBrk="1" fontAlgn="base" hangingPunct="1">
              <a:spcBef>
                <a:spcPct val="0"/>
              </a:spcBef>
              <a:buSzPct val="90000"/>
              <a:buFont typeface="Wingdings" panose="05000000000000000000" pitchFamily="2" charset="2"/>
              <a:buChar char="§"/>
            </a:pPr>
            <a:r>
              <a:rPr lang="zh-CN" altLang="en-US" sz="1800" strike="noStrike" noProof="1"/>
              <a:t>内置函数</a:t>
            </a:r>
            <a:r>
              <a:rPr lang="en-US" altLang="zh-CN" sz="1800" strike="noStrike" noProof="1"/>
              <a:t>filter</a:t>
            </a:r>
            <a:r>
              <a:rPr lang="zh-CN" altLang="en-US" sz="1800" strike="noStrike" noProof="1"/>
              <a:t>将一个函数作用到一个序列上，返回该序列中使得该函数返回值为</a:t>
            </a:r>
            <a:r>
              <a:rPr lang="en-US" altLang="zh-CN" sz="1800" strike="noStrike" noProof="1"/>
              <a:t>True</a:t>
            </a:r>
            <a:r>
              <a:rPr lang="zh-CN" altLang="en-US" sz="1800" strike="noStrike" noProof="1"/>
              <a:t>的那些元素组成的</a:t>
            </a:r>
            <a:r>
              <a:rPr lang="en-US" altLang="zh-CN" sz="1800" strike="noStrike" noProof="1"/>
              <a:t>filter</a:t>
            </a:r>
            <a:r>
              <a:rPr lang="zh-CN" altLang="en-US" sz="1800" strike="noStrike" noProof="1"/>
              <a:t>对象。</a:t>
            </a:r>
            <a:endParaRPr lang="zh-CN" altLang="en-US" sz="1800" strike="noStrike" noProof="1"/>
          </a:p>
          <a:p>
            <a:pPr eaLnBrk="1" fontAlgn="base" hangingPunct="1">
              <a:spcBef>
                <a:spcPct val="0"/>
              </a:spcBef>
              <a:buSzPct val="90000"/>
              <a:buFont typeface="Wingdings" panose="05000000000000000000" pitchFamily="2" charset="2"/>
              <a:buNone/>
            </a:pPr>
            <a:endParaRPr lang="en-US" altLang="zh-CN" sz="135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seq=['foo','x41','?!','***']</a:t>
            </a:r>
            <a:endParaRPr lang="en-US" altLang="zh-CN" sz="16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def func(x):</a:t>
            </a:r>
            <a:endParaRPr lang="en-US" altLang="zh-CN" sz="16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    return x.isalnum()</a:t>
            </a:r>
            <a:endParaRPr lang="en-US" altLang="zh-CN" sz="16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list(filter(func,seq))</a:t>
            </a:r>
            <a:endParaRPr lang="en-US" altLang="zh-CN" sz="16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['foo', 'x41']</a:t>
            </a:r>
            <a:endParaRPr lang="en-US" altLang="zh-CN" sz="16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seq</a:t>
            </a:r>
            <a:endParaRPr lang="en-US" altLang="zh-CN" sz="16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['foo', 'x41', '?!', '***']</a:t>
            </a:r>
            <a:endParaRPr lang="en-US" altLang="zh-CN" sz="16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[x for x in seq if x.isalnum()]</a:t>
            </a:r>
            <a:endParaRPr lang="en-US" altLang="zh-CN" sz="16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['foo', 'x41']</a:t>
            </a:r>
            <a:endParaRPr lang="en-US" altLang="zh-CN" sz="16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list(filter(lambda x:x.isalnum(),seq))</a:t>
            </a:r>
            <a:endParaRPr lang="en-US" altLang="zh-CN" sz="1600" strike="noStrike" noProof="1">
              <a:latin typeface="Consolas" panose="020B0609020204030204" pitchFamily="49" charset="0"/>
            </a:endParaRPr>
          </a:p>
          <a:p>
            <a:pPr eaLnBrk="1" fontAlgn="base" hangingPunct="1">
              <a:spcBef>
                <a:spcPct val="0"/>
              </a:spcBef>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['foo', 'x41']</a:t>
            </a:r>
            <a:endParaRPr lang="en-US" altLang="zh-CN" sz="1350" strike="noStrike" noProof="1">
              <a:latin typeface="Consolas" panose="020B0609020204030204" pitchFamily="49" charset="0"/>
            </a:endParaRPr>
          </a:p>
          <a:p>
            <a:pPr eaLnBrk="1" fontAlgn="base" hangingPunct="1">
              <a:lnSpc>
                <a:spcPct val="90000"/>
              </a:lnSpc>
              <a:buSzPct val="90000"/>
              <a:buFont typeface="Wingdings" panose="05000000000000000000" pitchFamily="2" charset="2"/>
              <a:buChar char="•"/>
            </a:pPr>
            <a:endParaRPr lang="en-US" altLang="zh-CN" sz="1350" strike="noStrike" noProof="1">
              <a:latin typeface="Consolas" panose="020B0609020204030204" pitchFamily="49" charset="0"/>
            </a:endParaRP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Content Placeholder 2"/>
          <p:cNvSpPr>
            <a:spLocks noGrp="1"/>
          </p:cNvSpPr>
          <p:nvPr>
            <p:ph idx="1"/>
          </p:nvPr>
        </p:nvSpPr>
        <p:spPr>
          <a:xfrm>
            <a:off x="358140" y="1079500"/>
            <a:ext cx="8367395" cy="3395980"/>
          </a:xfrm>
        </p:spPr>
        <p:txBody>
          <a:bodyPr wrap="square" lIns="68591" tIns="34295" rIns="68591" bIns="34295" anchor="t"/>
          <a:lstStyle/>
          <a:p>
            <a:pPr eaLnBrk="1" hangingPunct="1">
              <a:lnSpc>
                <a:spcPct val="150000"/>
              </a:lnSpc>
              <a:spcBef>
                <a:spcPct val="0"/>
              </a:spcBef>
            </a:pPr>
            <a:r>
              <a:rPr lang="en-US" altLang="en-US" sz="1800" dirty="0">
                <a:solidFill>
                  <a:srgbClr val="FF0000"/>
                </a:solidFill>
              </a:rPr>
              <a:t>包含yield语句的函数</a:t>
            </a:r>
            <a:r>
              <a:rPr lang="en-US" altLang="en-US" sz="1800" dirty="0"/>
              <a:t>可以用来创建</a:t>
            </a:r>
            <a:r>
              <a:rPr lang="en-US" altLang="en-US" sz="1800" dirty="0">
                <a:solidFill>
                  <a:srgbClr val="FF0000"/>
                </a:solidFill>
              </a:rPr>
              <a:t>生成器对象</a:t>
            </a:r>
            <a:r>
              <a:rPr lang="en-US" altLang="en-US" sz="1800" dirty="0"/>
              <a:t>，这样的函数也称生成器函数。</a:t>
            </a:r>
            <a:endParaRPr lang="en-US" altLang="en-US" sz="1800" dirty="0"/>
          </a:p>
          <a:p>
            <a:pPr eaLnBrk="1" hangingPunct="1">
              <a:lnSpc>
                <a:spcPct val="150000"/>
              </a:lnSpc>
              <a:spcBef>
                <a:spcPct val="0"/>
              </a:spcBef>
            </a:pPr>
            <a:r>
              <a:rPr lang="en-US" altLang="en-US" sz="1800" dirty="0"/>
              <a:t>每次执行到yield语句</a:t>
            </a:r>
            <a:r>
              <a:rPr lang="zh-CN" altLang="en-US" sz="1800" dirty="0"/>
              <a:t>会</a:t>
            </a:r>
            <a:r>
              <a:rPr lang="en-US" altLang="en-US" sz="1800" dirty="0">
                <a:solidFill>
                  <a:srgbClr val="FF0000"/>
                </a:solidFill>
              </a:rPr>
              <a:t>返回一个值</a:t>
            </a:r>
            <a:r>
              <a:rPr lang="zh-CN" altLang="en-US" sz="1800" dirty="0">
                <a:solidFill>
                  <a:srgbClr val="FF0000"/>
                </a:solidFill>
              </a:rPr>
              <a:t>然后</a:t>
            </a:r>
            <a:r>
              <a:rPr lang="en-US" altLang="en-US" sz="1800" dirty="0">
                <a:solidFill>
                  <a:srgbClr val="FF0000"/>
                </a:solidFill>
              </a:rPr>
              <a:t>暂停或挂起后面代码的执行</a:t>
            </a:r>
            <a:r>
              <a:rPr lang="en-US" altLang="en-US" sz="1800" dirty="0"/>
              <a:t>，下次通过生成器对象的__next__()方法、内置函数next()、for循环遍历生成器对象元素或其他方式显式“索要”数据时恢复执行。</a:t>
            </a:r>
            <a:endParaRPr lang="en-US" altLang="en-US" sz="1800" dirty="0"/>
          </a:p>
          <a:p>
            <a:pPr eaLnBrk="1" hangingPunct="1">
              <a:lnSpc>
                <a:spcPct val="150000"/>
              </a:lnSpc>
              <a:spcBef>
                <a:spcPct val="0"/>
              </a:spcBef>
            </a:pPr>
            <a:r>
              <a:rPr lang="en-US" altLang="en-US" sz="1800" dirty="0"/>
              <a:t>生成器</a:t>
            </a:r>
            <a:r>
              <a:rPr lang="zh-CN" altLang="en-US" sz="1800" dirty="0"/>
              <a:t>对象</a:t>
            </a:r>
            <a:r>
              <a:rPr lang="en-US" altLang="en-US" sz="1800" dirty="0"/>
              <a:t>具有</a:t>
            </a:r>
            <a:r>
              <a:rPr lang="en-US" altLang="en-US" sz="1800" dirty="0">
                <a:solidFill>
                  <a:srgbClr val="FF0000"/>
                </a:solidFill>
              </a:rPr>
              <a:t>惰性求值</a:t>
            </a:r>
            <a:r>
              <a:rPr lang="en-US" altLang="en-US" sz="1800" dirty="0"/>
              <a:t>的特点，适合大数据处理。</a:t>
            </a:r>
            <a:endParaRPr lang="en-US" altLang="en-US" sz="1800" dirty="0"/>
          </a:p>
        </p:txBody>
      </p:sp>
      <p:sp>
        <p:nvSpPr>
          <p:cNvPr id="159746"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生成器函数</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endParaRP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Content Placeholder 2"/>
          <p:cNvSpPr>
            <a:spLocks noGrp="1"/>
          </p:cNvSpPr>
          <p:nvPr>
            <p:ph idx="1"/>
          </p:nvPr>
        </p:nvSpPr>
        <p:spPr/>
        <p:txBody>
          <a:bodyPr wrap="square" lIns="68591" tIns="34295" rIns="68591" bIns="34295" anchor="t"/>
          <a:lstStyle/>
          <a:p>
            <a:pPr marL="0" indent="0" eaLnBrk="1" fontAlgn="base" hangingPunct="1">
              <a:buNone/>
            </a:pPr>
            <a:r>
              <a:rPr lang="en-US" altLang="en-US" sz="1600" strike="noStrike" noProof="1">
                <a:latin typeface="Consolas" panose="020B0609020204030204" pitchFamily="49" charset="0"/>
              </a:rPr>
              <a:t>&gt;&gt;&gt; def f():</a:t>
            </a:r>
            <a:endParaRPr lang="en-US" altLang="en-US" sz="1600" strike="noStrike" noProof="1">
              <a:latin typeface="Consolas" panose="020B0609020204030204" pitchFamily="49" charset="0"/>
            </a:endParaRPr>
          </a:p>
          <a:p>
            <a:pPr marL="0" indent="0" eaLnBrk="1" fontAlgn="base" hangingPunct="1">
              <a:buNone/>
            </a:pPr>
            <a:r>
              <a:rPr lang="en-US" altLang="zh-CN" sz="1600" strike="noStrike" noProof="1">
                <a:latin typeface="Consolas" panose="020B0609020204030204" pitchFamily="49" charset="0"/>
              </a:rPr>
              <a:t>    </a:t>
            </a:r>
            <a:r>
              <a:rPr lang="en-US" altLang="en-US" sz="1600" strike="noStrike" noProof="1">
                <a:latin typeface="Consolas" panose="020B0609020204030204" pitchFamily="49" charset="0"/>
              </a:rPr>
              <a:t>a, b = 1, 1            #序列解包，同时为多个元素赋值</a:t>
            </a:r>
            <a:endParaRPr lang="en-US" altLang="en-US" sz="1600" strike="noStrike" noProof="1">
              <a:latin typeface="Consolas" panose="020B0609020204030204" pitchFamily="49" charset="0"/>
            </a:endParaRPr>
          </a:p>
          <a:p>
            <a:pPr marL="0" indent="0" eaLnBrk="1" fontAlgn="base" hangingPunct="1">
              <a:buNone/>
            </a:pPr>
            <a:r>
              <a:rPr lang="en-US" altLang="zh-CN" sz="1600" strike="noStrike" noProof="1">
                <a:latin typeface="Consolas" panose="020B0609020204030204" pitchFamily="49" charset="0"/>
              </a:rPr>
              <a:t>    </a:t>
            </a:r>
            <a:r>
              <a:rPr lang="en-US" altLang="en-US" sz="1600" strike="noStrike" noProof="1">
                <a:latin typeface="Consolas" panose="020B0609020204030204" pitchFamily="49" charset="0"/>
              </a:rPr>
              <a:t>while True:</a:t>
            </a:r>
            <a:endParaRPr lang="en-US" altLang="en-US" sz="1600" strike="noStrike" noProof="1">
              <a:latin typeface="Consolas" panose="020B0609020204030204" pitchFamily="49" charset="0"/>
            </a:endParaRPr>
          </a:p>
          <a:p>
            <a:pPr marL="0" indent="0" eaLnBrk="1" fontAlgn="base" hangingPunct="1">
              <a:buNone/>
            </a:pPr>
            <a:r>
              <a:rPr lang="en-US" altLang="zh-CN" sz="1600" strike="noStrike" noProof="1">
                <a:latin typeface="Consolas" panose="020B0609020204030204" pitchFamily="49" charset="0"/>
              </a:rPr>
              <a:t>        </a:t>
            </a:r>
            <a:r>
              <a:rPr lang="en-US" altLang="en-US" sz="1600" strike="noStrike" noProof="1">
                <a:latin typeface="Consolas" panose="020B0609020204030204" pitchFamily="49" charset="0"/>
              </a:rPr>
              <a:t>yield a            #暂停执行，需要时再产生一个新元素</a:t>
            </a:r>
            <a:endParaRPr lang="en-US" altLang="en-US" sz="1600" strike="noStrike" noProof="1">
              <a:latin typeface="Consolas" panose="020B0609020204030204" pitchFamily="49" charset="0"/>
            </a:endParaRPr>
          </a:p>
          <a:p>
            <a:pPr marL="0" indent="0" eaLnBrk="1" fontAlgn="base" hangingPunct="1">
              <a:buNone/>
            </a:pPr>
            <a:r>
              <a:rPr lang="en-US" altLang="zh-CN" sz="1600" strike="noStrike" noProof="1">
                <a:latin typeface="Consolas" panose="020B0609020204030204" pitchFamily="49" charset="0"/>
              </a:rPr>
              <a:t>        </a:t>
            </a:r>
            <a:r>
              <a:rPr lang="en-US" altLang="en-US" sz="1600" strike="noStrike" noProof="1">
                <a:latin typeface="Consolas" panose="020B0609020204030204" pitchFamily="49" charset="0"/>
              </a:rPr>
              <a:t>a, b = b, a+b      #序列解包，继续生成新元素</a:t>
            </a:r>
            <a:endParaRPr lang="en-US" altLang="en-US" sz="1600" strike="noStrike" noProof="1">
              <a:latin typeface="Consolas" panose="020B0609020204030204" pitchFamily="49" charset="0"/>
            </a:endParaRPr>
          </a:p>
          <a:p>
            <a:pPr marL="0" indent="0" eaLnBrk="1" fontAlgn="base" hangingPunct="1">
              <a:buNone/>
            </a:pPr>
            <a:endParaRPr lang="en-US" altLang="en-US" sz="1600" strike="noStrike" noProof="1">
              <a:latin typeface="Consolas" panose="020B0609020204030204" pitchFamily="49" charset="0"/>
            </a:endParaRPr>
          </a:p>
          <a:p>
            <a:pPr marL="0" indent="0" eaLnBrk="1" fontAlgn="base" hangingPunct="1">
              <a:buNone/>
            </a:pPr>
            <a:r>
              <a:rPr lang="en-US" altLang="en-US" sz="1600" strike="noStrike" noProof="1">
                <a:latin typeface="Consolas" panose="020B0609020204030204" pitchFamily="49" charset="0"/>
              </a:rPr>
              <a:t>&gt;&gt;&gt; a = f()                #创建生成器对象</a:t>
            </a:r>
            <a:endParaRPr lang="en-US" altLang="en-US" sz="1600" strike="noStrike" noProof="1">
              <a:latin typeface="Consolas" panose="020B0609020204030204" pitchFamily="49" charset="0"/>
            </a:endParaRPr>
          </a:p>
          <a:p>
            <a:pPr marL="0" indent="0" eaLnBrk="1" fontAlgn="base" hangingPunct="1">
              <a:buNone/>
            </a:pPr>
            <a:r>
              <a:rPr lang="en-US" altLang="en-US" sz="1600" strike="noStrike" noProof="1">
                <a:latin typeface="Consolas" panose="020B0609020204030204" pitchFamily="49" charset="0"/>
              </a:rPr>
              <a:t>&gt;&gt;&gt; for i in range(10):    #斐波那契数列中前10个元素</a:t>
            </a:r>
            <a:endParaRPr lang="en-US" altLang="en-US" sz="1600" strike="noStrike" noProof="1">
              <a:latin typeface="Consolas" panose="020B0609020204030204" pitchFamily="49" charset="0"/>
            </a:endParaRPr>
          </a:p>
          <a:p>
            <a:pPr marL="0" indent="0" eaLnBrk="1" fontAlgn="base" hangingPunct="1">
              <a:buNone/>
            </a:pPr>
            <a:r>
              <a:rPr lang="en-US" altLang="zh-CN" sz="1600" strike="noStrike" noProof="1">
                <a:latin typeface="Consolas" panose="020B0609020204030204" pitchFamily="49" charset="0"/>
              </a:rPr>
              <a:t>    </a:t>
            </a:r>
            <a:r>
              <a:rPr lang="en-US" altLang="en-US" sz="1600" strike="noStrike" noProof="1">
                <a:latin typeface="Consolas" panose="020B0609020204030204" pitchFamily="49" charset="0"/>
              </a:rPr>
              <a:t>print(a.__next__(), end=' ')</a:t>
            </a:r>
            <a:endParaRPr lang="en-US" altLang="en-US" sz="1600" strike="noStrike" noProof="1">
              <a:latin typeface="Consolas" panose="020B0609020204030204" pitchFamily="49" charset="0"/>
            </a:endParaRPr>
          </a:p>
          <a:p>
            <a:pPr marL="0" indent="0" eaLnBrk="1" fontAlgn="base" hangingPunct="1">
              <a:buNone/>
            </a:pPr>
            <a:endParaRPr lang="en-US" altLang="en-US" sz="1600" strike="noStrike" noProof="1">
              <a:latin typeface="Consolas" panose="020B0609020204030204" pitchFamily="49" charset="0"/>
            </a:endParaRPr>
          </a:p>
          <a:p>
            <a:pPr marL="0" indent="0" eaLnBrk="1" fontAlgn="base" hangingPunct="1">
              <a:buNone/>
            </a:pPr>
            <a:r>
              <a:rPr lang="en-US" altLang="en-US" sz="1600" strike="noStrike" noProof="1">
                <a:solidFill>
                  <a:srgbClr val="00B0F0"/>
                </a:solidFill>
                <a:latin typeface="Consolas" panose="020B0609020204030204" pitchFamily="49" charset="0"/>
              </a:rPr>
              <a:t>1 1 2 3 5 8 13 21 34 55 </a:t>
            </a:r>
            <a:endParaRPr lang="en-US" altLang="en-US" sz="1600" strike="noStrike" noProof="1">
              <a:solidFill>
                <a:srgbClr val="00B0F0"/>
              </a:solidFill>
              <a:latin typeface="Consolas" panose="020B0609020204030204" pitchFamily="49" charset="0"/>
            </a:endParaRPr>
          </a:p>
        </p:txBody>
      </p:sp>
      <p:sp>
        <p:nvSpPr>
          <p:cNvPr id="160770"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生成器函数</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endParaRP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Content Placeholder 2"/>
          <p:cNvSpPr>
            <a:spLocks noGrp="1"/>
          </p:cNvSpPr>
          <p:nvPr>
            <p:ph idx="1"/>
          </p:nvPr>
        </p:nvSpPr>
        <p:spPr/>
        <p:txBody>
          <a:bodyPr wrap="square" lIns="68591" tIns="34295" rIns="68591" bIns="34295" anchor="t"/>
          <a:lstStyle/>
          <a:p>
            <a:pPr marL="0" indent="0" eaLnBrk="1" latinLnBrk="0" hangingPunct="1">
              <a:spcBef>
                <a:spcPts val="0"/>
              </a:spcBef>
              <a:buNone/>
            </a:pPr>
            <a:r>
              <a:rPr lang="en-US" altLang="en-US" sz="1600" strike="noStrike" noProof="1">
                <a:latin typeface="Consolas" panose="020B0609020204030204" pitchFamily="49" charset="0"/>
              </a:rPr>
              <a:t>&gt;&gt;&gt; for i in f():         #斐波那契数列中第一个大于100的元素</a:t>
            </a:r>
            <a:endParaRPr lang="en-US" altLang="en-US" sz="1600" strike="noStrike" noProof="1">
              <a:latin typeface="Consolas" panose="020B0609020204030204" pitchFamily="49" charset="0"/>
            </a:endParaRPr>
          </a:p>
          <a:p>
            <a:pPr marL="0" indent="0" eaLnBrk="1" latinLnBrk="0" hangingPunct="1">
              <a:spcBef>
                <a:spcPts val="0"/>
              </a:spcBef>
              <a:buNone/>
            </a:pPr>
            <a:r>
              <a:rPr lang="en-US" altLang="zh-CN" sz="1600" strike="noStrike" noProof="1">
                <a:latin typeface="Consolas" panose="020B0609020204030204" pitchFamily="49" charset="0"/>
              </a:rPr>
              <a:t>    </a:t>
            </a:r>
            <a:r>
              <a:rPr lang="en-US" altLang="en-US" sz="1600" strike="noStrike" noProof="1">
                <a:latin typeface="Consolas" panose="020B0609020204030204" pitchFamily="49" charset="0"/>
              </a:rPr>
              <a:t>if i &gt; 100:</a:t>
            </a:r>
            <a:endParaRPr lang="en-US" altLang="en-US" sz="1600" strike="noStrike" noProof="1">
              <a:latin typeface="Consolas" panose="020B0609020204030204" pitchFamily="49" charset="0"/>
            </a:endParaRPr>
          </a:p>
          <a:p>
            <a:pPr marL="0" indent="0" eaLnBrk="1" latinLnBrk="0" hangingPunct="1">
              <a:spcBef>
                <a:spcPts val="0"/>
              </a:spcBef>
              <a:buNone/>
            </a:pPr>
            <a:r>
              <a:rPr lang="en-US" altLang="zh-CN" sz="1600" strike="noStrike" noProof="1">
                <a:latin typeface="Consolas" panose="020B0609020204030204" pitchFamily="49" charset="0"/>
              </a:rPr>
              <a:t>        </a:t>
            </a:r>
            <a:r>
              <a:rPr lang="en-US" altLang="en-US" sz="1600" strike="noStrike" noProof="1">
                <a:latin typeface="Consolas" panose="020B0609020204030204" pitchFamily="49" charset="0"/>
              </a:rPr>
              <a:t>print(i, end=' ')</a:t>
            </a:r>
            <a:endParaRPr lang="en-US" altLang="en-US" sz="1600" strike="noStrike" noProof="1">
              <a:latin typeface="Consolas" panose="020B0609020204030204" pitchFamily="49" charset="0"/>
            </a:endParaRPr>
          </a:p>
          <a:p>
            <a:pPr marL="0" indent="0" eaLnBrk="1" latinLnBrk="0" hangingPunct="1">
              <a:spcBef>
                <a:spcPts val="0"/>
              </a:spcBef>
              <a:buNone/>
            </a:pPr>
            <a:r>
              <a:rPr lang="en-US" altLang="zh-CN" sz="1600" strike="noStrike" noProof="1">
                <a:latin typeface="Consolas" panose="020B0609020204030204" pitchFamily="49" charset="0"/>
              </a:rPr>
              <a:t>        </a:t>
            </a:r>
            <a:r>
              <a:rPr lang="en-US" altLang="en-US" sz="1600" strike="noStrike" noProof="1">
                <a:latin typeface="Consolas" panose="020B0609020204030204" pitchFamily="49" charset="0"/>
              </a:rPr>
              <a:t>break</a:t>
            </a:r>
            <a:endParaRPr lang="en-US" altLang="en-US" sz="1600" strike="noStrike" noProof="1">
              <a:latin typeface="Consolas" panose="020B0609020204030204" pitchFamily="49" charset="0"/>
            </a:endParaRPr>
          </a:p>
          <a:p>
            <a:pPr marL="0" indent="0" eaLnBrk="1" latinLnBrk="0" hangingPunct="1">
              <a:spcBef>
                <a:spcPts val="0"/>
              </a:spcBef>
              <a:buNone/>
            </a:pPr>
            <a:endParaRPr lang="en-US" altLang="en-US" sz="1600" strike="noStrike" noProof="1">
              <a:latin typeface="Consolas" panose="020B0609020204030204" pitchFamily="49" charset="0"/>
            </a:endParaRPr>
          </a:p>
          <a:p>
            <a:pPr marL="0" indent="0" eaLnBrk="1" latinLnBrk="0" hangingPunct="1">
              <a:spcBef>
                <a:spcPts val="0"/>
              </a:spcBef>
              <a:buNone/>
            </a:pPr>
            <a:r>
              <a:rPr lang="en-US" altLang="en-US" sz="1600" strike="noStrike" noProof="1">
                <a:solidFill>
                  <a:srgbClr val="00B0F0"/>
                </a:solidFill>
                <a:latin typeface="Consolas" panose="020B0609020204030204" pitchFamily="49" charset="0"/>
              </a:rPr>
              <a:t>144</a:t>
            </a:r>
            <a:endParaRPr lang="en-US" altLang="en-US" sz="1600" strike="noStrike" noProof="1">
              <a:solidFill>
                <a:srgbClr val="00B0F0"/>
              </a:solidFill>
              <a:latin typeface="Consolas" panose="020B0609020204030204" pitchFamily="49" charset="0"/>
            </a:endParaRPr>
          </a:p>
          <a:p>
            <a:pPr marL="0" indent="0" eaLnBrk="1" latinLnBrk="0" hangingPunct="1">
              <a:spcBef>
                <a:spcPts val="0"/>
              </a:spcBef>
              <a:buNone/>
            </a:pPr>
            <a:r>
              <a:rPr lang="en-US" altLang="en-US" sz="1600" strike="noStrike" noProof="1">
                <a:latin typeface="Consolas" panose="020B0609020204030204" pitchFamily="49" charset="0"/>
              </a:rPr>
              <a:t>&gt;&gt;&gt; a = f()               #创建生成器对象</a:t>
            </a:r>
            <a:endParaRPr lang="en-US" altLang="en-US" sz="1600" strike="noStrike" noProof="1">
              <a:latin typeface="Consolas" panose="020B0609020204030204" pitchFamily="49" charset="0"/>
            </a:endParaRPr>
          </a:p>
          <a:p>
            <a:pPr marL="0" indent="0" eaLnBrk="1" latinLnBrk="0" hangingPunct="1">
              <a:spcBef>
                <a:spcPts val="0"/>
              </a:spcBef>
              <a:buNone/>
            </a:pPr>
            <a:r>
              <a:rPr lang="en-US" altLang="en-US" sz="1600" strike="noStrike" noProof="1">
                <a:latin typeface="Consolas" panose="020B0609020204030204" pitchFamily="49" charset="0"/>
              </a:rPr>
              <a:t>&gt;&gt;&gt; next(a)               #使用内置函数next()获取生成器对象中的元素</a:t>
            </a:r>
            <a:endParaRPr lang="en-US" altLang="en-US" sz="1600" strike="noStrike" noProof="1">
              <a:latin typeface="Consolas" panose="020B0609020204030204" pitchFamily="49" charset="0"/>
            </a:endParaRPr>
          </a:p>
          <a:p>
            <a:pPr marL="0" indent="0" eaLnBrk="1" latinLnBrk="0" hangingPunct="1">
              <a:spcBef>
                <a:spcPts val="0"/>
              </a:spcBef>
              <a:buNone/>
            </a:pPr>
            <a:r>
              <a:rPr lang="en-US" altLang="en-US" sz="1600" strike="noStrike" noProof="1">
                <a:solidFill>
                  <a:srgbClr val="00B0F0"/>
                </a:solidFill>
                <a:latin typeface="Consolas" panose="020B0609020204030204" pitchFamily="49" charset="0"/>
              </a:rPr>
              <a:t>1</a:t>
            </a:r>
            <a:endParaRPr lang="en-US" altLang="en-US" sz="1600" strike="noStrike" noProof="1">
              <a:solidFill>
                <a:srgbClr val="00B0F0"/>
              </a:solidFill>
              <a:latin typeface="Consolas" panose="020B0609020204030204" pitchFamily="49" charset="0"/>
            </a:endParaRPr>
          </a:p>
          <a:p>
            <a:pPr marL="0" indent="0" eaLnBrk="1" latinLnBrk="0" hangingPunct="1">
              <a:spcBef>
                <a:spcPts val="0"/>
              </a:spcBef>
              <a:buNone/>
            </a:pPr>
            <a:r>
              <a:rPr lang="en-US" altLang="en-US" sz="1600" strike="noStrike" noProof="1">
                <a:latin typeface="Consolas" panose="020B0609020204030204" pitchFamily="49" charset="0"/>
              </a:rPr>
              <a:t>&gt;&gt;&gt; next(a)               #每次索取新元素时，由yield语句生成</a:t>
            </a:r>
            <a:endParaRPr lang="en-US" altLang="en-US" sz="1600" strike="noStrike" noProof="1">
              <a:latin typeface="Consolas" panose="020B0609020204030204" pitchFamily="49" charset="0"/>
            </a:endParaRPr>
          </a:p>
          <a:p>
            <a:pPr marL="0" indent="0" eaLnBrk="1" latinLnBrk="0" hangingPunct="1">
              <a:spcBef>
                <a:spcPts val="0"/>
              </a:spcBef>
              <a:buNone/>
            </a:pPr>
            <a:r>
              <a:rPr lang="en-US" altLang="en-US" sz="1600" strike="noStrike" noProof="1">
                <a:solidFill>
                  <a:srgbClr val="00B0F0"/>
                </a:solidFill>
                <a:latin typeface="Consolas" panose="020B0609020204030204" pitchFamily="49" charset="0"/>
              </a:rPr>
              <a:t>1</a:t>
            </a:r>
            <a:endParaRPr lang="en-US" altLang="en-US" sz="1600" strike="noStrike" noProof="1">
              <a:solidFill>
                <a:srgbClr val="00B0F0"/>
              </a:solidFill>
              <a:latin typeface="Consolas" panose="020B0609020204030204" pitchFamily="49" charset="0"/>
            </a:endParaRPr>
          </a:p>
          <a:p>
            <a:pPr marL="0" indent="0" eaLnBrk="1" latinLnBrk="0" hangingPunct="1">
              <a:spcBef>
                <a:spcPts val="0"/>
              </a:spcBef>
              <a:buNone/>
            </a:pPr>
            <a:r>
              <a:rPr lang="en-US" altLang="en-US" sz="1600" strike="noStrike" noProof="1">
                <a:latin typeface="Consolas" panose="020B0609020204030204" pitchFamily="49" charset="0"/>
              </a:rPr>
              <a:t>&gt;&gt;&gt; a.__next__()          #也可以调用生成器对象的__next__()方法</a:t>
            </a:r>
            <a:endParaRPr lang="en-US" altLang="en-US" sz="1600" strike="noStrike" noProof="1">
              <a:latin typeface="Consolas" panose="020B0609020204030204" pitchFamily="49" charset="0"/>
            </a:endParaRPr>
          </a:p>
          <a:p>
            <a:pPr marL="0" indent="0" eaLnBrk="1" latinLnBrk="0" hangingPunct="1">
              <a:spcBef>
                <a:spcPts val="0"/>
              </a:spcBef>
              <a:buNone/>
            </a:pPr>
            <a:r>
              <a:rPr lang="en-US" altLang="en-US" sz="1600" strike="noStrike" noProof="1">
                <a:solidFill>
                  <a:srgbClr val="00B0F0"/>
                </a:solidFill>
                <a:latin typeface="Consolas" panose="020B0609020204030204" pitchFamily="49" charset="0"/>
              </a:rPr>
              <a:t>2</a:t>
            </a:r>
            <a:endParaRPr lang="en-US" altLang="en-US" sz="1600" strike="noStrike" noProof="1">
              <a:solidFill>
                <a:srgbClr val="00B0F0"/>
              </a:solidFill>
              <a:latin typeface="Consolas" panose="020B0609020204030204" pitchFamily="49" charset="0"/>
            </a:endParaRPr>
          </a:p>
          <a:p>
            <a:pPr marL="0" indent="0" eaLnBrk="1" latinLnBrk="0" hangingPunct="1">
              <a:spcBef>
                <a:spcPts val="0"/>
              </a:spcBef>
              <a:buNone/>
            </a:pPr>
            <a:r>
              <a:rPr lang="en-US" altLang="en-US" sz="1600" strike="noStrike" noProof="1">
                <a:latin typeface="Consolas" panose="020B0609020204030204" pitchFamily="49" charset="0"/>
              </a:rPr>
              <a:t>&gt;&gt;&gt; a.__next__()</a:t>
            </a:r>
            <a:endParaRPr lang="en-US" altLang="en-US" sz="1600" strike="noStrike" noProof="1">
              <a:latin typeface="Consolas" panose="020B0609020204030204" pitchFamily="49" charset="0"/>
            </a:endParaRPr>
          </a:p>
          <a:p>
            <a:pPr marL="0" indent="0" eaLnBrk="1" latinLnBrk="0" hangingPunct="1">
              <a:spcBef>
                <a:spcPts val="0"/>
              </a:spcBef>
              <a:buNone/>
            </a:pPr>
            <a:r>
              <a:rPr lang="en-US" altLang="en-US" sz="1600" strike="noStrike" noProof="1">
                <a:solidFill>
                  <a:srgbClr val="00B0F0"/>
                </a:solidFill>
                <a:latin typeface="Consolas" panose="020B0609020204030204" pitchFamily="49" charset="0"/>
              </a:rPr>
              <a:t>3</a:t>
            </a:r>
            <a:endParaRPr lang="en-US" altLang="en-US" sz="1600" strike="noStrike" noProof="1">
              <a:solidFill>
                <a:srgbClr val="00B0F0"/>
              </a:solidFill>
              <a:latin typeface="Consolas" panose="020B0609020204030204" pitchFamily="49" charset="0"/>
            </a:endParaRPr>
          </a:p>
        </p:txBody>
      </p:sp>
      <p:sp>
        <p:nvSpPr>
          <p:cNvPr id="161794"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生成器函数</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endParaRP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Content Placeholder 2"/>
          <p:cNvSpPr>
            <a:spLocks noGrp="1"/>
          </p:cNvSpPr>
          <p:nvPr>
            <p:ph idx="1"/>
          </p:nvPr>
        </p:nvSpPr>
        <p:spPr/>
        <p:txBody>
          <a:bodyPr wrap="square" lIns="68591" tIns="34295" rIns="68591" bIns="34295" anchor="t"/>
          <a:lstStyle/>
          <a:p>
            <a:pPr marL="0" indent="0" eaLnBrk="1" latinLnBrk="0" hangingPunct="1">
              <a:spcBef>
                <a:spcPts val="0"/>
              </a:spcBef>
              <a:buNone/>
            </a:pPr>
            <a:r>
              <a:rPr lang="en-US" altLang="en-US" sz="1600" strike="noStrike" noProof="1">
                <a:latin typeface="Consolas" panose="020B0609020204030204" pitchFamily="49" charset="0"/>
              </a:rPr>
              <a:t>&gt;&gt;&gt; def f():</a:t>
            </a:r>
            <a:endParaRPr lang="en-US" altLang="en-US" sz="1600" strike="noStrike" noProof="1">
              <a:latin typeface="Consolas" panose="020B0609020204030204" pitchFamily="49" charset="0"/>
            </a:endParaRPr>
          </a:p>
          <a:p>
            <a:pPr marL="0" indent="0" eaLnBrk="1" latinLnBrk="0" hangingPunct="1">
              <a:spcBef>
                <a:spcPts val="0"/>
              </a:spcBef>
              <a:buNone/>
            </a:pPr>
            <a:r>
              <a:rPr lang="en-US" altLang="zh-CN" sz="1600" strike="noStrike" noProof="1">
                <a:latin typeface="Consolas" panose="020B0609020204030204" pitchFamily="49" charset="0"/>
              </a:rPr>
              <a:t>    </a:t>
            </a:r>
            <a:r>
              <a:rPr lang="en-US" altLang="en-US" sz="1600" strike="noStrike" noProof="1">
                <a:latin typeface="Consolas" panose="020B0609020204030204" pitchFamily="49" charset="0"/>
              </a:rPr>
              <a:t>yield from 'abcdefg'        #使用yield表达式创建生成器</a:t>
            </a:r>
            <a:endParaRPr lang="en-US" altLang="en-US" sz="1600" strike="noStrike" noProof="1">
              <a:latin typeface="Consolas" panose="020B0609020204030204" pitchFamily="49" charset="0"/>
            </a:endParaRPr>
          </a:p>
          <a:p>
            <a:pPr marL="0" indent="0" eaLnBrk="1" latinLnBrk="0" hangingPunct="1">
              <a:spcBef>
                <a:spcPts val="0"/>
              </a:spcBef>
              <a:buNone/>
            </a:pPr>
            <a:r>
              <a:rPr lang="en-US" altLang="en-US" sz="1600" strike="noStrike" noProof="1">
                <a:latin typeface="Consolas" panose="020B0609020204030204" pitchFamily="49" charset="0"/>
              </a:rPr>
              <a:t>	</a:t>
            </a:r>
            <a:endParaRPr lang="en-US" altLang="en-US" sz="1600" strike="noStrike" noProof="1">
              <a:latin typeface="Consolas" panose="020B0609020204030204" pitchFamily="49" charset="0"/>
            </a:endParaRPr>
          </a:p>
          <a:p>
            <a:pPr marL="0" indent="0" eaLnBrk="1" latinLnBrk="0" hangingPunct="1">
              <a:spcBef>
                <a:spcPts val="0"/>
              </a:spcBef>
              <a:buNone/>
            </a:pPr>
            <a:r>
              <a:rPr lang="en-US" altLang="en-US" sz="1600" strike="noStrike" noProof="1">
                <a:latin typeface="Consolas" panose="020B0609020204030204" pitchFamily="49" charset="0"/>
              </a:rPr>
              <a:t>&gt;&gt;&gt; x = f()</a:t>
            </a:r>
            <a:endParaRPr lang="en-US" altLang="en-US" sz="1600" strike="noStrike" noProof="1">
              <a:latin typeface="Consolas" panose="020B0609020204030204" pitchFamily="49" charset="0"/>
            </a:endParaRPr>
          </a:p>
          <a:p>
            <a:pPr marL="0" indent="0" eaLnBrk="1" latinLnBrk="0" hangingPunct="1">
              <a:spcBef>
                <a:spcPts val="0"/>
              </a:spcBef>
              <a:buNone/>
            </a:pPr>
            <a:r>
              <a:rPr lang="en-US" altLang="en-US" sz="1600" strike="noStrike" noProof="1">
                <a:latin typeface="Consolas" panose="020B0609020204030204" pitchFamily="49" charset="0"/>
              </a:rPr>
              <a:t>&gt;&gt;&gt; next(x)</a:t>
            </a:r>
            <a:endParaRPr lang="en-US" altLang="en-US" sz="1600" strike="noStrike" noProof="1">
              <a:latin typeface="Consolas" panose="020B0609020204030204" pitchFamily="49" charset="0"/>
            </a:endParaRPr>
          </a:p>
          <a:p>
            <a:pPr marL="0" indent="0" eaLnBrk="1" latinLnBrk="0" hangingPunct="1">
              <a:spcBef>
                <a:spcPts val="0"/>
              </a:spcBef>
              <a:buNone/>
            </a:pPr>
            <a:r>
              <a:rPr lang="en-US" altLang="en-US" sz="1600" strike="noStrike" noProof="1">
                <a:solidFill>
                  <a:srgbClr val="00B0F0"/>
                </a:solidFill>
                <a:latin typeface="Consolas" panose="020B0609020204030204" pitchFamily="49" charset="0"/>
              </a:rPr>
              <a:t>'a'</a:t>
            </a:r>
            <a:endParaRPr lang="en-US" altLang="en-US" sz="1600" strike="noStrike" noProof="1">
              <a:solidFill>
                <a:srgbClr val="00B0F0"/>
              </a:solidFill>
              <a:latin typeface="Consolas" panose="020B0609020204030204" pitchFamily="49" charset="0"/>
            </a:endParaRPr>
          </a:p>
          <a:p>
            <a:pPr marL="0" indent="0" eaLnBrk="1" latinLnBrk="0" hangingPunct="1">
              <a:spcBef>
                <a:spcPts val="0"/>
              </a:spcBef>
              <a:buNone/>
            </a:pPr>
            <a:r>
              <a:rPr lang="en-US" altLang="en-US" sz="1600" strike="noStrike" noProof="1">
                <a:latin typeface="Consolas" panose="020B0609020204030204" pitchFamily="49" charset="0"/>
              </a:rPr>
              <a:t>&gt;&gt;&gt; next(x)</a:t>
            </a:r>
            <a:endParaRPr lang="en-US" altLang="en-US" sz="1600" strike="noStrike" noProof="1">
              <a:latin typeface="Consolas" panose="020B0609020204030204" pitchFamily="49" charset="0"/>
            </a:endParaRPr>
          </a:p>
          <a:p>
            <a:pPr marL="0" indent="0" eaLnBrk="1" latinLnBrk="0" hangingPunct="1">
              <a:spcBef>
                <a:spcPts val="0"/>
              </a:spcBef>
              <a:buNone/>
            </a:pPr>
            <a:r>
              <a:rPr lang="en-US" altLang="en-US" sz="1600" strike="noStrike" noProof="1">
                <a:solidFill>
                  <a:srgbClr val="00B0F0"/>
                </a:solidFill>
                <a:latin typeface="Consolas" panose="020B0609020204030204" pitchFamily="49" charset="0"/>
              </a:rPr>
              <a:t>'b'</a:t>
            </a:r>
            <a:endParaRPr lang="en-US" altLang="en-US" sz="1600" strike="noStrike" noProof="1">
              <a:solidFill>
                <a:srgbClr val="00B0F0"/>
              </a:solidFill>
              <a:latin typeface="Consolas" panose="020B0609020204030204" pitchFamily="49" charset="0"/>
            </a:endParaRPr>
          </a:p>
          <a:p>
            <a:pPr marL="0" indent="0" eaLnBrk="1" latinLnBrk="0" hangingPunct="1">
              <a:spcBef>
                <a:spcPts val="0"/>
              </a:spcBef>
              <a:buNone/>
            </a:pPr>
            <a:r>
              <a:rPr lang="en-US" altLang="en-US" sz="1600" strike="noStrike" noProof="1">
                <a:latin typeface="Consolas" panose="020B0609020204030204" pitchFamily="49" charset="0"/>
              </a:rPr>
              <a:t>&gt;&gt;&gt; for item in x:              #输出x中的剩余元素</a:t>
            </a:r>
            <a:endParaRPr lang="en-US" altLang="en-US" sz="1600" strike="noStrike" noProof="1">
              <a:latin typeface="Consolas" panose="020B0609020204030204" pitchFamily="49" charset="0"/>
            </a:endParaRPr>
          </a:p>
          <a:p>
            <a:pPr marL="0" indent="0" eaLnBrk="1" latinLnBrk="0" hangingPunct="1">
              <a:spcBef>
                <a:spcPts val="0"/>
              </a:spcBef>
              <a:buNone/>
            </a:pPr>
            <a:r>
              <a:rPr lang="en-US" altLang="zh-CN" sz="1600" strike="noStrike" noProof="1">
                <a:latin typeface="Consolas" panose="020B0609020204030204" pitchFamily="49" charset="0"/>
              </a:rPr>
              <a:t>    </a:t>
            </a:r>
            <a:r>
              <a:rPr lang="en-US" altLang="en-US" sz="1600" strike="noStrike" noProof="1">
                <a:latin typeface="Consolas" panose="020B0609020204030204" pitchFamily="49" charset="0"/>
              </a:rPr>
              <a:t>print(item, end=' ')</a:t>
            </a:r>
            <a:endParaRPr lang="en-US" altLang="en-US" sz="1600" strike="noStrike" noProof="1">
              <a:latin typeface="Consolas" panose="020B0609020204030204" pitchFamily="49" charset="0"/>
            </a:endParaRPr>
          </a:p>
          <a:p>
            <a:pPr marL="0" indent="0" eaLnBrk="1" latinLnBrk="0" hangingPunct="1">
              <a:spcBef>
                <a:spcPts val="0"/>
              </a:spcBef>
              <a:buNone/>
            </a:pPr>
            <a:r>
              <a:rPr lang="en-US" altLang="en-US" sz="1600" strike="noStrike" noProof="1">
                <a:latin typeface="Consolas" panose="020B0609020204030204" pitchFamily="49" charset="0"/>
              </a:rPr>
              <a:t>	</a:t>
            </a:r>
            <a:endParaRPr lang="en-US" altLang="en-US" sz="1600" strike="noStrike" noProof="1">
              <a:latin typeface="Consolas" panose="020B0609020204030204" pitchFamily="49" charset="0"/>
            </a:endParaRPr>
          </a:p>
          <a:p>
            <a:pPr marL="0" indent="0" eaLnBrk="1" latinLnBrk="0" hangingPunct="1">
              <a:spcBef>
                <a:spcPts val="0"/>
              </a:spcBef>
              <a:buNone/>
            </a:pPr>
            <a:r>
              <a:rPr lang="en-US" altLang="en-US" sz="1600" strike="noStrike" noProof="1">
                <a:solidFill>
                  <a:srgbClr val="00B0F0"/>
                </a:solidFill>
                <a:latin typeface="Consolas" panose="020B0609020204030204" pitchFamily="49" charset="0"/>
              </a:rPr>
              <a:t>c d e f g </a:t>
            </a:r>
            <a:endParaRPr lang="en-US" altLang="en-US" sz="1600" strike="noStrike" noProof="1">
              <a:solidFill>
                <a:srgbClr val="00B0F0"/>
              </a:solidFill>
              <a:latin typeface="Consolas" panose="020B0609020204030204" pitchFamily="49" charset="0"/>
            </a:endParaRPr>
          </a:p>
        </p:txBody>
      </p:sp>
      <p:sp>
        <p:nvSpPr>
          <p:cNvPr id="162818"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生成器函数</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endParaRP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Content Placeholder 2"/>
          <p:cNvSpPr>
            <a:spLocks noGrp="1"/>
          </p:cNvSpPr>
          <p:nvPr>
            <p:ph idx="1"/>
          </p:nvPr>
        </p:nvSpPr>
        <p:spPr/>
        <p:txBody>
          <a:bodyPr wrap="square" lIns="68591" tIns="34295" rIns="68591" bIns="34295" anchor="t"/>
          <a:lstStyle/>
          <a:p>
            <a:pPr marL="0" indent="0" eaLnBrk="1" fontAlgn="base" hangingPunct="1">
              <a:buNone/>
            </a:pPr>
            <a:r>
              <a:rPr lang="en-US" altLang="en-US" sz="1600" strike="noStrike" noProof="1">
                <a:latin typeface="Consolas" panose="020B0609020204030204" pitchFamily="49" charset="0"/>
              </a:rPr>
              <a:t>&gt;&gt;&gt; def gen():</a:t>
            </a:r>
            <a:endParaRPr lang="en-US" altLang="en-US" sz="1600" strike="noStrike" noProof="1">
              <a:latin typeface="Consolas" panose="020B0609020204030204" pitchFamily="49" charset="0"/>
            </a:endParaRPr>
          </a:p>
          <a:p>
            <a:pPr marL="0" indent="0" eaLnBrk="1" fontAlgn="base" hangingPunct="1">
              <a:buNone/>
            </a:pPr>
            <a:r>
              <a:rPr lang="en-US" altLang="zh-CN" sz="1600" strike="noStrike" noProof="1">
                <a:latin typeface="Consolas" panose="020B0609020204030204" pitchFamily="49" charset="0"/>
              </a:rPr>
              <a:t>    </a:t>
            </a:r>
            <a:r>
              <a:rPr lang="en-US" altLang="en-US" sz="1600" strike="noStrike" noProof="1">
                <a:latin typeface="Consolas" panose="020B0609020204030204" pitchFamily="49" charset="0"/>
              </a:rPr>
              <a:t>yield 1</a:t>
            </a:r>
            <a:endParaRPr lang="en-US" altLang="en-US" sz="1600" strike="noStrike" noProof="1">
              <a:latin typeface="Consolas" panose="020B0609020204030204" pitchFamily="49" charset="0"/>
            </a:endParaRPr>
          </a:p>
          <a:p>
            <a:pPr marL="0" indent="0" eaLnBrk="1" fontAlgn="base" hangingPunct="1">
              <a:buNone/>
            </a:pPr>
            <a:r>
              <a:rPr lang="en-US" altLang="zh-CN" sz="1600" strike="noStrike" noProof="1">
                <a:latin typeface="Consolas" panose="020B0609020204030204" pitchFamily="49" charset="0"/>
              </a:rPr>
              <a:t>    </a:t>
            </a:r>
            <a:r>
              <a:rPr lang="en-US" altLang="en-US" sz="1600" strike="noStrike" noProof="1">
                <a:latin typeface="Consolas" panose="020B0609020204030204" pitchFamily="49" charset="0"/>
              </a:rPr>
              <a:t>yield 2</a:t>
            </a:r>
            <a:endParaRPr lang="en-US" altLang="en-US" sz="1600" strike="noStrike" noProof="1">
              <a:latin typeface="Consolas" panose="020B0609020204030204" pitchFamily="49" charset="0"/>
            </a:endParaRPr>
          </a:p>
          <a:p>
            <a:pPr marL="0" indent="0" eaLnBrk="1" fontAlgn="base" hangingPunct="1">
              <a:buNone/>
            </a:pPr>
            <a:r>
              <a:rPr lang="en-US" altLang="zh-CN" sz="1600" strike="noStrike" noProof="1">
                <a:latin typeface="Consolas" panose="020B0609020204030204" pitchFamily="49" charset="0"/>
              </a:rPr>
              <a:t>    </a:t>
            </a:r>
            <a:r>
              <a:rPr lang="en-US" altLang="en-US" sz="1600" strike="noStrike" noProof="1">
                <a:latin typeface="Consolas" panose="020B0609020204030204" pitchFamily="49" charset="0"/>
              </a:rPr>
              <a:t>yield 3</a:t>
            </a:r>
            <a:endParaRPr lang="en-US" altLang="en-US" sz="1600" strike="noStrike" noProof="1">
              <a:latin typeface="Consolas" panose="020B0609020204030204" pitchFamily="49" charset="0"/>
            </a:endParaRPr>
          </a:p>
          <a:p>
            <a:pPr marL="0" indent="0" eaLnBrk="1" fontAlgn="base" hangingPunct="1">
              <a:buNone/>
            </a:pPr>
            <a:r>
              <a:rPr lang="en-US" altLang="en-US" sz="1600" strike="noStrike" noProof="1">
                <a:latin typeface="Consolas" panose="020B0609020204030204" pitchFamily="49" charset="0"/>
              </a:rPr>
              <a:t>	</a:t>
            </a:r>
            <a:endParaRPr lang="en-US" altLang="en-US" sz="1600" strike="noStrike" noProof="1">
              <a:latin typeface="Consolas" panose="020B0609020204030204" pitchFamily="49" charset="0"/>
            </a:endParaRPr>
          </a:p>
          <a:p>
            <a:pPr marL="0" indent="0" eaLnBrk="1" fontAlgn="base" hangingPunct="1">
              <a:buNone/>
            </a:pPr>
            <a:r>
              <a:rPr lang="en-US" altLang="en-US" sz="1600" strike="noStrike" noProof="1">
                <a:latin typeface="Consolas" panose="020B0609020204030204" pitchFamily="49" charset="0"/>
              </a:rPr>
              <a:t>&gt;&gt;&gt; x, y, z = gen()          #生成器对象支持序列解包</a:t>
            </a:r>
            <a:endParaRPr lang="en-US" altLang="en-US" sz="1600" strike="noStrike" noProof="1">
              <a:latin typeface="Consolas" panose="020B0609020204030204" pitchFamily="49" charset="0"/>
            </a:endParaRPr>
          </a:p>
        </p:txBody>
      </p:sp>
      <p:sp>
        <p:nvSpPr>
          <p:cNvPr id="163842"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生成器函数</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endParaRP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内容占位符 2"/>
          <p:cNvSpPr>
            <a:spLocks noGrp="1"/>
          </p:cNvSpPr>
          <p:nvPr>
            <p:ph idx="1"/>
          </p:nvPr>
        </p:nvSpPr>
        <p:spPr/>
        <p:txBody>
          <a:bodyPr wrap="square" lIns="68591" tIns="34295" rIns="68591" bIns="34295" anchor="t"/>
          <a:lstStyle/>
          <a:p>
            <a:pPr marL="0" indent="0" eaLnBrk="1" fontAlgn="base" hangingPunct="1">
              <a:buNone/>
            </a:pPr>
            <a:r>
              <a:rPr lang="zh-CN" altLang="en-US" sz="1600" strike="noStrike" noProof="1">
                <a:latin typeface="Consolas" panose="020B0609020204030204" pitchFamily="49" charset="0"/>
              </a:rPr>
              <a:t>def myReversed(lst):        </a:t>
            </a:r>
            <a:r>
              <a:rPr lang="en-US" altLang="zh-CN" sz="1600" strike="noStrike" noProof="1">
                <a:latin typeface="Consolas" panose="020B0609020204030204" pitchFamily="49" charset="0"/>
              </a:rPr>
              <a:t>#</a:t>
            </a:r>
            <a:r>
              <a:rPr lang="zh-CN" altLang="en-US" sz="1600" strike="noStrike" noProof="1">
                <a:latin typeface="Consolas" panose="020B0609020204030204" pitchFamily="49" charset="0"/>
              </a:rPr>
              <a:t>模拟内置函数</a:t>
            </a:r>
            <a:r>
              <a:rPr lang="en-US" altLang="zh-CN" sz="1600" strike="noStrike" noProof="1">
                <a:latin typeface="Consolas" panose="020B0609020204030204" pitchFamily="49" charset="0"/>
              </a:rPr>
              <a:t>reversed()</a:t>
            </a:r>
            <a:endParaRPr lang="en-US" altLang="zh-CN" sz="1600" strike="noStrike" noProof="1">
              <a:latin typeface="Consolas" panose="020B0609020204030204" pitchFamily="49" charset="0"/>
            </a:endParaRPr>
          </a:p>
          <a:p>
            <a:pPr marL="0" indent="0" eaLnBrk="1" fontAlgn="base" hangingPunct="1">
              <a:buNone/>
            </a:pPr>
            <a:r>
              <a:rPr lang="zh-CN" altLang="en-US" sz="1600" strike="noStrike" noProof="1">
                <a:latin typeface="Consolas" panose="020B0609020204030204" pitchFamily="49" charset="0"/>
              </a:rPr>
              <a:t>    for item in lst[::-1]:</a:t>
            </a:r>
            <a:endParaRPr lang="zh-CN" altLang="en-US" sz="1600" strike="noStrike" noProof="1">
              <a:latin typeface="Consolas" panose="020B0609020204030204" pitchFamily="49" charset="0"/>
            </a:endParaRPr>
          </a:p>
          <a:p>
            <a:pPr marL="0" indent="0" eaLnBrk="1" fontAlgn="base" hangingPunct="1">
              <a:buNone/>
            </a:pPr>
            <a:r>
              <a:rPr lang="zh-CN" altLang="en-US" sz="1600" strike="noStrike" noProof="1">
                <a:latin typeface="Consolas" panose="020B0609020204030204" pitchFamily="49" charset="0"/>
              </a:rPr>
              <a:t>        yield item</a:t>
            </a:r>
            <a:endParaRPr lang="zh-CN" altLang="en-US" sz="1600" strike="noStrike" noProof="1">
              <a:latin typeface="Consolas" panose="020B0609020204030204" pitchFamily="49" charset="0"/>
            </a:endParaRPr>
          </a:p>
          <a:p>
            <a:pPr marL="0" indent="0" eaLnBrk="1" fontAlgn="base" hangingPunct="1">
              <a:buNone/>
            </a:pPr>
            <a:endParaRPr lang="zh-CN" altLang="en-US" sz="1600" strike="noStrike" noProof="1">
              <a:latin typeface="Consolas" panose="020B0609020204030204" pitchFamily="49" charset="0"/>
            </a:endParaRPr>
          </a:p>
          <a:p>
            <a:pPr marL="0" indent="0" eaLnBrk="1" fontAlgn="base" hangingPunct="1">
              <a:buNone/>
            </a:pPr>
            <a:r>
              <a:rPr lang="zh-CN" altLang="en-US" sz="1600" strike="noStrike" noProof="1">
                <a:latin typeface="Consolas" panose="020B0609020204030204" pitchFamily="49" charset="0"/>
              </a:rPr>
              <a:t>lst = list(range(5))</a:t>
            </a:r>
            <a:endParaRPr lang="zh-CN" altLang="en-US" sz="1600" strike="noStrike" noProof="1">
              <a:latin typeface="Consolas" panose="020B0609020204030204" pitchFamily="49" charset="0"/>
            </a:endParaRPr>
          </a:p>
          <a:p>
            <a:pPr marL="0" indent="0" eaLnBrk="1" fontAlgn="base" hangingPunct="1">
              <a:buNone/>
            </a:pPr>
            <a:r>
              <a:rPr lang="zh-CN" altLang="en-US" sz="1600" strike="noStrike" noProof="1">
                <a:latin typeface="Consolas" panose="020B0609020204030204" pitchFamily="49" charset="0"/>
              </a:rPr>
              <a:t>r = myReversed(lst)</a:t>
            </a:r>
            <a:endParaRPr lang="zh-CN" altLang="en-US" sz="1600" strike="noStrike" noProof="1">
              <a:latin typeface="Consolas" panose="020B0609020204030204" pitchFamily="49" charset="0"/>
            </a:endParaRPr>
          </a:p>
          <a:p>
            <a:pPr marL="0" indent="0" eaLnBrk="1" fontAlgn="base" hangingPunct="1">
              <a:buNone/>
            </a:pPr>
            <a:r>
              <a:rPr lang="zh-CN" altLang="en-US" sz="1600" strike="noStrike" noProof="1">
                <a:latin typeface="Consolas" panose="020B0609020204030204" pitchFamily="49" charset="0"/>
              </a:rPr>
              <a:t>print(next(r))</a:t>
            </a:r>
            <a:endParaRPr lang="zh-CN" altLang="en-US" sz="1600" strike="noStrike" noProof="1">
              <a:latin typeface="Consolas" panose="020B0609020204030204" pitchFamily="49" charset="0"/>
            </a:endParaRPr>
          </a:p>
          <a:p>
            <a:pPr marL="0" indent="0" eaLnBrk="1" fontAlgn="base" hangingPunct="1">
              <a:buNone/>
            </a:pPr>
            <a:r>
              <a:rPr lang="zh-CN" altLang="en-US" sz="1600" strike="noStrike" noProof="1">
                <a:latin typeface="Consolas" panose="020B0609020204030204" pitchFamily="49" charset="0"/>
              </a:rPr>
              <a:t>print(next(r))</a:t>
            </a:r>
            <a:endParaRPr lang="zh-CN" altLang="en-US" sz="1600" strike="noStrike" noProof="1">
              <a:latin typeface="Consolas" panose="020B0609020204030204" pitchFamily="49" charset="0"/>
            </a:endParaRPr>
          </a:p>
        </p:txBody>
      </p:sp>
      <p:sp>
        <p:nvSpPr>
          <p:cNvPr id="164866"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生成器函数</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endParaRP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6555" y="1120775"/>
            <a:ext cx="8211185" cy="3394075"/>
          </a:xfrm>
        </p:spPr>
        <p:txBody>
          <a:bodyPr vert="horz" wrap="square" lIns="68591" tIns="34295" rIns="68591" bIns="34295" numCol="1" anchor="t" anchorCtr="0" compatLnSpc="1"/>
          <a:lstStyle/>
          <a:p>
            <a:pPr marL="353695" marR="0" lvl="0" indent="-353695" algn="l" defTabSz="914400" rtl="0" eaLnBrk="1" fontAlgn="base" latinLnBrk="0" hangingPunct="1">
              <a:lnSpc>
                <a:spcPct val="150000"/>
              </a:lnSpc>
              <a:spcBef>
                <a:spcPts val="0"/>
              </a:spcBef>
              <a:spcAft>
                <a:spcPct val="0"/>
              </a:spcAft>
              <a:buClrTx/>
              <a:buSzTx/>
              <a:buFontTx/>
              <a:buChar char="•"/>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补充例题</a:t>
            </a:r>
            <a:r>
              <a:rPr kumimoji="0" lang="en-US" altLang="zh-CN" sz="1800" b="1" i="0" u="none" strike="noStrike" kern="1200" cap="none" spc="0" normalizeH="0" baseline="0" noProof="1">
                <a:ln>
                  <a:noFill/>
                </a:ln>
                <a:solidFill>
                  <a:schemeClr val="tx1"/>
                </a:solidFill>
                <a:effectLst/>
                <a:uLnTx/>
                <a:uFillTx/>
                <a:latin typeface="+mn-lt"/>
                <a:ea typeface="+mn-ea"/>
                <a:cs typeface="+mn-cs"/>
              </a:rPr>
              <a:t>21</a:t>
            </a:r>
            <a:r>
              <a:rPr kumimoji="0" lang="en-US" altLang="zh-CN" sz="1800" b="0" i="0" u="none" strike="noStrike" kern="1200" cap="none" spc="0" normalizeH="0" baseline="0" noProof="1" smtClean="0">
                <a:ln>
                  <a:noFill/>
                </a:ln>
                <a:solidFill>
                  <a:schemeClr val="tx1"/>
                </a:solidFill>
                <a:effectLst/>
                <a:uLnTx/>
                <a:uFillTx/>
                <a:latin typeface="+mn-lt"/>
                <a:ea typeface="+mn-ea"/>
                <a:cs typeface="+mn-cs"/>
              </a:rPr>
              <a:t>  </a:t>
            </a:r>
            <a:r>
              <a:rPr kumimoji="0" lang="zh-CN" altLang="en-US" sz="1800" b="0" i="0" u="none" strike="noStrike" kern="1200" cap="none" spc="0" normalizeH="0" baseline="0" noProof="1">
                <a:ln>
                  <a:noFill/>
                </a:ln>
                <a:solidFill>
                  <a:schemeClr val="tx1"/>
                </a:solidFill>
                <a:effectLst/>
                <a:uLnTx/>
                <a:uFillTx/>
                <a:latin typeface="+mn-lt"/>
                <a:ea typeface="+mn-ea"/>
                <a:cs typeface="+mn-cs"/>
              </a:rPr>
              <a:t>伪随机数生成器。</a:t>
            </a: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50000"/>
              </a:lnSpc>
              <a:spcBef>
                <a:spcPts val="0"/>
              </a:spcBef>
              <a:spcAft>
                <a:spcPct val="0"/>
              </a:spcAft>
              <a:buClrTx/>
              <a:buSzTx/>
              <a:buFontTx/>
              <a:buNone/>
              <a:defRPr/>
            </a:pPr>
            <a:r>
              <a:rPr kumimoji="0" lang="zh-CN" altLang="en-US" sz="1500" b="0" i="0" u="none" strike="noStrike" kern="1200" cap="none" spc="0" normalizeH="0" baseline="0" noProof="1">
                <a:ln>
                  <a:noFill/>
                </a:ln>
                <a:solidFill>
                  <a:schemeClr val="tx1"/>
                </a:solidFill>
                <a:effectLst/>
                <a:uLnTx/>
                <a:uFillTx/>
                <a:latin typeface="+mn-lt"/>
                <a:ea typeface="+mn-ea"/>
                <a:cs typeface="+mn-cs"/>
              </a:rPr>
              <a:t>伪随机数生成有很多种方法，其中一个是这样的：rNew = (a*rOld + b) % (end-start) </a:t>
            </a:r>
            <a:r>
              <a:rPr kumimoji="0" lang="en-US" altLang="zh-CN" sz="1500" b="0" i="0" u="none" strike="noStrike" kern="1200" cap="none" spc="0" normalizeH="0" baseline="0" noProof="1">
                <a:ln>
                  <a:noFill/>
                </a:ln>
                <a:solidFill>
                  <a:schemeClr val="tx1"/>
                </a:solidFill>
                <a:effectLst/>
                <a:uLnTx/>
                <a:uFillTx/>
                <a:latin typeface="+mn-lt"/>
                <a:ea typeface="+mn-ea"/>
                <a:cs typeface="+mn-cs"/>
              </a:rPr>
              <a:t>+ start</a:t>
            </a:r>
            <a:r>
              <a:rPr kumimoji="0" lang="zh-CN" altLang="en-US" sz="1500" b="0" i="0" u="none" strike="noStrike" kern="1200" cap="none" spc="0" normalizeH="0" baseline="0" noProof="1">
                <a:ln>
                  <a:noFill/>
                </a:ln>
                <a:solidFill>
                  <a:schemeClr val="tx1"/>
                </a:solidFill>
                <a:effectLst/>
                <a:uLnTx/>
                <a:uFillTx/>
                <a:latin typeface="+mn-lt"/>
                <a:ea typeface="+mn-ea"/>
                <a:cs typeface="+mn-cs"/>
              </a:rPr>
              <a:t>，然后设置rOld = rNew，一般要求用户指定种子数rOld，当然也可以自由选择a和b，但是这两个数如果选择不好，可能会影响数字的随机性。</a:t>
            </a:r>
            <a:endParaRPr kumimoji="0" lang="zh-CN" altLang="en-US" sz="1500" b="0" i="0" u="none" strike="noStrike" kern="1200" cap="none" spc="0" normalizeH="0" baseline="0" noProof="1">
              <a:ln>
                <a:noFill/>
              </a:ln>
              <a:solidFill>
                <a:schemeClr val="tx1"/>
              </a:solidFill>
              <a:effectLst/>
              <a:uLnTx/>
              <a:uFillTx/>
              <a:latin typeface="+mn-lt"/>
              <a:ea typeface="+mn-ea"/>
              <a:cs typeface="+mn-cs"/>
            </a:endParaRPr>
          </a:p>
        </p:txBody>
      </p:sp>
      <p:sp>
        <p:nvSpPr>
          <p:cNvPr id="165890"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生成器函数</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endParaRP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Content Placeholder 2"/>
          <p:cNvSpPr>
            <a:spLocks noGrp="1"/>
          </p:cNvSpPr>
          <p:nvPr>
            <p:ph idx="1"/>
          </p:nvPr>
        </p:nvSpPr>
        <p:spPr/>
        <p:txBody>
          <a:bodyPr wrap="square" lIns="68591" tIns="34295" rIns="68591" bIns="34295" anchor="t"/>
          <a:lstStyle/>
          <a:p>
            <a:pPr marL="0" indent="0" eaLnBrk="1" latinLnBrk="0" hangingPunct="1">
              <a:spcBef>
                <a:spcPct val="0"/>
              </a:spcBef>
              <a:buNone/>
            </a:pPr>
            <a:r>
              <a:rPr lang="en-US" altLang="zh-CN" sz="1400" strike="noStrike" noProof="1">
                <a:latin typeface="Consolas" panose="020B0609020204030204" pitchFamily="49" charset="0"/>
              </a:rPr>
              <a:t>def randint(start, end, seed=999999):</a:t>
            </a:r>
            <a:endParaRPr lang="en-US" altLang="zh-CN" sz="1400" strike="noStrike" noProof="1">
              <a:latin typeface="Consolas" panose="020B0609020204030204" pitchFamily="49" charset="0"/>
            </a:endParaRPr>
          </a:p>
          <a:p>
            <a:pPr marL="0" indent="0" eaLnBrk="1" latinLnBrk="0" hangingPunct="1">
              <a:spcBef>
                <a:spcPct val="0"/>
              </a:spcBef>
              <a:buNone/>
            </a:pPr>
            <a:r>
              <a:rPr lang="en-US" altLang="zh-CN" sz="1400" strike="noStrike" noProof="1">
                <a:latin typeface="Consolas" panose="020B0609020204030204" pitchFamily="49" charset="0"/>
              </a:rPr>
              <a:t>    a = 32310901</a:t>
            </a:r>
            <a:endParaRPr lang="en-US" altLang="zh-CN" sz="1400" strike="noStrike" noProof="1">
              <a:latin typeface="Consolas" panose="020B0609020204030204" pitchFamily="49" charset="0"/>
            </a:endParaRPr>
          </a:p>
          <a:p>
            <a:pPr marL="0" indent="0" eaLnBrk="1" latinLnBrk="0" hangingPunct="1">
              <a:spcBef>
                <a:spcPct val="0"/>
              </a:spcBef>
              <a:buNone/>
            </a:pPr>
            <a:r>
              <a:rPr lang="en-US" altLang="zh-CN" sz="1400" strike="noStrike" noProof="1">
                <a:latin typeface="Consolas" panose="020B0609020204030204" pitchFamily="49" charset="0"/>
              </a:rPr>
              <a:t>    b = 1729</a:t>
            </a:r>
            <a:endParaRPr lang="en-US" altLang="zh-CN" sz="1400" strike="noStrike" noProof="1">
              <a:latin typeface="Consolas" panose="020B0609020204030204" pitchFamily="49" charset="0"/>
            </a:endParaRPr>
          </a:p>
          <a:p>
            <a:pPr marL="0" indent="0" eaLnBrk="1" latinLnBrk="0" hangingPunct="1">
              <a:spcBef>
                <a:spcPct val="0"/>
              </a:spcBef>
              <a:buNone/>
            </a:pPr>
            <a:r>
              <a:rPr lang="en-US" altLang="zh-CN" sz="1400" strike="noStrike" noProof="1">
                <a:latin typeface="Consolas" panose="020B0609020204030204" pitchFamily="49" charset="0"/>
              </a:rPr>
              <a:t>    rOld = seed</a:t>
            </a:r>
            <a:endParaRPr lang="en-US" altLang="zh-CN" sz="1400" strike="noStrike" noProof="1">
              <a:latin typeface="Consolas" panose="020B0609020204030204" pitchFamily="49" charset="0"/>
            </a:endParaRPr>
          </a:p>
          <a:p>
            <a:pPr marL="0" indent="0" eaLnBrk="1" latinLnBrk="0" hangingPunct="1">
              <a:spcBef>
                <a:spcPct val="0"/>
              </a:spcBef>
              <a:buNone/>
            </a:pPr>
            <a:r>
              <a:rPr lang="en-US" altLang="zh-CN" sz="1400" strike="noStrike" noProof="1">
                <a:latin typeface="Consolas" panose="020B0609020204030204" pitchFamily="49" charset="0"/>
              </a:rPr>
              <a:t>    m = end-start</a:t>
            </a:r>
            <a:endParaRPr lang="en-US" altLang="zh-CN" sz="1400" strike="noStrike" noProof="1">
              <a:latin typeface="Consolas" panose="020B0609020204030204" pitchFamily="49" charset="0"/>
            </a:endParaRPr>
          </a:p>
          <a:p>
            <a:pPr marL="0" indent="0" eaLnBrk="1" latinLnBrk="0" hangingPunct="1">
              <a:spcBef>
                <a:spcPct val="0"/>
              </a:spcBef>
              <a:buNone/>
            </a:pPr>
            <a:r>
              <a:rPr lang="en-US" altLang="zh-CN" sz="1400" strike="noStrike" noProof="1">
                <a:latin typeface="Consolas" panose="020B0609020204030204" pitchFamily="49" charset="0"/>
              </a:rPr>
              <a:t>    while True:</a:t>
            </a:r>
            <a:endParaRPr lang="en-US" altLang="zh-CN" sz="1400" strike="noStrike" noProof="1">
              <a:latin typeface="Consolas" panose="020B0609020204030204" pitchFamily="49" charset="0"/>
            </a:endParaRPr>
          </a:p>
          <a:p>
            <a:pPr marL="0" indent="0" eaLnBrk="1" latinLnBrk="0" hangingPunct="1">
              <a:spcBef>
                <a:spcPct val="0"/>
              </a:spcBef>
              <a:buNone/>
            </a:pPr>
            <a:r>
              <a:rPr lang="en-US" altLang="zh-CN" sz="1400" strike="noStrike" noProof="1">
                <a:latin typeface="Consolas" panose="020B0609020204030204" pitchFamily="49" charset="0"/>
              </a:rPr>
              <a:t>        rNew = (a*rOld + b) % m + start</a:t>
            </a:r>
            <a:endParaRPr lang="en-US" altLang="zh-CN" sz="1400" strike="noStrike" noProof="1">
              <a:latin typeface="Consolas" panose="020B0609020204030204" pitchFamily="49" charset="0"/>
            </a:endParaRPr>
          </a:p>
          <a:p>
            <a:pPr marL="0" indent="0" eaLnBrk="1" latinLnBrk="0" hangingPunct="1">
              <a:spcBef>
                <a:spcPct val="0"/>
              </a:spcBef>
              <a:buNone/>
            </a:pPr>
            <a:r>
              <a:rPr lang="en-US" altLang="zh-CN" sz="1400" strike="noStrike" noProof="1">
                <a:latin typeface="Consolas" panose="020B0609020204030204" pitchFamily="49" charset="0"/>
              </a:rPr>
              <a:t>        yield rNew</a:t>
            </a:r>
            <a:endParaRPr lang="en-US" altLang="zh-CN" sz="1400" strike="noStrike" noProof="1">
              <a:latin typeface="Consolas" panose="020B0609020204030204" pitchFamily="49" charset="0"/>
            </a:endParaRPr>
          </a:p>
          <a:p>
            <a:pPr marL="0" indent="0" eaLnBrk="1" latinLnBrk="0" hangingPunct="1">
              <a:spcBef>
                <a:spcPct val="0"/>
              </a:spcBef>
              <a:buNone/>
            </a:pPr>
            <a:r>
              <a:rPr lang="en-US" altLang="zh-CN" sz="1400" strike="noStrike" noProof="1">
                <a:latin typeface="Consolas" panose="020B0609020204030204" pitchFamily="49" charset="0"/>
              </a:rPr>
              <a:t>        rOld = rNew</a:t>
            </a:r>
            <a:endParaRPr lang="en-US" altLang="zh-CN" sz="1400" strike="noStrike" noProof="1">
              <a:latin typeface="Consolas" panose="020B0609020204030204" pitchFamily="49" charset="0"/>
            </a:endParaRPr>
          </a:p>
          <a:p>
            <a:pPr marL="0" indent="0" eaLnBrk="1" latinLnBrk="0" hangingPunct="1">
              <a:spcBef>
                <a:spcPct val="0"/>
              </a:spcBef>
              <a:buNone/>
            </a:pPr>
            <a:endParaRPr lang="en-US" altLang="zh-CN" sz="1400" strike="noStrike" noProof="1">
              <a:latin typeface="Consolas" panose="020B0609020204030204" pitchFamily="49" charset="0"/>
            </a:endParaRPr>
          </a:p>
          <a:p>
            <a:pPr marL="0" indent="0" eaLnBrk="1" latinLnBrk="0" hangingPunct="1">
              <a:spcBef>
                <a:spcPct val="0"/>
              </a:spcBef>
              <a:buNone/>
            </a:pPr>
            <a:r>
              <a:rPr lang="en-US" altLang="zh-CN" sz="1400" strike="noStrike" noProof="1">
                <a:latin typeface="Consolas" panose="020B0609020204030204" pitchFamily="49" charset="0"/>
              </a:rPr>
              <a:t># 模拟20次，每次使用不同的种子</a:t>
            </a:r>
            <a:endParaRPr lang="en-US" altLang="zh-CN" sz="1400" strike="noStrike" noProof="1">
              <a:latin typeface="Consolas" panose="020B0609020204030204" pitchFamily="49" charset="0"/>
            </a:endParaRPr>
          </a:p>
          <a:p>
            <a:pPr marL="0" indent="0" eaLnBrk="1" latinLnBrk="0" hangingPunct="1">
              <a:spcBef>
                <a:spcPct val="0"/>
              </a:spcBef>
              <a:buNone/>
            </a:pPr>
            <a:r>
              <a:rPr lang="en-US" altLang="zh-CN" sz="1400" strike="noStrike" noProof="1">
                <a:latin typeface="Consolas" panose="020B0609020204030204" pitchFamily="49" charset="0"/>
              </a:rPr>
              <a:t>for _ in range(20):</a:t>
            </a:r>
            <a:endParaRPr lang="en-US" altLang="zh-CN" sz="1400" strike="noStrike" noProof="1">
              <a:latin typeface="Consolas" panose="020B0609020204030204" pitchFamily="49" charset="0"/>
            </a:endParaRPr>
          </a:p>
          <a:p>
            <a:pPr marL="0" indent="0" eaLnBrk="1" latinLnBrk="0" hangingPunct="1">
              <a:spcBef>
                <a:spcPct val="0"/>
              </a:spcBef>
              <a:buNone/>
            </a:pPr>
            <a:r>
              <a:rPr lang="en-US" altLang="zh-CN" sz="1400" strike="noStrike" noProof="1">
                <a:latin typeface="Consolas" panose="020B0609020204030204" pitchFamily="49" charset="0"/>
              </a:rPr>
              <a:t>    rnd = randint(1, 10000, _)</a:t>
            </a:r>
            <a:endParaRPr lang="en-US" altLang="zh-CN" sz="1400" strike="noStrike" noProof="1">
              <a:latin typeface="Consolas" panose="020B0609020204030204" pitchFamily="49" charset="0"/>
            </a:endParaRPr>
          </a:p>
          <a:p>
            <a:pPr marL="0" indent="0" eaLnBrk="1" latinLnBrk="0" hangingPunct="1">
              <a:spcBef>
                <a:spcPct val="0"/>
              </a:spcBef>
              <a:buNone/>
            </a:pPr>
            <a:r>
              <a:rPr lang="en-US" altLang="zh-CN" sz="1400" strike="noStrike" noProof="1">
                <a:latin typeface="Consolas" panose="020B0609020204030204" pitchFamily="49" charset="0"/>
              </a:rPr>
              <a:t>    # 生成指定序列的前10个伪随机数</a:t>
            </a:r>
            <a:endParaRPr lang="en-US" altLang="zh-CN" sz="1400" strike="noStrike" noProof="1">
              <a:latin typeface="Consolas" panose="020B0609020204030204" pitchFamily="49" charset="0"/>
            </a:endParaRPr>
          </a:p>
          <a:p>
            <a:pPr marL="0" indent="0" eaLnBrk="1" latinLnBrk="0" hangingPunct="1">
              <a:spcBef>
                <a:spcPct val="0"/>
              </a:spcBef>
              <a:buNone/>
            </a:pPr>
            <a:r>
              <a:rPr lang="en-US" altLang="zh-CN" sz="1400" strike="noStrike" noProof="1">
                <a:latin typeface="Consolas" panose="020B0609020204030204" pitchFamily="49" charset="0"/>
              </a:rPr>
              <a:t>    for _ in range(10):</a:t>
            </a:r>
            <a:endParaRPr lang="en-US" altLang="zh-CN" sz="1400" strike="noStrike" noProof="1">
              <a:latin typeface="Consolas" panose="020B0609020204030204" pitchFamily="49" charset="0"/>
            </a:endParaRPr>
          </a:p>
          <a:p>
            <a:pPr marL="0" indent="0" eaLnBrk="1" latinLnBrk="0" hangingPunct="1">
              <a:spcBef>
                <a:spcPct val="0"/>
              </a:spcBef>
              <a:buNone/>
            </a:pPr>
            <a:r>
              <a:rPr lang="en-US" altLang="zh-CN" sz="1400" strike="noStrike" noProof="1">
                <a:latin typeface="Consolas" panose="020B0609020204030204" pitchFamily="49" charset="0"/>
              </a:rPr>
              <a:t>        print(next(rnd), end=' ')</a:t>
            </a:r>
            <a:endParaRPr lang="en-US" altLang="zh-CN" sz="1400" strike="noStrike" noProof="1">
              <a:latin typeface="Consolas" panose="020B0609020204030204" pitchFamily="49" charset="0"/>
            </a:endParaRPr>
          </a:p>
          <a:p>
            <a:pPr marL="0" indent="0" eaLnBrk="1" latinLnBrk="0" hangingPunct="1">
              <a:spcBef>
                <a:spcPct val="0"/>
              </a:spcBef>
              <a:buNone/>
            </a:pPr>
            <a:r>
              <a:rPr lang="en-US" altLang="zh-CN" sz="1400" strike="noStrike" noProof="1">
                <a:latin typeface="Consolas" panose="020B0609020204030204" pitchFamily="49" charset="0"/>
              </a:rPr>
              <a:t>    print()</a:t>
            </a:r>
            <a:endParaRPr lang="en-US" altLang="zh-CN" sz="1400" strike="noStrike" noProof="1">
              <a:latin typeface="Consolas" panose="020B0609020204030204" pitchFamily="49" charset="0"/>
            </a:endParaRPr>
          </a:p>
        </p:txBody>
      </p:sp>
      <p:sp>
        <p:nvSpPr>
          <p:cNvPr id="166914"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生成器函数</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endParaRP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Title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生成器函数</a:t>
            </a:r>
            <a:endParaRPr kumimoji="0" lang="en-US" altLang="zh-CN"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3" name="Content Placeholder 2"/>
          <p:cNvSpPr>
            <a:spLocks noGrp="1"/>
          </p:cNvSpPr>
          <p:nvPr>
            <p:ph idx="1"/>
          </p:nvPr>
        </p:nvSpPr>
        <p:spPr/>
        <p:txBody>
          <a:bodyPr vert="horz" wrap="square" lIns="68591" tIns="34295" rIns="68591" bIns="34295"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补充例题</a:t>
            </a:r>
            <a:r>
              <a:rPr kumimoji="0" lang="en-US" altLang="zh-CN" sz="1800" b="1" i="0" u="none" strike="noStrike" kern="1200" cap="none" spc="0" normalizeH="0" baseline="0" noProof="1">
                <a:ln>
                  <a:noFill/>
                </a:ln>
                <a:solidFill>
                  <a:schemeClr val="tx1"/>
                </a:solidFill>
                <a:effectLst/>
                <a:uLnTx/>
                <a:uFillTx/>
                <a:latin typeface="+mn-lt"/>
                <a:ea typeface="+mn-ea"/>
                <a:cs typeface="+mn-cs"/>
              </a:rPr>
              <a:t>22</a:t>
            </a:r>
            <a:r>
              <a:rPr kumimoji="0" lang="en-US" altLang="zh-CN" sz="1800" b="0" i="0" u="none" strike="noStrike" kern="1200" cap="none" spc="0" normalizeH="0" baseline="0" noProof="1" smtClean="0">
                <a:ln>
                  <a:noFill/>
                </a:ln>
                <a:solidFill>
                  <a:schemeClr val="tx1"/>
                </a:solidFill>
                <a:effectLst/>
                <a:uLnTx/>
                <a:uFillTx/>
                <a:latin typeface="+mn-lt"/>
                <a:ea typeface="+mn-ea"/>
                <a:cs typeface="+mn-cs"/>
              </a:rPr>
              <a:t>  </a:t>
            </a:r>
            <a:r>
              <a:rPr kumimoji="0" lang="zh-CN" altLang="en-US" sz="1800" b="0" i="0" u="none" strike="noStrike" kern="1200" cap="none" spc="0" normalizeH="0" baseline="0" noProof="1">
                <a:ln>
                  <a:noFill/>
                </a:ln>
                <a:solidFill>
                  <a:schemeClr val="tx1"/>
                </a:solidFill>
                <a:effectLst/>
                <a:uLnTx/>
                <a:uFillTx/>
                <a:latin typeface="+mn-lt"/>
                <a:ea typeface="+mn-ea"/>
                <a:cs typeface="+mn-cs"/>
              </a:rPr>
              <a:t>计算理财翻倍所需要的时间。</a:t>
            </a: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def balance(base, rate):</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while True:</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base += base*rate</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yield base</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base = 10        # 存款10元</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rate = 0.02      # 利率不变</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for year, current in enumerate(balance(base, rate), start=1):</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if current &gt;= 2*base:</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print(year, current)</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ts val="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break</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Title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生成器函数</a:t>
            </a:r>
            <a:endParaRPr kumimoji="0" lang="en-US" altLang="zh-CN"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3" name="Content Placeholder 2"/>
          <p:cNvSpPr>
            <a:spLocks noGrp="1"/>
          </p:cNvSpPr>
          <p:nvPr>
            <p:ph idx="1"/>
          </p:nvPr>
        </p:nvSpPr>
        <p:spPr/>
        <p:txBody>
          <a:bodyPr vert="horz" wrap="square" lIns="68591" tIns="34295" rIns="68591" bIns="34295"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补充例题</a:t>
            </a:r>
            <a:r>
              <a:rPr kumimoji="0" lang="en-US" altLang="zh-CN" sz="1800" b="1" i="0" u="none" strike="noStrike" kern="1200" cap="none" spc="0" normalizeH="0" baseline="0" noProof="1">
                <a:ln>
                  <a:noFill/>
                </a:ln>
                <a:solidFill>
                  <a:schemeClr val="tx1"/>
                </a:solidFill>
                <a:effectLst/>
                <a:uLnTx/>
                <a:uFillTx/>
                <a:latin typeface="+mn-lt"/>
                <a:ea typeface="+mn-ea"/>
                <a:cs typeface="+mn-cs"/>
              </a:rPr>
              <a:t>23</a:t>
            </a:r>
            <a:r>
              <a:rPr kumimoji="0" lang="en-US" altLang="zh-CN" sz="1800" b="0" i="0" u="none" strike="noStrike" kern="1200" cap="none" spc="0" normalizeH="0" baseline="0" noProof="1" smtClean="0">
                <a:ln>
                  <a:noFill/>
                </a:ln>
                <a:solidFill>
                  <a:schemeClr val="tx1"/>
                </a:solidFill>
                <a:effectLst/>
                <a:uLnTx/>
                <a:uFillTx/>
                <a:latin typeface="+mn-lt"/>
                <a:ea typeface="+mn-ea"/>
                <a:cs typeface="+mn-cs"/>
              </a:rPr>
              <a:t>  </a:t>
            </a:r>
            <a:r>
              <a:rPr kumimoji="0" lang="zh-CN" altLang="en-US" sz="1800" b="0" i="0" u="none" strike="noStrike" kern="1200" cap="none" spc="0" normalizeH="0" baseline="0" noProof="1">
                <a:ln>
                  <a:noFill/>
                </a:ln>
                <a:solidFill>
                  <a:schemeClr val="tx1"/>
                </a:solidFill>
                <a:effectLst/>
                <a:uLnTx/>
                <a:uFillTx/>
                <a:latin typeface="+mn-lt"/>
                <a:ea typeface="+mn-ea"/>
                <a:cs typeface="+mn-cs"/>
              </a:rPr>
              <a:t>模拟标准库</a:t>
            </a:r>
            <a:r>
              <a:rPr kumimoji="0" lang="en-US" altLang="zh-CN" sz="1800" b="0" i="0" u="none" strike="noStrike" kern="1200" cap="none" spc="0" normalizeH="0" baseline="0" noProof="1">
                <a:ln>
                  <a:noFill/>
                </a:ln>
                <a:solidFill>
                  <a:schemeClr val="tx1"/>
                </a:solidFill>
                <a:effectLst/>
                <a:uLnTx/>
                <a:uFillTx/>
                <a:latin typeface="+mn-lt"/>
                <a:ea typeface="+mn-ea"/>
                <a:cs typeface="+mn-cs"/>
              </a:rPr>
              <a:t>itertools</a:t>
            </a:r>
            <a:r>
              <a:rPr kumimoji="0" lang="zh-CN" altLang="en-US" sz="1800" b="0" i="0" u="none" strike="noStrike" kern="1200" cap="none" spc="0" normalizeH="0" baseline="0" noProof="1">
                <a:ln>
                  <a:noFill/>
                </a:ln>
                <a:solidFill>
                  <a:schemeClr val="tx1"/>
                </a:solidFill>
                <a:effectLst/>
                <a:uLnTx/>
                <a:uFillTx/>
                <a:latin typeface="+mn-lt"/>
                <a:ea typeface="+mn-ea"/>
                <a:cs typeface="+mn-cs"/>
              </a:rPr>
              <a:t>中</a:t>
            </a:r>
            <a:r>
              <a:rPr kumimoji="0" lang="en-US" altLang="zh-CN" sz="1800" b="0" i="0" u="none" strike="noStrike" kern="1200" cap="none" spc="0" normalizeH="0" baseline="0" noProof="1">
                <a:ln>
                  <a:noFill/>
                </a:ln>
                <a:solidFill>
                  <a:schemeClr val="tx1"/>
                </a:solidFill>
                <a:effectLst/>
                <a:uLnTx/>
                <a:uFillTx/>
                <a:latin typeface="+mn-lt"/>
                <a:ea typeface="+mn-ea"/>
                <a:cs typeface="+mn-cs"/>
              </a:rPr>
              <a:t>cycle</a:t>
            </a:r>
            <a:r>
              <a:rPr kumimoji="0" lang="zh-CN" altLang="en-US" sz="1800" b="0" i="0" u="none" strike="noStrike" kern="1200" cap="none" spc="0" normalizeH="0" baseline="0" noProof="1">
                <a:ln>
                  <a:noFill/>
                </a:ln>
                <a:solidFill>
                  <a:schemeClr val="tx1"/>
                </a:solidFill>
                <a:effectLst/>
                <a:uLnTx/>
                <a:uFillTx/>
                <a:latin typeface="+mn-lt"/>
                <a:ea typeface="+mn-ea"/>
                <a:cs typeface="+mn-cs"/>
              </a:rPr>
              <a:t>函数。</a:t>
            </a: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def myCycle(iterable):</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while True:</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for item in iterable:</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yield item</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c = myCycle('abcd')</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for i in range(20):</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print(next(c))</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Title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生成器函数</a:t>
            </a:r>
            <a:endParaRPr kumimoji="0" lang="en-US" altLang="zh-CN"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3" name="Content Placeholder 2"/>
          <p:cNvSpPr>
            <a:spLocks noGrp="1"/>
          </p:cNvSpPr>
          <p:nvPr>
            <p:ph idx="1"/>
          </p:nvPr>
        </p:nvSpPr>
        <p:spPr/>
        <p:txBody>
          <a:bodyPr vert="horz" wrap="square" lIns="68591" tIns="34295" rIns="68591" bIns="34295"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补充例题</a:t>
            </a:r>
            <a:r>
              <a:rPr kumimoji="0" lang="en-US" altLang="zh-CN" sz="1800" b="1" i="0" u="none" strike="noStrike" kern="1200" cap="none" spc="0" normalizeH="0" baseline="0" noProof="1">
                <a:ln>
                  <a:noFill/>
                </a:ln>
                <a:solidFill>
                  <a:schemeClr val="tx1"/>
                </a:solidFill>
                <a:effectLst/>
                <a:uLnTx/>
                <a:uFillTx/>
                <a:latin typeface="+mn-lt"/>
                <a:ea typeface="+mn-ea"/>
                <a:cs typeface="+mn-cs"/>
              </a:rPr>
              <a:t>24</a:t>
            </a:r>
            <a:r>
              <a:rPr kumimoji="0" lang="en-US" altLang="zh-CN" sz="1800" b="0" i="0" u="none" strike="noStrike" kern="1200" cap="none" spc="0" normalizeH="0" baseline="0" noProof="1" smtClean="0">
                <a:ln>
                  <a:noFill/>
                </a:ln>
                <a:solidFill>
                  <a:schemeClr val="tx1"/>
                </a:solidFill>
                <a:effectLst/>
                <a:uLnTx/>
                <a:uFillTx/>
                <a:latin typeface="+mn-lt"/>
                <a:ea typeface="+mn-ea"/>
                <a:cs typeface="+mn-cs"/>
              </a:rPr>
              <a:t>  </a:t>
            </a:r>
            <a:r>
              <a:rPr kumimoji="0" lang="zh-CN" altLang="en-US" sz="1800" b="0" i="0" u="none" strike="noStrike" kern="1200" cap="none" spc="0" normalizeH="0" baseline="0" noProof="1">
                <a:ln>
                  <a:noFill/>
                </a:ln>
                <a:solidFill>
                  <a:schemeClr val="tx1"/>
                </a:solidFill>
                <a:effectLst/>
                <a:uLnTx/>
                <a:uFillTx/>
                <a:latin typeface="+mn-lt"/>
                <a:ea typeface="+mn-ea"/>
                <a:cs typeface="+mn-cs"/>
              </a:rPr>
              <a:t>模拟标准库</a:t>
            </a:r>
            <a:r>
              <a:rPr kumimoji="0" lang="en-US" altLang="zh-CN" sz="1800" b="0" i="0" u="none" strike="noStrike" kern="1200" cap="none" spc="0" normalizeH="0" baseline="0" noProof="1">
                <a:ln>
                  <a:noFill/>
                </a:ln>
                <a:solidFill>
                  <a:schemeClr val="tx1"/>
                </a:solidFill>
                <a:effectLst/>
                <a:uLnTx/>
                <a:uFillTx/>
                <a:latin typeface="+mn-lt"/>
                <a:ea typeface="+mn-ea"/>
                <a:cs typeface="+mn-cs"/>
              </a:rPr>
              <a:t>itertools</a:t>
            </a:r>
            <a:r>
              <a:rPr kumimoji="0" lang="zh-CN" altLang="en-US" sz="1800" b="0" i="0" u="none" strike="noStrike" kern="1200" cap="none" spc="0" normalizeH="0" baseline="0" noProof="1">
                <a:ln>
                  <a:noFill/>
                </a:ln>
                <a:solidFill>
                  <a:schemeClr val="tx1"/>
                </a:solidFill>
                <a:effectLst/>
                <a:uLnTx/>
                <a:uFillTx/>
                <a:latin typeface="+mn-lt"/>
                <a:ea typeface="+mn-ea"/>
                <a:cs typeface="+mn-cs"/>
              </a:rPr>
              <a:t>中的</a:t>
            </a:r>
            <a:r>
              <a:rPr kumimoji="0" lang="en-US" altLang="zh-CN" sz="1800" b="0" i="0" u="none" strike="noStrike" kern="1200" cap="none" spc="0" normalizeH="0" baseline="0" noProof="1">
                <a:ln>
                  <a:noFill/>
                </a:ln>
                <a:solidFill>
                  <a:schemeClr val="tx1"/>
                </a:solidFill>
                <a:effectLst/>
                <a:uLnTx/>
                <a:uFillTx/>
                <a:latin typeface="+mn-lt"/>
                <a:ea typeface="+mn-ea"/>
                <a:cs typeface="+mn-cs"/>
              </a:rPr>
              <a:t>count</a:t>
            </a:r>
            <a:r>
              <a:rPr kumimoji="0" lang="zh-CN" altLang="en-US" sz="1800" b="0" i="0" u="none" strike="noStrike" kern="1200" cap="none" spc="0" normalizeH="0" baseline="0" noProof="1">
                <a:ln>
                  <a:noFill/>
                </a:ln>
                <a:solidFill>
                  <a:schemeClr val="tx1"/>
                </a:solidFill>
                <a:effectLst/>
                <a:uLnTx/>
                <a:uFillTx/>
                <a:latin typeface="+mn-lt"/>
                <a:ea typeface="+mn-ea"/>
                <a:cs typeface="+mn-cs"/>
              </a:rPr>
              <a:t>函数。</a:t>
            </a: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def myCount(start, step):</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while True:</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yield start</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start = start+step</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c = myCount(3, 2)</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for i in range(20):</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print(next(c))</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5" y="-953"/>
            <a:ext cx="9121775" cy="925039"/>
          </a:xfrm>
        </p:spPr>
        <p:txBody>
          <a:bodyPr/>
          <a:lstStyle/>
          <a:p>
            <a:pPr fontAlgn="base"/>
            <a:r>
              <a:rPr lang="en-US" altLang="zh-CN" strike="noStrike" noProof="0" smtClean="0">
                <a:ln>
                  <a:noFill/>
                </a:ln>
                <a:effectLst/>
                <a:uLnTx/>
                <a:uFillTx/>
                <a:sym typeface="宋体" panose="02010600030101010101" pitchFamily="2" charset="-122"/>
              </a:rPr>
              <a:t>5.8  </a:t>
            </a:r>
            <a:r>
              <a:rPr lang="zh-CN" altLang="en-US" strike="noStrike" noProof="0" smtClean="0">
                <a:ln>
                  <a:noFill/>
                </a:ln>
                <a:effectLst/>
                <a:uLnTx/>
                <a:uFillTx/>
                <a:sym typeface="宋体" panose="02010600030101010101" pitchFamily="2" charset="-122"/>
              </a:rPr>
              <a:t>高级话题</a:t>
            </a:r>
            <a:r>
              <a:rPr lang="en-US" altLang="zh-CN" strike="noStrike" noProof="0" smtClean="0">
                <a:ln>
                  <a:noFill/>
                </a:ln>
                <a:effectLst/>
                <a:uLnTx/>
                <a:uFillTx/>
                <a:sym typeface="宋体" panose="02010600030101010101" pitchFamily="2" charset="-122"/>
              </a:rPr>
              <a:t>——</a:t>
            </a:r>
            <a:r>
              <a:rPr lang="zh-CN" altLang="en-US" strike="noStrike" noProof="0" smtClean="0">
                <a:ln>
                  <a:noFill/>
                </a:ln>
                <a:effectLst/>
                <a:uLnTx/>
                <a:uFillTx/>
                <a:sym typeface="宋体" panose="02010600030101010101" pitchFamily="2" charset="-122"/>
              </a:rPr>
              <a:t>生成器函数</a:t>
            </a:r>
            <a:endParaRPr lang="en-US" strike="noStrike" noProof="1"/>
          </a:p>
        </p:txBody>
      </p:sp>
      <p:sp>
        <p:nvSpPr>
          <p:cNvPr id="3" name="Content Placeholder 2"/>
          <p:cNvSpPr>
            <a:spLocks noGrp="1"/>
          </p:cNvSpPr>
          <p:nvPr>
            <p:ph idx="1"/>
          </p:nvPr>
        </p:nvSpPr>
        <p:spPr/>
        <p:txBody>
          <a:bodyPr/>
          <a:lstStyle/>
          <a:p>
            <a:pPr fontAlgn="base"/>
            <a:r>
              <a:rPr lang="zh-CN" altLang="en-US" sz="1800" b="1" strike="noStrike" noProof="1"/>
              <a:t>补充例题</a:t>
            </a:r>
            <a:r>
              <a:rPr lang="en-US" altLang="zh-CN" sz="1800" b="1" strike="noStrike" noProof="1"/>
              <a:t>25</a:t>
            </a:r>
            <a:r>
              <a:rPr lang="en-US" altLang="zh-CN" sz="1800" strike="noStrike" noProof="1"/>
              <a:t>  </a:t>
            </a:r>
            <a:r>
              <a:rPr lang="zh-CN" altLang="en-US" sz="1800" strike="noStrike" noProof="1"/>
              <a:t>模拟内置函数</a:t>
            </a:r>
            <a:r>
              <a:rPr lang="en-US" altLang="zh-CN" sz="1800" strike="noStrike" noProof="1"/>
              <a:t>enumerate()</a:t>
            </a:r>
            <a:r>
              <a:rPr lang="zh-CN" altLang="en-US" sz="1800" strike="noStrike" noProof="1"/>
              <a:t>的功能。</a:t>
            </a:r>
            <a:endParaRPr lang="zh-CN" altLang="en-US" sz="1800" strike="noStrike" noProof="1"/>
          </a:p>
          <a:p>
            <a:pPr marL="0" indent="0" fontAlgn="base">
              <a:buNone/>
            </a:pPr>
            <a:r>
              <a:rPr lang="zh-CN" altLang="en-US" sz="1600" strike="noStrike" noProof="1">
                <a:latin typeface="Consolas" panose="020B0609020204030204" pitchFamily="49" charset="0"/>
              </a:rPr>
              <a:t>def myEnumerate(seq):</a:t>
            </a:r>
            <a:endParaRPr lang="zh-CN" altLang="en-US" sz="1600" strike="noStrike" noProof="1">
              <a:latin typeface="Consolas" panose="020B0609020204030204" pitchFamily="49" charset="0"/>
            </a:endParaRPr>
          </a:p>
          <a:p>
            <a:pPr marL="0" indent="0" fontAlgn="base">
              <a:buNone/>
            </a:pPr>
            <a:r>
              <a:rPr lang="zh-CN" altLang="en-US" sz="1600" strike="noStrike" noProof="1">
                <a:latin typeface="Consolas" panose="020B0609020204030204" pitchFamily="49" charset="0"/>
              </a:rPr>
              <a:t>    index = 0</a:t>
            </a:r>
            <a:endParaRPr lang="zh-CN" altLang="en-US" sz="1600" strike="noStrike" noProof="1">
              <a:latin typeface="Consolas" panose="020B0609020204030204" pitchFamily="49" charset="0"/>
            </a:endParaRPr>
          </a:p>
          <a:p>
            <a:pPr marL="0" indent="0" fontAlgn="base">
              <a:buNone/>
            </a:pPr>
            <a:r>
              <a:rPr lang="zh-CN" altLang="en-US" sz="1600" strike="noStrike" noProof="1">
                <a:latin typeface="Consolas" panose="020B0609020204030204" pitchFamily="49" charset="0"/>
              </a:rPr>
              <a:t>    for item in seq:</a:t>
            </a:r>
            <a:endParaRPr lang="zh-CN" altLang="en-US" sz="1600" strike="noStrike" noProof="1">
              <a:latin typeface="Consolas" panose="020B0609020204030204" pitchFamily="49" charset="0"/>
            </a:endParaRPr>
          </a:p>
          <a:p>
            <a:pPr marL="0" indent="0" fontAlgn="base">
              <a:buNone/>
            </a:pPr>
            <a:r>
              <a:rPr lang="zh-CN" altLang="en-US" sz="1600" strike="noStrike" noProof="1">
                <a:latin typeface="Consolas" panose="020B0609020204030204" pitchFamily="49" charset="0"/>
              </a:rPr>
              <a:t>        yield (index, item)</a:t>
            </a:r>
            <a:endParaRPr lang="zh-CN" altLang="en-US" sz="1600" strike="noStrike" noProof="1">
              <a:latin typeface="Consolas" panose="020B0609020204030204" pitchFamily="49" charset="0"/>
            </a:endParaRPr>
          </a:p>
          <a:p>
            <a:pPr marL="0" indent="0" fontAlgn="base">
              <a:buNone/>
            </a:pPr>
            <a:r>
              <a:rPr lang="zh-CN" altLang="en-US" sz="1600" strike="noStrike" noProof="1">
                <a:latin typeface="Consolas" panose="020B0609020204030204" pitchFamily="49" charset="0"/>
              </a:rPr>
              <a:t>        index = index+1</a:t>
            </a:r>
            <a:endParaRPr lang="zh-CN" altLang="en-US" sz="1600" strike="noStrike" noProof="1">
              <a:latin typeface="Consolas" panose="020B0609020204030204" pitchFamily="49" charset="0"/>
            </a:endParaRPr>
          </a:p>
          <a:p>
            <a:pPr marL="0" indent="0" fontAlgn="base">
              <a:buNone/>
            </a:pPr>
            <a:endParaRPr lang="zh-CN" altLang="en-US" sz="1600" strike="noStrike" noProof="1">
              <a:latin typeface="Consolas" panose="020B0609020204030204" pitchFamily="49" charset="0"/>
            </a:endParaRPr>
          </a:p>
          <a:p>
            <a:pPr marL="0" indent="0" fontAlgn="base">
              <a:buNone/>
            </a:pPr>
            <a:r>
              <a:rPr lang="zh-CN" altLang="en-US" sz="1600" strike="noStrike" noProof="1">
                <a:latin typeface="Consolas" panose="020B0609020204030204" pitchFamily="49" charset="0"/>
              </a:rPr>
              <a:t>for item in myEnumerate('Hello World'):</a:t>
            </a:r>
            <a:endParaRPr lang="zh-CN" altLang="en-US" sz="1600" strike="noStrike" noProof="1">
              <a:latin typeface="Consolas" panose="020B0609020204030204" pitchFamily="49" charset="0"/>
            </a:endParaRPr>
          </a:p>
          <a:p>
            <a:pPr marL="0" indent="0" fontAlgn="base">
              <a:buNone/>
            </a:pPr>
            <a:r>
              <a:rPr lang="zh-CN" altLang="en-US" sz="1600" strike="noStrike" noProof="1">
                <a:latin typeface="Consolas" panose="020B0609020204030204" pitchFamily="49" charset="0"/>
              </a:rPr>
              <a:t>    print(item, end=' ')</a:t>
            </a:r>
            <a:endParaRPr lang="zh-CN" altLang="en-US" sz="1600" strike="noStrike" noProof="1">
              <a:latin typeface="Consolas" panose="020B0609020204030204" pitchFamily="49" charset="0"/>
            </a:endParaRP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5" y="-953"/>
            <a:ext cx="9121775" cy="925039"/>
          </a:xfrm>
        </p:spPr>
        <p:txBody>
          <a:bodyPr/>
          <a:lstStyle/>
          <a:p>
            <a:pPr fontAlgn="base"/>
            <a:r>
              <a:rPr lang="en-US" altLang="zh-CN" strike="noStrike" noProof="0" smtClean="0">
                <a:ln>
                  <a:noFill/>
                </a:ln>
                <a:effectLst/>
                <a:uLnTx/>
                <a:uFillTx/>
                <a:sym typeface="宋体" panose="02010600030101010101" pitchFamily="2" charset="-122"/>
              </a:rPr>
              <a:t>5.8  </a:t>
            </a:r>
            <a:r>
              <a:rPr lang="zh-CN" altLang="en-US" strike="noStrike" noProof="0" smtClean="0">
                <a:ln>
                  <a:noFill/>
                </a:ln>
                <a:effectLst/>
                <a:uLnTx/>
                <a:uFillTx/>
                <a:sym typeface="宋体" panose="02010600030101010101" pitchFamily="2" charset="-122"/>
              </a:rPr>
              <a:t>高级话题</a:t>
            </a:r>
            <a:r>
              <a:rPr lang="en-US" altLang="zh-CN" strike="noStrike" noProof="0" smtClean="0">
                <a:ln>
                  <a:noFill/>
                </a:ln>
                <a:effectLst/>
                <a:uLnTx/>
                <a:uFillTx/>
                <a:sym typeface="宋体" panose="02010600030101010101" pitchFamily="2" charset="-122"/>
              </a:rPr>
              <a:t>——</a:t>
            </a:r>
            <a:r>
              <a:rPr lang="zh-CN" altLang="en-US" strike="noStrike" noProof="0" smtClean="0">
                <a:ln>
                  <a:noFill/>
                </a:ln>
                <a:effectLst/>
                <a:uLnTx/>
                <a:uFillTx/>
                <a:sym typeface="宋体" panose="02010600030101010101" pitchFamily="2" charset="-122"/>
              </a:rPr>
              <a:t>生成器函数</a:t>
            </a:r>
            <a:endParaRPr lang="en-US" strike="noStrike" noProof="1"/>
          </a:p>
        </p:txBody>
      </p:sp>
      <p:sp>
        <p:nvSpPr>
          <p:cNvPr id="3" name="Content Placeholder 2"/>
          <p:cNvSpPr>
            <a:spLocks noGrp="1"/>
          </p:cNvSpPr>
          <p:nvPr>
            <p:ph idx="1"/>
          </p:nvPr>
        </p:nvSpPr>
        <p:spPr/>
        <p:txBody>
          <a:bodyPr/>
          <a:lstStyle/>
          <a:p>
            <a:pPr fontAlgn="base"/>
            <a:r>
              <a:rPr lang="zh-CN" altLang="en-US" sz="1800" b="1" strike="noStrike" noProof="1"/>
              <a:t>补充例题</a:t>
            </a:r>
            <a:r>
              <a:rPr lang="en-US" altLang="zh-CN" sz="1800" b="1" strike="noStrike" noProof="1"/>
              <a:t>26</a:t>
            </a:r>
            <a:r>
              <a:rPr lang="en-US" altLang="zh-CN" sz="1800" strike="noStrike" noProof="1"/>
              <a:t>  </a:t>
            </a:r>
            <a:r>
              <a:rPr lang="zh-CN" altLang="en-US" sz="1800" strike="noStrike" noProof="1"/>
              <a:t>自定义函数，模拟内置函数</a:t>
            </a:r>
            <a:r>
              <a:rPr lang="en-US" altLang="zh-CN" sz="1800" strike="noStrike" noProof="1"/>
              <a:t>filter()</a:t>
            </a:r>
            <a:r>
              <a:rPr lang="zh-CN" altLang="en-US" sz="1800" strike="noStrike" noProof="1"/>
              <a:t>。</a:t>
            </a:r>
            <a:endParaRPr lang="zh-CN" altLang="en-US" sz="1800" strike="noStrike" noProof="1"/>
          </a:p>
          <a:p>
            <a:pPr marL="0" indent="0" fontAlgn="base">
              <a:buNone/>
            </a:pPr>
            <a:r>
              <a:rPr lang="zh-CN" altLang="en-US" sz="1600" strike="noStrike" noProof="1">
                <a:latin typeface="Consolas" panose="020B0609020204030204" pitchFamily="49" charset="0"/>
              </a:rPr>
              <a:t>def myFilter(func, seq):</a:t>
            </a:r>
            <a:endParaRPr lang="zh-CN" altLang="en-US" sz="1600" strike="noStrike" noProof="1">
              <a:latin typeface="Consolas" panose="020B0609020204030204" pitchFamily="49" charset="0"/>
            </a:endParaRPr>
          </a:p>
          <a:p>
            <a:pPr marL="0" indent="0" fontAlgn="base">
              <a:buNone/>
            </a:pPr>
            <a:r>
              <a:rPr lang="zh-CN" altLang="en-US" sz="1600" strike="noStrike" noProof="1">
                <a:latin typeface="Consolas" panose="020B0609020204030204" pitchFamily="49" charset="0"/>
              </a:rPr>
              <a:t>    if func is None:</a:t>
            </a:r>
            <a:endParaRPr lang="zh-CN" altLang="en-US" sz="1600" strike="noStrike" noProof="1">
              <a:latin typeface="Consolas" panose="020B0609020204030204" pitchFamily="49" charset="0"/>
            </a:endParaRPr>
          </a:p>
          <a:p>
            <a:pPr marL="0" indent="0" fontAlgn="base">
              <a:buNone/>
            </a:pPr>
            <a:r>
              <a:rPr lang="zh-CN" altLang="en-US" sz="1600" strike="noStrike" noProof="1">
                <a:latin typeface="Consolas" panose="020B0609020204030204" pitchFamily="49" charset="0"/>
              </a:rPr>
              <a:t>        func = bool</a:t>
            </a:r>
            <a:endParaRPr lang="zh-CN" altLang="en-US" sz="1600" strike="noStrike" noProof="1">
              <a:latin typeface="Consolas" panose="020B0609020204030204" pitchFamily="49" charset="0"/>
            </a:endParaRPr>
          </a:p>
          <a:p>
            <a:pPr marL="0" indent="0" fontAlgn="base">
              <a:buNone/>
            </a:pPr>
            <a:r>
              <a:rPr lang="zh-CN" altLang="en-US" sz="1600" strike="noStrike" noProof="1">
                <a:latin typeface="Consolas" panose="020B0609020204030204" pitchFamily="49" charset="0"/>
              </a:rPr>
              <a:t>    for item in seq:</a:t>
            </a:r>
            <a:endParaRPr lang="zh-CN" altLang="en-US" sz="1600" strike="noStrike" noProof="1">
              <a:latin typeface="Consolas" panose="020B0609020204030204" pitchFamily="49" charset="0"/>
            </a:endParaRPr>
          </a:p>
          <a:p>
            <a:pPr marL="0" indent="0" fontAlgn="base">
              <a:buNone/>
            </a:pPr>
            <a:r>
              <a:rPr lang="zh-CN" altLang="en-US" sz="1600" strike="noStrike" noProof="1">
                <a:latin typeface="Consolas" panose="020B0609020204030204" pitchFamily="49" charset="0"/>
              </a:rPr>
              <a:t>        if func(item):</a:t>
            </a:r>
            <a:endParaRPr lang="zh-CN" altLang="en-US" sz="1600" strike="noStrike" noProof="1">
              <a:latin typeface="Consolas" panose="020B0609020204030204" pitchFamily="49" charset="0"/>
            </a:endParaRPr>
          </a:p>
          <a:p>
            <a:pPr marL="0" indent="0" fontAlgn="base">
              <a:buNone/>
            </a:pPr>
            <a:r>
              <a:rPr lang="zh-CN" altLang="en-US" sz="1600" strike="noStrike" noProof="1">
                <a:latin typeface="Consolas" panose="020B0609020204030204" pitchFamily="49" charset="0"/>
              </a:rPr>
              <a:t>            yield item</a:t>
            </a:r>
            <a:endParaRPr lang="zh-CN" altLang="en-US" sz="1600" strike="noStrike" noProof="1">
              <a:latin typeface="Consolas" panose="020B0609020204030204" pitchFamily="49" charset="0"/>
            </a:endParaRPr>
          </a:p>
          <a:p>
            <a:pPr marL="0" indent="0" fontAlgn="base">
              <a:buNone/>
            </a:pPr>
            <a:endParaRPr lang="zh-CN" altLang="en-US" sz="1600" strike="noStrike" noProof="1">
              <a:latin typeface="Consolas" panose="020B0609020204030204" pitchFamily="49" charset="0"/>
            </a:endParaRPr>
          </a:p>
          <a:p>
            <a:pPr marL="0" indent="0" fontAlgn="base">
              <a:buNone/>
            </a:pPr>
            <a:r>
              <a:rPr lang="zh-CN" altLang="en-US" sz="1600" strike="noStrike" noProof="1">
                <a:latin typeface="Consolas" panose="020B0609020204030204" pitchFamily="49" charset="0"/>
              </a:rPr>
              <a:t>print(list(myFilter(None, range(-3, 5))))</a:t>
            </a:r>
            <a:endParaRPr lang="zh-CN" altLang="en-US" sz="1600" strike="noStrike" noProof="1">
              <a:latin typeface="Consolas" panose="020B0609020204030204" pitchFamily="49" charset="0"/>
            </a:endParaRPr>
          </a:p>
          <a:p>
            <a:pPr marL="0" indent="0" fontAlgn="base">
              <a:buNone/>
            </a:pPr>
            <a:r>
              <a:rPr lang="zh-CN" altLang="en-US" sz="1600" strike="noStrike" noProof="1">
                <a:latin typeface="Consolas" panose="020B0609020204030204" pitchFamily="49" charset="0"/>
              </a:rPr>
              <a:t>print(myFilter(str.isdigit, '123bcdse45'))</a:t>
            </a:r>
            <a:endParaRPr lang="zh-CN" altLang="en-US" sz="1600" strike="noStrike" noProof="1">
              <a:latin typeface="Consolas" panose="020B0609020204030204" pitchFamily="49" charset="0"/>
            </a:endParaRPr>
          </a:p>
          <a:p>
            <a:pPr marL="0" indent="0" fontAlgn="base">
              <a:buNone/>
            </a:pPr>
            <a:r>
              <a:rPr lang="zh-CN" altLang="en-US" sz="1600" strike="noStrike" noProof="1">
                <a:latin typeface="Consolas" panose="020B0609020204030204" pitchFamily="49" charset="0"/>
              </a:rPr>
              <a:t>print(list(myFilter(lambda x:x&gt;5, range(10))))</a:t>
            </a:r>
            <a:endParaRPr lang="zh-CN" altLang="en-US" sz="1600" strike="noStrike" noProof="1">
              <a:latin typeface="Consolas" panose="020B0609020204030204" pitchFamily="49" charset="0"/>
            </a:endParaRP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标题 65537"/>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查看字节码指令</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180226" name="文本占位符 65538"/>
          <p:cNvSpPr>
            <a:spLocks noGrp="1"/>
          </p:cNvSpPr>
          <p:nvPr>
            <p:ph idx="1"/>
          </p:nvPr>
        </p:nvSpPr>
        <p:spPr/>
        <p:txBody>
          <a:bodyPr wrap="square" lIns="68591" tIns="34295" rIns="68591" bIns="34295" anchor="t"/>
          <a:lstStyle/>
          <a:p>
            <a:pPr eaLnBrk="1" fontAlgn="base" hangingPunct="1">
              <a:lnSpc>
                <a:spcPct val="95000"/>
              </a:lnSpc>
              <a:spcBef>
                <a:spcPct val="0"/>
              </a:spcBef>
              <a:buSzPct val="90000"/>
              <a:buFont typeface="Wingdings" panose="05000000000000000000" pitchFamily="2" charset="2"/>
              <a:buChar char="§"/>
            </a:pPr>
            <a:r>
              <a:rPr lang="zh-CN" altLang="en-US" sz="1800" strike="noStrike" noProof="1"/>
              <a:t>使用</a:t>
            </a:r>
            <a:r>
              <a:rPr lang="en-US" altLang="zh-CN" sz="1800" strike="noStrike" noProof="1"/>
              <a:t>dis</a:t>
            </a:r>
            <a:r>
              <a:rPr lang="zh-CN" altLang="en-US" sz="1800" strike="noStrike" noProof="1"/>
              <a:t>模块可以查看函数的字节码指令</a:t>
            </a:r>
            <a:endParaRPr lang="zh-CN" altLang="en-US" sz="1800" strike="noStrike" noProof="1"/>
          </a:p>
          <a:p>
            <a:pPr eaLnBrk="1" fontAlgn="base" hangingPunct="1">
              <a:lnSpc>
                <a:spcPct val="95000"/>
              </a:lnSpc>
              <a:spcBef>
                <a:spcPct val="0"/>
              </a:spcBef>
              <a:buSzPct val="90000"/>
              <a:buFont typeface="Wingdings" panose="05000000000000000000" pitchFamily="2" charset="2"/>
              <a:buNone/>
            </a:pPr>
            <a:endParaRPr lang="en-US" altLang="zh-CN" sz="1350" strike="noStrike" noProof="1">
              <a:latin typeface="Consolas" panose="020B0609020204030204" pitchFamily="49" charset="0"/>
            </a:endParaRPr>
          </a:p>
          <a:p>
            <a:pPr eaLnBrk="1" latinLnBrk="0" hangingPunct="1">
              <a:lnSpc>
                <a:spcPct val="100000"/>
              </a:lnSpc>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def add(n):</a:t>
            </a:r>
            <a:endParaRPr lang="en-US" altLang="zh-CN" sz="1600" strike="noStrike" noProof="1">
              <a:latin typeface="Consolas" panose="020B0609020204030204" pitchFamily="49" charset="0"/>
            </a:endParaRPr>
          </a:p>
          <a:p>
            <a:pPr eaLnBrk="1" latinLnBrk="0" hangingPunct="1">
              <a:lnSpc>
                <a:spcPct val="100000"/>
              </a:lnSpc>
              <a:spcBef>
                <a:spcPct val="0"/>
              </a:spcBef>
              <a:buSzPct val="90000"/>
              <a:buFont typeface="Wingdings" panose="05000000000000000000" pitchFamily="2" charset="2"/>
              <a:buNone/>
            </a:pPr>
            <a:r>
              <a:rPr lang="en-US" altLang="zh-CN" sz="1600" strike="noStrike" noProof="1">
                <a:latin typeface="Consolas" panose="020B0609020204030204" pitchFamily="49" charset="0"/>
              </a:rPr>
              <a:t>	  n += 1</a:t>
            </a:r>
            <a:endParaRPr lang="en-US" altLang="zh-CN" sz="1600" strike="noStrike" noProof="1">
              <a:latin typeface="Consolas" panose="020B0609020204030204" pitchFamily="49" charset="0"/>
            </a:endParaRPr>
          </a:p>
          <a:p>
            <a:pPr eaLnBrk="1" latinLnBrk="0" hangingPunct="1">
              <a:lnSpc>
                <a:spcPct val="100000"/>
              </a:lnSpc>
              <a:spcBef>
                <a:spcPct val="0"/>
              </a:spcBef>
              <a:buSzPct val="90000"/>
              <a:buFont typeface="Wingdings" panose="05000000000000000000" pitchFamily="2" charset="2"/>
              <a:buNone/>
            </a:pPr>
            <a:r>
              <a:rPr lang="en-US" altLang="zh-CN" sz="1600" strike="noStrike" noProof="1">
                <a:latin typeface="Consolas" panose="020B0609020204030204" pitchFamily="49" charset="0"/>
              </a:rPr>
              <a:t>	  return n</a:t>
            </a:r>
            <a:endParaRPr lang="en-US" altLang="zh-CN" sz="1600" strike="noStrike" noProof="1">
              <a:latin typeface="Consolas" panose="020B0609020204030204" pitchFamily="49" charset="0"/>
            </a:endParaRPr>
          </a:p>
          <a:p>
            <a:pPr eaLnBrk="1" latinLnBrk="0" hangingPunct="1">
              <a:lnSpc>
                <a:spcPct val="100000"/>
              </a:lnSpc>
              <a:spcBef>
                <a:spcPct val="0"/>
              </a:spcBef>
              <a:buSzPct val="90000"/>
              <a:buFont typeface="Wingdings" panose="05000000000000000000" pitchFamily="2" charset="2"/>
              <a:buNone/>
            </a:pPr>
            <a:endParaRPr lang="en-US" altLang="zh-CN" sz="1600" strike="noStrike" noProof="1">
              <a:latin typeface="Consolas" panose="020B0609020204030204" pitchFamily="49" charset="0"/>
            </a:endParaRPr>
          </a:p>
          <a:p>
            <a:pPr eaLnBrk="1" latinLnBrk="0" hangingPunct="1">
              <a:lnSpc>
                <a:spcPct val="100000"/>
              </a:lnSpc>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import dis</a:t>
            </a:r>
            <a:endParaRPr lang="en-US" altLang="zh-CN" sz="1600" strike="noStrike" noProof="1">
              <a:latin typeface="Consolas" panose="020B0609020204030204" pitchFamily="49" charset="0"/>
            </a:endParaRPr>
          </a:p>
          <a:p>
            <a:pPr eaLnBrk="1" latinLnBrk="0" hangingPunct="1">
              <a:lnSpc>
                <a:spcPct val="100000"/>
              </a:lnSpc>
              <a:spcBef>
                <a:spcPct val="0"/>
              </a:spcBef>
              <a:buSzPct val="90000"/>
              <a:buFont typeface="Wingdings" panose="05000000000000000000" pitchFamily="2" charset="2"/>
              <a:buNone/>
            </a:pPr>
            <a:r>
              <a:rPr lang="en-US" altLang="zh-CN" sz="1600" strike="noStrike" noProof="1">
                <a:latin typeface="Consolas" panose="020B0609020204030204" pitchFamily="49" charset="0"/>
              </a:rPr>
              <a:t>&gt;&gt;&gt; dis.dis(add)</a:t>
            </a:r>
            <a:endParaRPr lang="en-US" altLang="zh-CN" sz="1600" strike="noStrike" noProof="1">
              <a:latin typeface="Consolas" panose="020B0609020204030204" pitchFamily="49" charset="0"/>
            </a:endParaRPr>
          </a:p>
          <a:p>
            <a:pPr eaLnBrk="1" latinLnBrk="0" hangingPunct="1">
              <a:lnSpc>
                <a:spcPct val="100000"/>
              </a:lnSpc>
              <a:spcBef>
                <a:spcPct val="0"/>
              </a:spcBef>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  2           0 LOAD_FAST                0 (n)</a:t>
            </a:r>
            <a:endParaRPr lang="en-US" altLang="zh-CN" sz="1600" strike="noStrike" noProof="1">
              <a:solidFill>
                <a:srgbClr val="00B0F0"/>
              </a:solidFill>
              <a:latin typeface="Consolas" panose="020B0609020204030204" pitchFamily="49" charset="0"/>
            </a:endParaRPr>
          </a:p>
          <a:p>
            <a:pPr eaLnBrk="1" latinLnBrk="0" hangingPunct="1">
              <a:lnSpc>
                <a:spcPct val="100000"/>
              </a:lnSpc>
              <a:spcBef>
                <a:spcPct val="0"/>
              </a:spcBef>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              3 LOAD_CONST               1 (1)</a:t>
            </a:r>
            <a:endParaRPr lang="en-US" altLang="zh-CN" sz="1600" strike="noStrike" noProof="1">
              <a:solidFill>
                <a:srgbClr val="00B0F0"/>
              </a:solidFill>
              <a:latin typeface="Consolas" panose="020B0609020204030204" pitchFamily="49" charset="0"/>
            </a:endParaRPr>
          </a:p>
          <a:p>
            <a:pPr eaLnBrk="1" latinLnBrk="0" hangingPunct="1">
              <a:lnSpc>
                <a:spcPct val="100000"/>
              </a:lnSpc>
              <a:spcBef>
                <a:spcPct val="0"/>
              </a:spcBef>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              6 INPLACE_ADD         </a:t>
            </a:r>
            <a:endParaRPr lang="en-US" altLang="zh-CN" sz="1600" strike="noStrike" noProof="1">
              <a:solidFill>
                <a:srgbClr val="00B0F0"/>
              </a:solidFill>
              <a:latin typeface="Consolas" panose="020B0609020204030204" pitchFamily="49" charset="0"/>
            </a:endParaRPr>
          </a:p>
          <a:p>
            <a:pPr eaLnBrk="1" latinLnBrk="0" hangingPunct="1">
              <a:lnSpc>
                <a:spcPct val="100000"/>
              </a:lnSpc>
              <a:spcBef>
                <a:spcPct val="0"/>
              </a:spcBef>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              7 STORE_FAST               0 (n)</a:t>
            </a:r>
            <a:endParaRPr lang="en-US" altLang="zh-CN" sz="1600" strike="noStrike" noProof="1">
              <a:solidFill>
                <a:srgbClr val="00B0F0"/>
              </a:solidFill>
              <a:latin typeface="Consolas" panose="020B0609020204030204" pitchFamily="49" charset="0"/>
            </a:endParaRPr>
          </a:p>
          <a:p>
            <a:pPr eaLnBrk="1" latinLnBrk="0" hangingPunct="1">
              <a:lnSpc>
                <a:spcPct val="100000"/>
              </a:lnSpc>
              <a:spcBef>
                <a:spcPct val="0"/>
              </a:spcBef>
              <a:buSzPct val="90000"/>
              <a:buFont typeface="Wingdings" panose="05000000000000000000" pitchFamily="2" charset="2"/>
              <a:buNone/>
            </a:pPr>
            <a:endParaRPr lang="en-US" altLang="zh-CN" sz="1600" strike="noStrike" noProof="1">
              <a:solidFill>
                <a:srgbClr val="00B0F0"/>
              </a:solidFill>
              <a:latin typeface="Consolas" panose="020B0609020204030204" pitchFamily="49" charset="0"/>
            </a:endParaRPr>
          </a:p>
          <a:p>
            <a:pPr eaLnBrk="1" latinLnBrk="0" hangingPunct="1">
              <a:lnSpc>
                <a:spcPct val="100000"/>
              </a:lnSpc>
              <a:spcBef>
                <a:spcPct val="0"/>
              </a:spcBef>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  3          10 LOAD_FAST                0 (n)</a:t>
            </a:r>
            <a:endParaRPr lang="en-US" altLang="zh-CN" sz="1600" strike="noStrike" noProof="1">
              <a:solidFill>
                <a:srgbClr val="00B0F0"/>
              </a:solidFill>
              <a:latin typeface="Consolas" panose="020B0609020204030204" pitchFamily="49" charset="0"/>
            </a:endParaRPr>
          </a:p>
          <a:p>
            <a:pPr eaLnBrk="1" latinLnBrk="0" hangingPunct="1">
              <a:lnSpc>
                <a:spcPct val="100000"/>
              </a:lnSpc>
              <a:spcBef>
                <a:spcPct val="0"/>
              </a:spcBef>
              <a:buSzPct val="90000"/>
              <a:buFont typeface="Wingdings" panose="05000000000000000000" pitchFamily="2" charset="2"/>
              <a:buNone/>
            </a:pPr>
            <a:r>
              <a:rPr lang="en-US" altLang="zh-CN" sz="1600" strike="noStrike" noProof="1">
                <a:solidFill>
                  <a:srgbClr val="00B0F0"/>
                </a:solidFill>
                <a:latin typeface="Consolas" panose="020B0609020204030204" pitchFamily="49" charset="0"/>
              </a:rPr>
              <a:t>             13 RETURN_VALUE     </a:t>
            </a:r>
            <a:r>
              <a:rPr lang="en-US" altLang="zh-CN" sz="1600" strike="noStrike" noProof="1">
                <a:latin typeface="Consolas" panose="020B0609020204030204" pitchFamily="49" charset="0"/>
              </a:rPr>
              <a:t>   </a:t>
            </a:r>
            <a:endParaRPr lang="en-US" altLang="zh-CN" sz="1600" strike="noStrike" noProof="1">
              <a:latin typeface="Consolas" panose="020B0609020204030204" pitchFamily="49" charset="0"/>
            </a:endParaRPr>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3685" y="1160780"/>
            <a:ext cx="7384415" cy="3394075"/>
          </a:xfrm>
        </p:spPr>
        <p:txBody>
          <a:bodyPr vert="horz" wrap="square" lIns="68591" tIns="34295" rIns="68591" bIns="34295"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charset="0"/>
              <a:buChar char="§"/>
              <a:defRPr/>
            </a:pPr>
            <a:r>
              <a:rPr kumimoji="0" lang="zh-CN" altLang="en-US" sz="1800" b="0" i="0" u="none" strike="noStrike" kern="1200" cap="none" spc="0" normalizeH="0" baseline="0" noProof="1">
                <a:ln>
                  <a:noFill/>
                </a:ln>
                <a:solidFill>
                  <a:schemeClr val="tx1"/>
                </a:solidFill>
                <a:effectLst/>
                <a:uLnTx/>
                <a:uFillTx/>
                <a:latin typeface="+mn-ea"/>
                <a:ea typeface="+mn-ea"/>
                <a:cs typeface="+mn-cs"/>
                <a:sym typeface="+mn-ea"/>
              </a:rPr>
              <a:t>在</a:t>
            </a:r>
            <a:r>
              <a:rPr kumimoji="0" lang="en-US" altLang="x-none" sz="1800" b="0" i="0" u="none" strike="noStrike" kern="1200" cap="none" spc="0" normalizeH="0" baseline="0" noProof="1">
                <a:ln>
                  <a:noFill/>
                </a:ln>
                <a:solidFill>
                  <a:schemeClr val="tx1"/>
                </a:solidFill>
                <a:effectLst/>
                <a:uLnTx/>
                <a:uFillTx/>
                <a:latin typeface="+mn-ea"/>
                <a:ea typeface="+mn-ea"/>
                <a:cs typeface="+mn-cs"/>
                <a:sym typeface="+mn-ea"/>
              </a:rPr>
              <a:t>Python</a:t>
            </a:r>
            <a:r>
              <a:rPr kumimoji="0" lang="zh-CN" altLang="en-US" sz="1800" b="0" i="0" u="none" strike="noStrike" kern="1200" cap="none" spc="0" normalizeH="0" baseline="0" noProof="1">
                <a:ln>
                  <a:noFill/>
                </a:ln>
                <a:solidFill>
                  <a:schemeClr val="tx1"/>
                </a:solidFill>
                <a:effectLst/>
                <a:uLnTx/>
                <a:uFillTx/>
                <a:latin typeface="+mn-ea"/>
                <a:ea typeface="+mn-ea"/>
                <a:cs typeface="+mn-cs"/>
                <a:sym typeface="+mn-ea"/>
              </a:rPr>
              <a:t>中，函数是可以嵌套定义的。</a:t>
            </a:r>
            <a:endParaRPr kumimoji="0" lang="en-US" sz="1800" b="0" i="0" u="none" strike="noStrike" kern="1200" cap="none" spc="0" normalizeH="0" baseline="0" noProof="1">
              <a:ln>
                <a:noFill/>
              </a:ln>
              <a:solidFill>
                <a:schemeClr val="tx1"/>
              </a:solidFill>
              <a:effectLst/>
              <a:uLnTx/>
              <a:uFillTx/>
              <a:latin typeface="+mn-ea"/>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def myMap(iterable, op, value):      #自定义函数</a:t>
            </a:r>
            <a:endParaRPr kumimoji="0" 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altLang="x-none"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a:t>
            </a:r>
            <a:r>
              <a:rPr kumimoji="0" 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if op not in '+-*/':</a:t>
            </a:r>
            <a:endParaRPr kumimoji="0" 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altLang="x-none"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a:t>
            </a:r>
            <a:r>
              <a:rPr kumimoji="0" 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return 'Error operator'</a:t>
            </a:r>
            <a:endParaRPr kumimoji="0" 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altLang="x-none"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a:t>
            </a:r>
            <a:r>
              <a:rPr kumimoji="0" 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def nested(item):                    #嵌套定义函数</a:t>
            </a:r>
            <a:endParaRPr kumimoji="0" 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altLang="x-none"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a:t>
            </a:r>
            <a:r>
              <a:rPr kumimoji="0" 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return eval(repr(item)+op+repr(value))</a:t>
            </a:r>
            <a:endParaRPr kumimoji="0" 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altLang="x-none"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a:t>
            </a:r>
            <a:r>
              <a:rPr kumimoji="0" 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return map(nested, iterable)         #使用在函数内部定义的函数</a:t>
            </a:r>
            <a:endParaRPr kumimoji="0" 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endParaRPr kumimoji="0" 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list(myMap(range(5), '+', 5))        #调用外部函数</a:t>
            </a:r>
            <a:endParaRPr kumimoji="0" 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sz="1400" b="0" i="0" u="none" strike="noStrike" kern="1200" cap="none" spc="0" normalizeH="0" baseline="0" noProof="1">
                <a:ln>
                  <a:noFill/>
                </a:ln>
                <a:solidFill>
                  <a:srgbClr val="00B0F0"/>
                </a:solidFill>
                <a:effectLst/>
                <a:uLnTx/>
                <a:uFillTx/>
                <a:latin typeface="Consolas" panose="020B0609020204030204" pitchFamily="49" charset="0"/>
                <a:ea typeface="+mn-ea"/>
                <a:cs typeface="+mn-cs"/>
              </a:rPr>
              <a:t>[5, 6, 7, 8, 9]</a:t>
            </a:r>
            <a:endParaRPr kumimoji="0" lang="en-US" sz="1400" b="0" i="0" u="none" strike="noStrike" kern="1200" cap="none" spc="0" normalizeH="0" baseline="0" noProof="1">
              <a:ln>
                <a:noFill/>
              </a:ln>
              <a:solidFill>
                <a:srgbClr val="00B0F0"/>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list(myMap(range(5), '-', 5))</a:t>
            </a:r>
            <a:endParaRPr kumimoji="0" 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sz="1400" b="0" i="0" u="none" strike="noStrike" kern="1200" cap="none" spc="0" normalizeH="0" baseline="0" noProof="1">
                <a:ln>
                  <a:noFill/>
                </a:ln>
                <a:solidFill>
                  <a:srgbClr val="00B0F0"/>
                </a:solidFill>
                <a:effectLst/>
                <a:uLnTx/>
                <a:uFillTx/>
                <a:latin typeface="Consolas" panose="020B0609020204030204" pitchFamily="49" charset="0"/>
                <a:ea typeface="+mn-ea"/>
                <a:cs typeface="+mn-cs"/>
              </a:rPr>
              <a:t>[-5, -4, -3, -2, -1]</a:t>
            </a:r>
            <a:endParaRPr kumimoji="0" lang="en-US" sz="1400" b="0" i="0" u="none" strike="noStrike" kern="1200" cap="none" spc="0" normalizeH="0" baseline="0" noProof="1">
              <a:ln>
                <a:noFill/>
              </a:ln>
              <a:solidFill>
                <a:srgbClr val="00B0F0"/>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list(myMap(range(5), '*', 5))</a:t>
            </a:r>
            <a:endParaRPr kumimoji="0" 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sz="1400" b="0" i="0" u="none" strike="noStrike" kern="1200" cap="none" spc="0" normalizeH="0" baseline="0" noProof="1">
                <a:ln>
                  <a:noFill/>
                </a:ln>
                <a:solidFill>
                  <a:srgbClr val="00B0F0"/>
                </a:solidFill>
                <a:effectLst/>
                <a:uLnTx/>
                <a:uFillTx/>
                <a:latin typeface="Consolas" panose="020B0609020204030204" pitchFamily="49" charset="0"/>
                <a:ea typeface="+mn-ea"/>
                <a:cs typeface="+mn-cs"/>
              </a:rPr>
              <a:t>[0, 5, 10, 15, 20]</a:t>
            </a:r>
            <a:endParaRPr kumimoji="0" lang="en-US" sz="1400" b="0" i="0" u="none" strike="noStrike" kern="1200" cap="none" spc="0" normalizeH="0" baseline="0" noProof="1">
              <a:ln>
                <a:noFill/>
              </a:ln>
              <a:solidFill>
                <a:srgbClr val="00B0F0"/>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&gt;&gt;&gt; list(myMap(range(5), '/', 5))</a:t>
            </a:r>
            <a:endParaRPr kumimoji="0" lang="en-US" sz="14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latinLnBrk="0" hangingPunct="1">
              <a:lnSpc>
                <a:spcPct val="100000"/>
              </a:lnSpc>
              <a:spcBef>
                <a:spcPts val="0"/>
              </a:spcBef>
              <a:spcAft>
                <a:spcPct val="0"/>
              </a:spcAft>
              <a:buClrTx/>
              <a:buSzTx/>
              <a:buFontTx/>
              <a:buNone/>
              <a:defRPr/>
            </a:pPr>
            <a:r>
              <a:rPr kumimoji="0" lang="en-US" sz="1400" b="0" i="0" u="none" strike="noStrike" kern="1200" cap="none" spc="0" normalizeH="0" baseline="0" noProof="1">
                <a:ln>
                  <a:noFill/>
                </a:ln>
                <a:solidFill>
                  <a:srgbClr val="00B0F0"/>
                </a:solidFill>
                <a:effectLst/>
                <a:uLnTx/>
                <a:uFillTx/>
                <a:latin typeface="Consolas" panose="020B0609020204030204" pitchFamily="49" charset="0"/>
                <a:ea typeface="+mn-ea"/>
                <a:cs typeface="+mn-cs"/>
              </a:rPr>
              <a:t>[0.0, 0.2, 0.4, 0.6, 0.8]</a:t>
            </a:r>
            <a:endParaRPr kumimoji="0" lang="en-US" sz="1400" b="0" i="0" u="none" strike="noStrike" kern="1200" cap="none" spc="0" normalizeH="0" baseline="0" noProof="1">
              <a:ln>
                <a:noFill/>
              </a:ln>
              <a:solidFill>
                <a:srgbClr val="00B0F0"/>
              </a:solidFill>
              <a:effectLst/>
              <a:uLnTx/>
              <a:uFillTx/>
              <a:latin typeface="Consolas" panose="020B0609020204030204" pitchFamily="49" charset="0"/>
              <a:ea typeface="+mn-ea"/>
              <a:cs typeface="+mn-cs"/>
            </a:endParaRPr>
          </a:p>
        </p:txBody>
      </p:sp>
      <p:sp>
        <p:nvSpPr>
          <p:cNvPr id="172034" name="标题 6656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函数嵌套定义</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标题 6656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可调用对象</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182274" name="文本占位符 66562"/>
          <p:cNvSpPr>
            <a:spLocks noGrp="1"/>
          </p:cNvSpPr>
          <p:nvPr>
            <p:ph idx="1"/>
          </p:nvPr>
        </p:nvSpPr>
        <p:spPr/>
        <p:txBody>
          <a:bodyPr wrap="square" lIns="68591" tIns="34295" rIns="68591" bIns="34295" anchor="t"/>
          <a:lstStyle/>
          <a:p>
            <a:pPr eaLnBrk="1" fontAlgn="base" hangingPunct="1">
              <a:lnSpc>
                <a:spcPct val="80000"/>
              </a:lnSpc>
              <a:buSzPct val="90000"/>
              <a:buFont typeface="Wingdings" panose="05000000000000000000" pitchFamily="2" charset="2"/>
              <a:buChar char="ü"/>
            </a:pPr>
            <a:r>
              <a:rPr lang="zh-CN" altLang="en-US" sz="1800" strike="noStrike" noProof="1"/>
              <a:t>可以使用嵌套函数定义可调用对象。</a:t>
            </a:r>
            <a:endParaRPr lang="zh-CN" altLang="en-US" sz="1500" strike="noStrike" noProof="1"/>
          </a:p>
          <a:p>
            <a:pPr eaLnBrk="1" fontAlgn="base" hangingPunct="1">
              <a:lnSpc>
                <a:spcPct val="80000"/>
              </a:lnSpc>
              <a:buSzPct val="90000"/>
              <a:buFont typeface="Wingdings" panose="05000000000000000000" pitchFamily="2" charset="2"/>
              <a:buChar char="ü"/>
            </a:pPr>
            <a:endParaRPr lang="zh-CN" altLang="en-US" sz="1500" strike="noStrike" noProof="1"/>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def linear(a, b):</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    def result(x):</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        return a * x + b</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    return result</a:t>
            </a:r>
            <a:endParaRPr lang="en-US" altLang="zh-CN" sz="1600" strike="noStrike" noProof="1">
              <a:latin typeface="Consolas" panose="020B0609020204030204" pitchFamily="49" charset="0"/>
            </a:endParaRPr>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可调用对象</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183298" name="内容占位符 2"/>
          <p:cNvSpPr>
            <a:spLocks noGrp="1"/>
          </p:cNvSpPr>
          <p:nvPr>
            <p:ph idx="1"/>
          </p:nvPr>
        </p:nvSpPr>
        <p:spPr/>
        <p:txBody>
          <a:bodyPr wrap="square" lIns="68591" tIns="34295" rIns="68591" bIns="34295" anchor="t"/>
          <a:lstStyle/>
          <a:p>
            <a:pPr eaLnBrk="1" fontAlgn="base" hangingPunct="1">
              <a:lnSpc>
                <a:spcPct val="80000"/>
              </a:lnSpc>
              <a:buSzPct val="90000"/>
              <a:buFont typeface="Wingdings" panose="05000000000000000000" pitchFamily="2" charset="2"/>
              <a:buChar char="ü"/>
            </a:pPr>
            <a:r>
              <a:rPr lang="zh-CN" altLang="en-US" sz="1800" strike="noStrike" noProof="1"/>
              <a:t>另外，任何包含</a:t>
            </a:r>
            <a:r>
              <a:rPr lang="en-US" altLang="zh-CN" sz="1800" strike="noStrike" noProof="1"/>
              <a:t>__call__()</a:t>
            </a:r>
            <a:r>
              <a:rPr lang="zh-CN" altLang="en-US" sz="1800" strike="noStrike" noProof="1"/>
              <a:t>方法的类的对象也是可调用的。</a:t>
            </a:r>
            <a:endParaRPr lang="zh-CN" altLang="en-US" sz="1800" strike="noStrike" noProof="1"/>
          </a:p>
          <a:p>
            <a:pPr eaLnBrk="1" fontAlgn="base" hangingPunct="1">
              <a:lnSpc>
                <a:spcPct val="80000"/>
              </a:lnSpc>
              <a:buSzPct val="90000"/>
              <a:buFont typeface="Wingdings" panose="05000000000000000000" pitchFamily="2" charset="2"/>
              <a:buNone/>
            </a:pPr>
            <a:endParaRPr lang="en-US" altLang="zh-CN" sz="1500" strike="noStrike" noProof="1"/>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class linear:</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    def __init__(self, a, b):</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        self.a, self.b = a, b</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    def __call__(self, x):</a:t>
            </a:r>
            <a:endParaRPr lang="en-US" altLang="zh-CN" sz="1600" strike="noStrike" noProof="1">
              <a:latin typeface="Consolas" panose="020B0609020204030204" pitchFamily="49" charset="0"/>
            </a:endParaRPr>
          </a:p>
          <a:p>
            <a:pPr eaLnBrk="1" fontAlgn="base" hangingPunct="1">
              <a:lnSpc>
                <a:spcPct val="80000"/>
              </a:lnSpc>
              <a:buSzPct val="90000"/>
              <a:buFont typeface="Wingdings" panose="05000000000000000000" pitchFamily="2" charset="2"/>
              <a:buNone/>
            </a:pPr>
            <a:r>
              <a:rPr lang="en-US" altLang="zh-CN" sz="1600" strike="noStrike" noProof="1">
                <a:latin typeface="Consolas" panose="020B0609020204030204" pitchFamily="49" charset="0"/>
              </a:rPr>
              <a:t>        return self.a * x + self.b</a:t>
            </a:r>
            <a:endParaRPr lang="zh-CN" altLang="en-US" sz="1600" strike="noStrike" noProof="1">
              <a:latin typeface="Consolas" panose="020B0609020204030204" pitchFamily="49" charset="0"/>
            </a:endParaRP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可调用对象</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3" name="内容占位符 2"/>
          <p:cNvSpPr>
            <a:spLocks noGrp="1"/>
          </p:cNvSpPr>
          <p:nvPr>
            <p:ph idx="1"/>
          </p:nvPr>
        </p:nvSpPr>
        <p:spPr/>
        <p:txBody>
          <a:bodyPr vert="horz" wrap="square" lIns="68591" tIns="34295" rIns="68591" bIns="34295" numCol="1" anchor="t" anchorCtr="0" compatLnSpc="1"/>
          <a:lstStyle/>
          <a:p>
            <a:pPr marL="342900" marR="0" lvl="0" indent="-342900" algn="l" defTabSz="914400" rtl="0" eaLnBrk="1" fontAlgn="base" latinLnBrk="0" hangingPunct="1">
              <a:lnSpc>
                <a:spcPct val="150000"/>
              </a:lnSpc>
              <a:spcBef>
                <a:spcPts val="0"/>
              </a:spcBef>
              <a:spcAft>
                <a:spcPct val="0"/>
              </a:spcAft>
              <a:buClrTx/>
              <a:buSzPct val="90000"/>
              <a:buFont typeface="Wingdings" panose="05000000000000000000" charset="0"/>
              <a:buChar char="n"/>
              <a:defRPr/>
            </a:pPr>
            <a:r>
              <a:rPr kumimoji="0" lang="zh-CN" altLang="en-US" sz="1800" b="0" i="0" u="none" strike="noStrike" kern="1200" cap="none" spc="0" normalizeH="0" baseline="0" noProof="1">
                <a:ln>
                  <a:noFill/>
                </a:ln>
                <a:solidFill>
                  <a:schemeClr val="tx1"/>
                </a:solidFill>
                <a:effectLst/>
                <a:uLnTx/>
                <a:uFillTx/>
                <a:latin typeface="+mn-lt"/>
                <a:ea typeface="+mn-ea"/>
                <a:cs typeface="+mn-cs"/>
                <a:sym typeface="+mn-ea"/>
              </a:rPr>
              <a:t>使用上面的两种方式中任何一个，都可以通过以下的方式来定义一个可调用对象：</a:t>
            </a: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taxes = linear(0.3, 2)</a:t>
            </a:r>
            <a:endParaRPr kumimoji="0" lang="en-US" altLang="x-none" sz="135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endParaRPr kumimoji="0" lang="en-US" altLang="x-none" sz="135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charset="0"/>
              <a:buChar char="n"/>
              <a:defRPr/>
            </a:pPr>
            <a:r>
              <a:rPr kumimoji="0" lang="zh-CN" altLang="en-US" sz="1800" b="0" i="0" u="none" strike="noStrike" kern="1200" cap="none" spc="0" normalizeH="0" baseline="0" noProof="1">
                <a:ln>
                  <a:noFill/>
                </a:ln>
                <a:solidFill>
                  <a:schemeClr val="tx1"/>
                </a:solidFill>
                <a:effectLst/>
                <a:uLnTx/>
                <a:uFillTx/>
                <a:latin typeface="+mn-lt"/>
                <a:ea typeface="+mn-ea"/>
                <a:cs typeface="+mn-cs"/>
                <a:sym typeface="+mn-ea"/>
              </a:rPr>
              <a:t>然后通过下面的方式来调用该对象：</a:t>
            </a: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Tx/>
              <a:buSzPct val="90000"/>
              <a:buFont typeface="Wingdings" panose="05000000000000000000" pitchFamily="2" charset="2"/>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taxes(5)</a:t>
            </a:r>
            <a:endParaRPr kumimoji="0" lang="en-US" altLang="x-none" sz="135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Content Placeholder 2"/>
          <p:cNvSpPr>
            <a:spLocks noGrp="1"/>
          </p:cNvSpPr>
          <p:nvPr>
            <p:ph idx="1"/>
          </p:nvPr>
        </p:nvSpPr>
        <p:spPr/>
        <p:txBody>
          <a:bodyPr wrap="square" lIns="68591" tIns="34295" rIns="68591" bIns="34295" anchor="t"/>
          <a:lstStyle/>
          <a:p>
            <a:pPr eaLnBrk="1" hangingPunct="1">
              <a:lnSpc>
                <a:spcPct val="150000"/>
              </a:lnSpc>
              <a:spcBef>
                <a:spcPct val="0"/>
              </a:spcBef>
            </a:pPr>
            <a:r>
              <a:rPr lang="en-US" altLang="en-US" sz="1800" dirty="0"/>
              <a:t>修饰器（decorator）是函数嵌套定义的另一个重要应用。</a:t>
            </a:r>
            <a:r>
              <a:rPr lang="en-US" altLang="en-US" sz="1800" dirty="0">
                <a:solidFill>
                  <a:srgbClr val="FF0000"/>
                </a:solidFill>
              </a:rPr>
              <a:t>修饰器本质上也是一个函数，只不过这个函数接收其他函数作为参数并对其进行一定的改造之后返回新函数</a:t>
            </a:r>
            <a:r>
              <a:rPr lang="en-US" altLang="en-US" sz="1800" dirty="0"/>
              <a:t>。</a:t>
            </a:r>
            <a:endParaRPr lang="en-US" altLang="en-US" sz="1800" dirty="0"/>
          </a:p>
          <a:p>
            <a:pPr eaLnBrk="1" hangingPunct="1">
              <a:lnSpc>
                <a:spcPct val="150000"/>
              </a:lnSpc>
              <a:spcBef>
                <a:spcPct val="0"/>
              </a:spcBef>
            </a:pPr>
            <a:r>
              <a:rPr lang="en-US" altLang="en-US" sz="1800" dirty="0"/>
              <a:t>Python</a:t>
            </a:r>
            <a:r>
              <a:rPr lang="zh-CN" altLang="en-US" sz="1800" dirty="0"/>
              <a:t>面向对象程序设计</a:t>
            </a:r>
            <a:r>
              <a:rPr lang="en-US" altLang="en-US" sz="1800" dirty="0"/>
              <a:t>中的静态方法、类方法、属性等也都是通过修饰器实现的，Python中还有很多这样的用法。</a:t>
            </a:r>
            <a:endParaRPr lang="en-US" altLang="en-US" sz="1800" dirty="0"/>
          </a:p>
          <a:p>
            <a:pPr eaLnBrk="1" hangingPunct="1">
              <a:lnSpc>
                <a:spcPct val="150000"/>
              </a:lnSpc>
              <a:spcBef>
                <a:spcPct val="0"/>
              </a:spcBef>
            </a:pPr>
            <a:r>
              <a:rPr lang="en-US" altLang="en-US" sz="1800" dirty="0"/>
              <a:t>下面的代码演示了修饰器的定义与使用方法，定义其他函数调用之前或之后需要执行的通用代码，可作用于其他任何函数，提高代码复用度。</a:t>
            </a:r>
            <a:endParaRPr lang="en-US" altLang="en-US" sz="1800" dirty="0"/>
          </a:p>
        </p:txBody>
      </p:sp>
      <p:sp>
        <p:nvSpPr>
          <p:cNvPr id="176130"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修饰器</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endParaRP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Content Placeholder 2"/>
          <p:cNvSpPr>
            <a:spLocks noGrp="1"/>
          </p:cNvSpPr>
          <p:nvPr>
            <p:ph idx="1"/>
          </p:nvPr>
        </p:nvSpPr>
        <p:spPr>
          <a:xfrm>
            <a:off x="287655" y="1050925"/>
            <a:ext cx="7370445" cy="3395980"/>
          </a:xfrm>
        </p:spPr>
        <p:txBody>
          <a:bodyPr wrap="square" lIns="68591" tIns="34295" rIns="68591" bIns="34295" anchor="t"/>
          <a:lstStyle/>
          <a:p>
            <a:pPr marL="0" indent="0" eaLnBrk="1" latinLnBrk="0" hangingPunct="1">
              <a:spcBef>
                <a:spcPts val="0"/>
              </a:spcBef>
              <a:buNone/>
            </a:pPr>
            <a:r>
              <a:rPr lang="en-US" altLang="en-US" sz="1400" dirty="0">
                <a:latin typeface="Consolas" panose="020B0609020204030204" pitchFamily="49" charset="0"/>
              </a:rPr>
              <a:t>def before(func):                       #定义修饰器</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    def wrapper(*args, **kwargs):</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        print('Before function called.')</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        return func(*args, **kwargs)</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    return wrapper</a:t>
            </a:r>
            <a:endParaRPr lang="en-US" altLang="en-US" sz="1400" dirty="0">
              <a:latin typeface="Consolas" panose="020B0609020204030204" pitchFamily="49" charset="0"/>
            </a:endParaRPr>
          </a:p>
          <a:p>
            <a:pPr marL="0" indent="0" eaLnBrk="1" latinLnBrk="0" hangingPunct="1">
              <a:spcBef>
                <a:spcPts val="0"/>
              </a:spcBef>
              <a:buNone/>
            </a:pP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def after(func):                        #定义修饰器</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    def wrapper(*args, **kwargs):</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        result = func(*args, **kwargs)</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        print('After function called.')</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        return result</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    return wrapper</a:t>
            </a:r>
            <a:endParaRPr lang="en-US" altLang="en-US" sz="1400" dirty="0">
              <a:latin typeface="Consolas" panose="020B0609020204030204" pitchFamily="49" charset="0"/>
            </a:endParaRPr>
          </a:p>
          <a:p>
            <a:pPr marL="0" indent="0" eaLnBrk="1" latinLnBrk="0" hangingPunct="1">
              <a:spcBef>
                <a:spcPts val="0"/>
              </a:spcBef>
              <a:buNone/>
            </a:pP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@before</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@after</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def test():                             #同时使用两个修饰器改造函数</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    print(3)</a:t>
            </a:r>
            <a:endParaRPr lang="en-US" altLang="en-US" sz="1400" dirty="0">
              <a:latin typeface="Consolas" panose="020B0609020204030204" pitchFamily="49" charset="0"/>
            </a:endParaRPr>
          </a:p>
          <a:p>
            <a:pPr marL="0" indent="0" eaLnBrk="1" latinLnBrk="0" hangingPunct="1">
              <a:spcBef>
                <a:spcPts val="0"/>
              </a:spcBef>
              <a:buNone/>
            </a:pPr>
            <a:r>
              <a:rPr lang="en-US" altLang="en-US" sz="1400" dirty="0">
                <a:latin typeface="Consolas" panose="020B0609020204030204" pitchFamily="49" charset="0"/>
              </a:rPr>
              <a:t>test()                                  #调用被修饰的函数</a:t>
            </a:r>
            <a:endParaRPr lang="en-US" altLang="en-US" sz="1400" dirty="0">
              <a:latin typeface="Consolas" panose="020B0609020204030204" pitchFamily="49" charset="0"/>
            </a:endParaRPr>
          </a:p>
        </p:txBody>
      </p:sp>
      <p:sp>
        <p:nvSpPr>
          <p:cNvPr id="177154"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修饰器</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修饰器</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3" name="内容占位符 2"/>
          <p:cNvSpPr>
            <a:spLocks noGrp="1"/>
          </p:cNvSpPr>
          <p:nvPr>
            <p:ph idx="1"/>
          </p:nvPr>
        </p:nvSpPr>
        <p:spPr/>
        <p:txBody>
          <a:bodyPr vert="horz" wrap="square" lIns="68591" tIns="34295" rIns="68591" bIns="34295" numCol="1" anchor="t" anchorCtr="0" compatLnSpc="1"/>
          <a:lstStyle/>
          <a:p>
            <a:pPr marL="342900" marR="0" lvl="0" indent="-342900" algn="l" defTabSz="914400" rtl="0" eaLnBrk="1" fontAlgn="base" latinLnBrk="0" hangingPunct="1">
              <a:lnSpc>
                <a:spcPct val="150000"/>
              </a:lnSpc>
              <a:spcBef>
                <a:spcPts val="0"/>
              </a:spcBef>
              <a:spcAft>
                <a:spcPct val="0"/>
              </a:spcAft>
              <a:buClrTx/>
              <a:buSzTx/>
              <a:buFont typeface="Wingdings" panose="05000000000000000000" charset="0"/>
              <a:buChar char="§"/>
              <a:defRPr/>
            </a:pPr>
            <a:r>
              <a:rPr kumimoji="0" lang="zh-CN" altLang="en-US" sz="1800" b="0" i="0" u="none" strike="noStrike" kern="1200" cap="none" spc="0" normalizeH="0" baseline="0" noProof="1">
                <a:ln>
                  <a:noFill/>
                </a:ln>
                <a:solidFill>
                  <a:schemeClr val="tx1"/>
                </a:solidFill>
                <a:effectLst/>
                <a:uLnTx/>
                <a:uFillTx/>
                <a:latin typeface="+mn-lt"/>
                <a:ea typeface="+mn-ea"/>
                <a:cs typeface="+mn-cs"/>
              </a:rPr>
              <a:t>下面的代码完整地演示了嵌套函数定义与使用的方法，有效利用了用户名检查功能的代码。</a:t>
            </a:r>
            <a:endParaRPr kumimoji="0" lang="zh-CN" altLang="en-US" sz="18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135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def check_permission(func):</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def wrapper(*args, **kwargs):</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if kwargs.get('username')!='admin':</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raise Exception('Sorry. You are not allowed.')</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return func(*args, **kwargs)</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return wrapper</a:t>
            </a:r>
            <a:endParaRPr kumimoji="0" lang="zh-CN" alt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修饰器</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188418" name="内容占位符 2"/>
          <p:cNvSpPr>
            <a:spLocks noGrp="1"/>
          </p:cNvSpPr>
          <p:nvPr>
            <p:ph idx="1"/>
          </p:nvPr>
        </p:nvSpPr>
        <p:spPr/>
        <p:txBody>
          <a:bodyPr wrap="square" lIns="68591" tIns="34295" rIns="68591" bIns="34295" anchor="t"/>
          <a:lstStyle/>
          <a:p>
            <a:pPr marL="0" indent="0" eaLnBrk="1" fontAlgn="base" hangingPunct="1">
              <a:buSzPct val="90000"/>
              <a:buFont typeface="Wingdings" panose="05000000000000000000" pitchFamily="2" charset="2"/>
              <a:buNone/>
            </a:pPr>
            <a:r>
              <a:rPr lang="zh-CN" altLang="en-US" sz="1600" strike="noStrike" noProof="1">
                <a:latin typeface="Consolas" panose="020B0609020204030204" pitchFamily="49" charset="0"/>
                <a:cs typeface="Consolas" panose="020B0609020204030204" pitchFamily="49" charset="0"/>
              </a:rPr>
              <a:t>class ReadWriteFile(object):</a:t>
            </a:r>
            <a:endParaRPr lang="zh-CN" altLang="en-US" sz="1600" strike="noStrike" noProof="1">
              <a:latin typeface="Consolas" panose="020B0609020204030204" pitchFamily="49" charset="0"/>
              <a:cs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latin typeface="Consolas" panose="020B0609020204030204" pitchFamily="49" charset="0"/>
                <a:cs typeface="Consolas" panose="020B0609020204030204" pitchFamily="49" charset="0"/>
              </a:rPr>
              <a:t>    #把函数check_permission作为装饰器使用</a:t>
            </a:r>
            <a:endParaRPr lang="zh-CN" altLang="en-US" sz="1600" strike="noStrike" noProof="1">
              <a:latin typeface="Consolas" panose="020B0609020204030204" pitchFamily="49" charset="0"/>
              <a:cs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latin typeface="Consolas" panose="020B0609020204030204" pitchFamily="49" charset="0"/>
                <a:cs typeface="Consolas" panose="020B0609020204030204" pitchFamily="49" charset="0"/>
              </a:rPr>
              <a:t>    @check_permission</a:t>
            </a:r>
            <a:endParaRPr lang="zh-CN" altLang="en-US" sz="1600" strike="noStrike" noProof="1">
              <a:latin typeface="Consolas" panose="020B0609020204030204" pitchFamily="49" charset="0"/>
              <a:cs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latin typeface="Consolas" panose="020B0609020204030204" pitchFamily="49" charset="0"/>
                <a:cs typeface="Consolas" panose="020B0609020204030204" pitchFamily="49" charset="0"/>
              </a:rPr>
              <a:t>    def read(self, username, filename):</a:t>
            </a:r>
            <a:endParaRPr lang="zh-CN" altLang="en-US" sz="1600" strike="noStrike" noProof="1">
              <a:latin typeface="Consolas" panose="020B0609020204030204" pitchFamily="49" charset="0"/>
              <a:cs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latin typeface="Consolas" panose="020B0609020204030204" pitchFamily="49" charset="0"/>
                <a:cs typeface="Consolas" panose="020B0609020204030204" pitchFamily="49" charset="0"/>
              </a:rPr>
              <a:t>        return open(filename,'r').read()</a:t>
            </a:r>
            <a:endParaRPr lang="zh-CN" altLang="en-US" sz="1600" strike="noStrike" noProof="1">
              <a:latin typeface="Consolas" panose="020B0609020204030204" pitchFamily="49" charset="0"/>
              <a:cs typeface="Consolas" panose="020B0609020204030204" pitchFamily="49" charset="0"/>
            </a:endParaRPr>
          </a:p>
          <a:p>
            <a:pPr marL="0" indent="0" eaLnBrk="1" fontAlgn="base" hangingPunct="1">
              <a:buSzPct val="90000"/>
              <a:buFont typeface="Wingdings" panose="05000000000000000000" pitchFamily="2" charset="2"/>
              <a:buNone/>
            </a:pPr>
            <a:endParaRPr lang="zh-CN" altLang="en-US" sz="1600" strike="noStrike" noProof="1">
              <a:latin typeface="Consolas" panose="020B0609020204030204" pitchFamily="49" charset="0"/>
              <a:cs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latin typeface="Consolas" panose="020B0609020204030204" pitchFamily="49" charset="0"/>
                <a:cs typeface="Consolas" panose="020B0609020204030204" pitchFamily="49" charset="0"/>
              </a:rPr>
              <a:t>    def write(self, username, filename, content):</a:t>
            </a:r>
            <a:endParaRPr lang="zh-CN" altLang="en-US" sz="1600" strike="noStrike" noProof="1">
              <a:latin typeface="Consolas" panose="020B0609020204030204" pitchFamily="49" charset="0"/>
              <a:cs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latin typeface="Consolas" panose="020B0609020204030204" pitchFamily="49" charset="0"/>
                <a:cs typeface="Consolas" panose="020B0609020204030204" pitchFamily="49" charset="0"/>
              </a:rPr>
              <a:t>        open(filename,'a+').write(content)</a:t>
            </a:r>
            <a:endParaRPr lang="zh-CN" altLang="en-US" sz="1600" strike="noStrike" noProof="1">
              <a:latin typeface="Consolas" panose="020B0609020204030204" pitchFamily="49" charset="0"/>
              <a:cs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latin typeface="Consolas" panose="020B0609020204030204" pitchFamily="49" charset="0"/>
                <a:cs typeface="Consolas" panose="020B0609020204030204" pitchFamily="49" charset="0"/>
              </a:rPr>
              <a:t>    #把函数check_permission作为普通函数使用</a:t>
            </a:r>
            <a:endParaRPr lang="zh-CN" altLang="en-US" sz="1600" strike="noStrike" noProof="1">
              <a:latin typeface="Consolas" panose="020B0609020204030204" pitchFamily="49" charset="0"/>
              <a:cs typeface="Consolas" panose="020B0609020204030204" pitchFamily="49" charset="0"/>
            </a:endParaRPr>
          </a:p>
          <a:p>
            <a:pPr marL="0" indent="0" eaLnBrk="1" fontAlgn="base" hangingPunct="1">
              <a:buSzPct val="90000"/>
              <a:buFont typeface="Wingdings" panose="05000000000000000000" pitchFamily="2" charset="2"/>
              <a:buNone/>
            </a:pPr>
            <a:r>
              <a:rPr lang="zh-CN" altLang="en-US" sz="1600" strike="noStrike" noProof="1">
                <a:latin typeface="Consolas" panose="020B0609020204030204" pitchFamily="49" charset="0"/>
                <a:cs typeface="Consolas" panose="020B0609020204030204" pitchFamily="49" charset="0"/>
              </a:rPr>
              <a:t>    write = check_permission(write)</a:t>
            </a:r>
            <a:endParaRPr lang="zh-CN" altLang="en-US" sz="1600" strike="noStrike" noProof="1">
              <a:latin typeface="Consolas" panose="020B0609020204030204" pitchFamily="49" charset="0"/>
              <a:cs typeface="Consolas" panose="020B0609020204030204" pitchFamily="49" charset="0"/>
            </a:endParaRPr>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修饰器</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189442" name="内容占位符 2"/>
          <p:cNvSpPr>
            <a:spLocks noGrp="1"/>
          </p:cNvSpPr>
          <p:nvPr>
            <p:ph idx="1"/>
          </p:nvPr>
        </p:nvSpPr>
        <p:spPr>
          <a:xfrm>
            <a:off x="318135" y="1185545"/>
            <a:ext cx="8679815" cy="3395980"/>
          </a:xfrm>
        </p:spPr>
        <p:txBody>
          <a:bodyPr wrap="square" lIns="68591" tIns="34295" rIns="68591" bIns="34295" anchor="t"/>
          <a:lstStyle/>
          <a:p>
            <a:pPr marL="0" indent="0" eaLnBrk="1" fontAlgn="base" hangingPunct="1">
              <a:buSzPct val="90000"/>
              <a:buFont typeface="Wingdings" panose="05000000000000000000" pitchFamily="2" charset="2"/>
              <a:buNone/>
            </a:pPr>
            <a:r>
              <a:rPr lang="zh-CN" altLang="en-US" sz="1400" strike="noStrike" noProof="1">
                <a:latin typeface="Consolas" panose="020B0609020204030204" pitchFamily="49" charset="0"/>
                <a:cs typeface="Consolas" panose="020B0609020204030204" pitchFamily="49" charset="0"/>
              </a:rPr>
              <a:t>t = ReadWriteFile()</a:t>
            </a:r>
            <a:endParaRPr lang="zh-CN" altLang="en-US" sz="1400" strike="noStrike" noProof="1">
              <a:latin typeface="Consolas" panose="020B0609020204030204" pitchFamily="49" charset="0"/>
              <a:cs typeface="Consolas" panose="020B0609020204030204" pitchFamily="49" charset="0"/>
            </a:endParaRPr>
          </a:p>
          <a:p>
            <a:pPr marL="0" indent="0" eaLnBrk="1" fontAlgn="base" hangingPunct="1">
              <a:buSzPct val="90000"/>
              <a:buFont typeface="Wingdings" panose="05000000000000000000" pitchFamily="2" charset="2"/>
              <a:buNone/>
            </a:pPr>
            <a:r>
              <a:rPr lang="zh-CN" altLang="en-US" sz="1400" strike="noStrike" noProof="1">
                <a:latin typeface="Consolas" panose="020B0609020204030204" pitchFamily="49" charset="0"/>
                <a:cs typeface="Consolas" panose="020B0609020204030204" pitchFamily="49" charset="0"/>
              </a:rPr>
              <a:t>print('Originally.......')</a:t>
            </a:r>
            <a:endParaRPr lang="zh-CN" altLang="en-US" sz="1400" strike="noStrike" noProof="1">
              <a:latin typeface="Consolas" panose="020B0609020204030204" pitchFamily="49" charset="0"/>
              <a:cs typeface="Consolas" panose="020B0609020204030204" pitchFamily="49" charset="0"/>
            </a:endParaRPr>
          </a:p>
          <a:p>
            <a:pPr marL="0" indent="0" eaLnBrk="1" fontAlgn="base" hangingPunct="1">
              <a:buSzPct val="90000"/>
              <a:buFont typeface="Wingdings" panose="05000000000000000000" pitchFamily="2" charset="2"/>
              <a:buNone/>
            </a:pPr>
            <a:r>
              <a:rPr lang="zh-CN" altLang="en-US" sz="1400" strike="noStrike" noProof="1">
                <a:latin typeface="Consolas" panose="020B0609020204030204" pitchFamily="49" charset="0"/>
                <a:cs typeface="Consolas" panose="020B0609020204030204" pitchFamily="49" charset="0"/>
              </a:rPr>
              <a:t>print(t.read(username='admin', filename=r'd:\sample.txt'))</a:t>
            </a:r>
            <a:endParaRPr lang="zh-CN" altLang="en-US" sz="1400" strike="noStrike" noProof="1">
              <a:latin typeface="Consolas" panose="020B0609020204030204" pitchFamily="49" charset="0"/>
              <a:cs typeface="Consolas" panose="020B0609020204030204" pitchFamily="49" charset="0"/>
            </a:endParaRPr>
          </a:p>
          <a:p>
            <a:pPr marL="0" indent="0" eaLnBrk="1" fontAlgn="base" hangingPunct="1">
              <a:buSzPct val="90000"/>
              <a:buFont typeface="Wingdings" panose="05000000000000000000" pitchFamily="2" charset="2"/>
              <a:buNone/>
            </a:pPr>
            <a:r>
              <a:rPr lang="zh-CN" altLang="en-US" sz="1400" strike="noStrike" noProof="1">
                <a:latin typeface="Consolas" panose="020B0609020204030204" pitchFamily="49" charset="0"/>
                <a:cs typeface="Consolas" panose="020B0609020204030204" pitchFamily="49" charset="0"/>
              </a:rPr>
              <a:t>print('Now, try to write to a file........')</a:t>
            </a:r>
            <a:endParaRPr lang="zh-CN" altLang="en-US" sz="1400" strike="noStrike" noProof="1">
              <a:latin typeface="Consolas" panose="020B0609020204030204" pitchFamily="49" charset="0"/>
              <a:cs typeface="Consolas" panose="020B0609020204030204" pitchFamily="49" charset="0"/>
            </a:endParaRPr>
          </a:p>
          <a:p>
            <a:pPr marL="0" indent="0" eaLnBrk="1" fontAlgn="base" hangingPunct="1">
              <a:buSzPct val="90000"/>
              <a:buFont typeface="Wingdings" panose="05000000000000000000" pitchFamily="2" charset="2"/>
              <a:buNone/>
            </a:pPr>
            <a:r>
              <a:rPr lang="zh-CN" altLang="en-US" sz="1400" strike="noStrike" noProof="1">
                <a:latin typeface="Consolas" panose="020B0609020204030204" pitchFamily="49" charset="0"/>
                <a:cs typeface="Consolas" panose="020B0609020204030204" pitchFamily="49" charset="0"/>
              </a:rPr>
              <a:t>t.write(username='admin', filename=r'd:\sample.txt', content='\nhello world')</a:t>
            </a:r>
            <a:endParaRPr lang="zh-CN" altLang="en-US" sz="1400" strike="noStrike" noProof="1">
              <a:latin typeface="Consolas" panose="020B0609020204030204" pitchFamily="49" charset="0"/>
              <a:cs typeface="Consolas" panose="020B0609020204030204" pitchFamily="49" charset="0"/>
            </a:endParaRPr>
          </a:p>
          <a:p>
            <a:pPr marL="0" indent="0" eaLnBrk="1" fontAlgn="base" hangingPunct="1">
              <a:buSzPct val="90000"/>
              <a:buFont typeface="Wingdings" panose="05000000000000000000" pitchFamily="2" charset="2"/>
              <a:buNone/>
            </a:pPr>
            <a:r>
              <a:rPr lang="zh-CN" altLang="en-US" sz="1400" strike="noStrike" noProof="1">
                <a:latin typeface="Consolas" panose="020B0609020204030204" pitchFamily="49" charset="0"/>
                <a:cs typeface="Consolas" panose="020B0609020204030204" pitchFamily="49" charset="0"/>
              </a:rPr>
              <a:t>print('After calling to write...........')</a:t>
            </a:r>
            <a:endParaRPr lang="zh-CN" altLang="en-US" sz="1400" strike="noStrike" noProof="1">
              <a:latin typeface="Consolas" panose="020B0609020204030204" pitchFamily="49" charset="0"/>
              <a:cs typeface="Consolas" panose="020B0609020204030204" pitchFamily="49" charset="0"/>
            </a:endParaRPr>
          </a:p>
          <a:p>
            <a:pPr marL="0" indent="0" eaLnBrk="1" fontAlgn="base" hangingPunct="1">
              <a:buSzPct val="90000"/>
              <a:buFont typeface="Wingdings" panose="05000000000000000000" pitchFamily="2" charset="2"/>
              <a:buNone/>
            </a:pPr>
            <a:r>
              <a:rPr lang="zh-CN" altLang="en-US" sz="1400" strike="noStrike" noProof="1">
                <a:latin typeface="Consolas" panose="020B0609020204030204" pitchFamily="49" charset="0"/>
                <a:cs typeface="Consolas" panose="020B0609020204030204" pitchFamily="49" charset="0"/>
              </a:rPr>
              <a:t>print(t.read(username='admin', filename=r'd:\sample.txt'))</a:t>
            </a:r>
            <a:endParaRPr lang="zh-CN" altLang="en-US" sz="1400" strike="noStrike" noProof="1">
              <a:latin typeface="Consolas" panose="020B0609020204030204" pitchFamily="49" charset="0"/>
              <a:cs typeface="Consolas" panose="020B0609020204030204" pitchFamily="49" charset="0"/>
            </a:endParaRPr>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内容占位符 2"/>
          <p:cNvSpPr>
            <a:spLocks noGrp="1"/>
          </p:cNvSpPr>
          <p:nvPr>
            <p:ph idx="1"/>
          </p:nvPr>
        </p:nvSpPr>
        <p:spPr>
          <a:xfrm>
            <a:off x="344170" y="1109980"/>
            <a:ext cx="8115935" cy="3395345"/>
          </a:xfrm>
        </p:spPr>
        <p:txBody>
          <a:bodyPr wrap="square" lIns="68591" tIns="34295" rIns="68591" bIns="34295" anchor="t"/>
          <a:lstStyle/>
          <a:p>
            <a:pPr eaLnBrk="1" hangingPunct="1">
              <a:lnSpc>
                <a:spcPct val="150000"/>
              </a:lnSpc>
              <a:spcBef>
                <a:spcPct val="0"/>
              </a:spcBef>
            </a:pPr>
            <a:r>
              <a:rPr lang="zh-CN" altLang="en-US" sz="1800" dirty="0"/>
              <a:t>使用修饰器对函数的关键参数和位置参数进行检查，如果发现有参数没有以关键参数形式传值则抛出异常。</a:t>
            </a:r>
            <a:endParaRPr lang="zh-CN" altLang="en-US" sz="1800" dirty="0"/>
          </a:p>
          <a:p>
            <a:pPr eaLnBrk="1" latinLnBrk="0" hangingPunct="1">
              <a:spcBef>
                <a:spcPts val="0"/>
              </a:spcBef>
              <a:buNone/>
            </a:pPr>
            <a:r>
              <a:rPr lang="zh-CN" altLang="en-US" sz="1400" dirty="0">
                <a:latin typeface="Consolas" panose="020B0609020204030204" pitchFamily="49" charset="0"/>
              </a:rPr>
              <a:t>def mustBeKeywords(func):</a:t>
            </a:r>
            <a:endParaRPr lang="zh-CN" altLang="en-US" sz="1400" dirty="0">
              <a:latin typeface="Consolas" panose="020B0609020204030204" pitchFamily="49" charset="0"/>
            </a:endParaRPr>
          </a:p>
          <a:p>
            <a:pPr eaLnBrk="1" latinLnBrk="0" hangingPunct="1">
              <a:spcBef>
                <a:spcPts val="0"/>
              </a:spcBef>
              <a:buNone/>
            </a:pPr>
            <a:r>
              <a:rPr lang="zh-CN" altLang="en-US" sz="1400" dirty="0">
                <a:latin typeface="Consolas" panose="020B0609020204030204" pitchFamily="49" charset="0"/>
              </a:rPr>
              <a:t>    import inspect</a:t>
            </a:r>
            <a:endParaRPr lang="zh-CN" altLang="en-US" sz="1400" dirty="0">
              <a:latin typeface="Consolas" panose="020B0609020204030204" pitchFamily="49" charset="0"/>
            </a:endParaRPr>
          </a:p>
          <a:p>
            <a:pPr eaLnBrk="1" latinLnBrk="0" hangingPunct="1">
              <a:spcBef>
                <a:spcPts val="0"/>
              </a:spcBef>
              <a:buNone/>
            </a:pPr>
            <a:r>
              <a:rPr lang="zh-CN" altLang="en-US" sz="1400" dirty="0">
                <a:latin typeface="Consolas" panose="020B0609020204030204" pitchFamily="49" charset="0"/>
              </a:rPr>
              <a:t>    #获取位置参数和默认值参数列表</a:t>
            </a:r>
            <a:endParaRPr lang="zh-CN" altLang="en-US" sz="1400" dirty="0">
              <a:latin typeface="Consolas" panose="020B0609020204030204" pitchFamily="49" charset="0"/>
            </a:endParaRPr>
          </a:p>
          <a:p>
            <a:pPr eaLnBrk="1" latinLnBrk="0" hangingPunct="1">
              <a:spcBef>
                <a:spcPts val="0"/>
              </a:spcBef>
              <a:buNone/>
            </a:pPr>
            <a:r>
              <a:rPr lang="zh-CN" altLang="en-US" sz="1400" dirty="0">
                <a:latin typeface="Consolas" panose="020B0609020204030204" pitchFamily="49" charset="0"/>
              </a:rPr>
              <a:t>    positions = inspect.getargspec(func).args</a:t>
            </a:r>
            <a:endParaRPr lang="zh-CN" altLang="en-US" sz="1400" dirty="0">
              <a:latin typeface="Consolas" panose="020B0609020204030204" pitchFamily="49" charset="0"/>
            </a:endParaRPr>
          </a:p>
          <a:p>
            <a:pPr eaLnBrk="1" latinLnBrk="0" hangingPunct="1">
              <a:spcBef>
                <a:spcPts val="0"/>
              </a:spcBef>
              <a:buNone/>
            </a:pPr>
            <a:r>
              <a:rPr lang="zh-CN" altLang="en-US" sz="1400" dirty="0">
                <a:latin typeface="Consolas" panose="020B0609020204030204" pitchFamily="49" charset="0"/>
              </a:rPr>
              <a:t>    def wrapper(*args, **kwargs):</a:t>
            </a:r>
            <a:endParaRPr lang="zh-CN" altLang="en-US" sz="1400" dirty="0">
              <a:latin typeface="Consolas" panose="020B0609020204030204" pitchFamily="49" charset="0"/>
            </a:endParaRPr>
          </a:p>
          <a:p>
            <a:pPr eaLnBrk="1" latinLnBrk="0" hangingPunct="1">
              <a:spcBef>
                <a:spcPts val="0"/>
              </a:spcBef>
              <a:buNone/>
            </a:pPr>
            <a:r>
              <a:rPr lang="zh-CN" altLang="en-US" sz="1400" dirty="0">
                <a:latin typeface="Consolas" panose="020B0609020204030204" pitchFamily="49" charset="0"/>
              </a:rPr>
              <a:t>        for pos in positions:</a:t>
            </a:r>
            <a:endParaRPr lang="zh-CN" altLang="en-US" sz="1400" dirty="0">
              <a:latin typeface="Consolas" panose="020B0609020204030204" pitchFamily="49" charset="0"/>
            </a:endParaRPr>
          </a:p>
          <a:p>
            <a:pPr eaLnBrk="1" latinLnBrk="0" hangingPunct="1">
              <a:spcBef>
                <a:spcPts val="0"/>
              </a:spcBef>
              <a:buNone/>
            </a:pPr>
            <a:r>
              <a:rPr lang="zh-CN" altLang="en-US" sz="1400" dirty="0">
                <a:latin typeface="Consolas" panose="020B0609020204030204" pitchFamily="49" charset="0"/>
              </a:rPr>
              <a:t>            if pos not in kwargs:</a:t>
            </a:r>
            <a:endParaRPr lang="zh-CN" altLang="en-US" sz="1400" dirty="0">
              <a:latin typeface="Consolas" panose="020B0609020204030204" pitchFamily="49" charset="0"/>
            </a:endParaRPr>
          </a:p>
          <a:p>
            <a:pPr eaLnBrk="1" latinLnBrk="0" hangingPunct="1">
              <a:spcBef>
                <a:spcPts val="0"/>
              </a:spcBef>
              <a:buNone/>
            </a:pPr>
            <a:r>
              <a:rPr lang="zh-CN" altLang="en-US" sz="1400" dirty="0">
                <a:latin typeface="Consolas" panose="020B0609020204030204" pitchFamily="49" charset="0"/>
              </a:rPr>
              <a:t>                raise Exception(pos+' must be keyword parameter')</a:t>
            </a:r>
            <a:endParaRPr lang="zh-CN" altLang="en-US" sz="1400" dirty="0">
              <a:latin typeface="Consolas" panose="020B0609020204030204" pitchFamily="49" charset="0"/>
            </a:endParaRPr>
          </a:p>
          <a:p>
            <a:pPr eaLnBrk="1" latinLnBrk="0" hangingPunct="1">
              <a:spcBef>
                <a:spcPts val="0"/>
              </a:spcBef>
              <a:buNone/>
            </a:pPr>
            <a:r>
              <a:rPr lang="zh-CN" altLang="en-US" sz="1400" dirty="0">
                <a:latin typeface="Consolas" panose="020B0609020204030204" pitchFamily="49" charset="0"/>
              </a:rPr>
              <a:t>        return func(*args, **kwargs)</a:t>
            </a:r>
            <a:endParaRPr lang="zh-CN" altLang="en-US" sz="1400" dirty="0">
              <a:latin typeface="Consolas" panose="020B0609020204030204" pitchFamily="49" charset="0"/>
            </a:endParaRPr>
          </a:p>
          <a:p>
            <a:pPr eaLnBrk="1" latinLnBrk="0" hangingPunct="1">
              <a:spcBef>
                <a:spcPts val="0"/>
              </a:spcBef>
              <a:buNone/>
            </a:pPr>
            <a:r>
              <a:rPr lang="zh-CN" altLang="en-US" sz="1400" dirty="0">
                <a:latin typeface="Consolas" panose="020B0609020204030204" pitchFamily="49" charset="0"/>
              </a:rPr>
              <a:t>    return wrapper</a:t>
            </a:r>
            <a:endParaRPr lang="zh-CN" altLang="en-US" sz="1400" dirty="0">
              <a:latin typeface="Consolas" panose="020B0609020204030204" pitchFamily="49" charset="0"/>
            </a:endParaRPr>
          </a:p>
          <a:p>
            <a:pPr eaLnBrk="1" latinLnBrk="0" hangingPunct="1">
              <a:spcBef>
                <a:spcPts val="0"/>
              </a:spcBef>
              <a:buNone/>
            </a:pPr>
            <a:endParaRPr lang="zh-CN" altLang="en-US" sz="1400" dirty="0">
              <a:latin typeface="Consolas" panose="020B0609020204030204" pitchFamily="49" charset="0"/>
            </a:endParaRPr>
          </a:p>
          <a:p>
            <a:pPr eaLnBrk="1" latinLnBrk="0" hangingPunct="1">
              <a:spcBef>
                <a:spcPts val="0"/>
              </a:spcBef>
              <a:buNone/>
            </a:pPr>
            <a:r>
              <a:rPr lang="zh-CN" altLang="en-US" sz="1400" dirty="0">
                <a:latin typeface="Consolas" panose="020B0609020204030204" pitchFamily="49" charset="0"/>
              </a:rPr>
              <a:t>@mustBeKeywords</a:t>
            </a:r>
            <a:endParaRPr lang="zh-CN" altLang="en-US" sz="1400" dirty="0">
              <a:latin typeface="Consolas" panose="020B0609020204030204" pitchFamily="49" charset="0"/>
            </a:endParaRPr>
          </a:p>
          <a:p>
            <a:pPr eaLnBrk="1" latinLnBrk="0" hangingPunct="1">
              <a:spcBef>
                <a:spcPts val="0"/>
              </a:spcBef>
              <a:buNone/>
            </a:pPr>
            <a:r>
              <a:rPr lang="zh-CN" altLang="en-US" sz="1400" dirty="0">
                <a:latin typeface="Consolas" panose="020B0609020204030204" pitchFamily="49" charset="0"/>
              </a:rPr>
              <a:t>def demo(a, b, c):</a:t>
            </a:r>
            <a:endParaRPr lang="zh-CN" altLang="en-US" sz="1400" dirty="0">
              <a:latin typeface="Consolas" panose="020B0609020204030204" pitchFamily="49" charset="0"/>
            </a:endParaRPr>
          </a:p>
          <a:p>
            <a:pPr eaLnBrk="1" latinLnBrk="0" hangingPunct="1">
              <a:spcBef>
                <a:spcPts val="0"/>
              </a:spcBef>
              <a:buNone/>
            </a:pPr>
            <a:r>
              <a:rPr lang="zh-CN" altLang="en-US" sz="1400" dirty="0">
                <a:latin typeface="Consolas" panose="020B0609020204030204" pitchFamily="49" charset="0"/>
              </a:rPr>
              <a:t>    print(a, b, c)</a:t>
            </a:r>
            <a:endParaRPr lang="zh-CN" altLang="en-US" sz="1400" dirty="0">
              <a:latin typeface="Consolas" panose="020B0609020204030204" pitchFamily="49" charset="0"/>
            </a:endParaRPr>
          </a:p>
        </p:txBody>
      </p:sp>
      <p:sp>
        <p:nvSpPr>
          <p:cNvPr id="181250"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修饰器</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内容占位符 2"/>
          <p:cNvSpPr>
            <a:spLocks noGrp="1"/>
          </p:cNvSpPr>
          <p:nvPr>
            <p:ph idx="1"/>
          </p:nvPr>
        </p:nvSpPr>
        <p:spPr>
          <a:xfrm>
            <a:off x="457200" y="1121410"/>
            <a:ext cx="8229600" cy="3395663"/>
          </a:xfrm>
        </p:spPr>
        <p:txBody>
          <a:bodyPr wrap="square" lIns="68591" tIns="34295" rIns="68591" bIns="34295" anchor="t"/>
          <a:lstStyle/>
          <a:p>
            <a:pPr eaLnBrk="1" hangingPunct="1">
              <a:lnSpc>
                <a:spcPct val="150000"/>
              </a:lnSpc>
              <a:spcBef>
                <a:spcPct val="0"/>
              </a:spcBef>
            </a:pPr>
            <a:r>
              <a:rPr lang="zh-CN" altLang="en-US" sz="1800" dirty="0"/>
              <a:t>使用修饰器对函数的位置参数和关键参数进行检查，如果发现有关键参数与位置参数同名则抛出异常。</a:t>
            </a:r>
            <a:endParaRPr lang="zh-CN" altLang="en-US" sz="1800" dirty="0"/>
          </a:p>
          <a:p>
            <a:pPr eaLnBrk="1" latinLnBrk="0" hangingPunct="1">
              <a:spcBef>
                <a:spcPct val="0"/>
              </a:spcBef>
              <a:buNone/>
            </a:pPr>
            <a:r>
              <a:rPr lang="zh-CN" altLang="en-US" sz="1200" dirty="0">
                <a:latin typeface="Consolas" panose="020B0609020204030204" pitchFamily="49" charset="0"/>
              </a:rPr>
              <a:t>def onlyPositions(func):</a:t>
            </a:r>
            <a:endParaRPr lang="zh-CN" altLang="en-US" sz="1200" dirty="0">
              <a:latin typeface="Consolas" panose="020B0609020204030204" pitchFamily="49" charset="0"/>
            </a:endParaRPr>
          </a:p>
          <a:p>
            <a:pPr eaLnBrk="1" latinLnBrk="0" hangingPunct="1">
              <a:spcBef>
                <a:spcPct val="0"/>
              </a:spcBef>
              <a:buNone/>
            </a:pPr>
            <a:r>
              <a:rPr lang="zh-CN" altLang="en-US" sz="1200" dirty="0">
                <a:latin typeface="Consolas" panose="020B0609020204030204" pitchFamily="49" charset="0"/>
              </a:rPr>
              <a:t>    import inspect</a:t>
            </a:r>
            <a:endParaRPr lang="zh-CN" altLang="en-US" sz="1200" dirty="0">
              <a:latin typeface="Consolas" panose="020B0609020204030204" pitchFamily="49" charset="0"/>
            </a:endParaRPr>
          </a:p>
          <a:p>
            <a:pPr eaLnBrk="1" latinLnBrk="0" hangingPunct="1">
              <a:spcBef>
                <a:spcPct val="0"/>
              </a:spcBef>
              <a:buNone/>
            </a:pPr>
            <a:r>
              <a:rPr lang="zh-CN" altLang="en-US" sz="1200" dirty="0">
                <a:latin typeface="Consolas" panose="020B0609020204030204" pitchFamily="49" charset="0"/>
              </a:rPr>
              <a:t>    #获取函数func的位置参数列表</a:t>
            </a:r>
            <a:endParaRPr lang="zh-CN" altLang="en-US" sz="1200" dirty="0">
              <a:latin typeface="Consolas" panose="020B0609020204030204" pitchFamily="49" charset="0"/>
            </a:endParaRPr>
          </a:p>
          <a:p>
            <a:pPr eaLnBrk="1" latinLnBrk="0" hangingPunct="1">
              <a:spcBef>
                <a:spcPct val="0"/>
              </a:spcBef>
              <a:buNone/>
            </a:pPr>
            <a:r>
              <a:rPr lang="zh-CN" altLang="en-US" sz="1200" dirty="0">
                <a:latin typeface="Consolas" panose="020B0609020204030204" pitchFamily="49" charset="0"/>
              </a:rPr>
              <a:t>    positions = inspect.getargspec(func).args</a:t>
            </a:r>
            <a:endParaRPr lang="zh-CN" altLang="en-US" sz="1200" dirty="0">
              <a:latin typeface="Consolas" panose="020B0609020204030204" pitchFamily="49" charset="0"/>
            </a:endParaRPr>
          </a:p>
          <a:p>
            <a:pPr eaLnBrk="1" latinLnBrk="0" hangingPunct="1">
              <a:spcBef>
                <a:spcPct val="0"/>
              </a:spcBef>
              <a:buNone/>
            </a:pPr>
            <a:r>
              <a:rPr lang="zh-CN" altLang="en-US" sz="1200" dirty="0">
                <a:latin typeface="Consolas" panose="020B0609020204030204" pitchFamily="49" charset="0"/>
              </a:rPr>
              <a:t>    def wrapper(*args, **kwargs):</a:t>
            </a:r>
            <a:endParaRPr lang="zh-CN" altLang="en-US" sz="1200" dirty="0">
              <a:latin typeface="Consolas" panose="020B0609020204030204" pitchFamily="49" charset="0"/>
            </a:endParaRPr>
          </a:p>
          <a:p>
            <a:pPr eaLnBrk="1" latinLnBrk="0" hangingPunct="1">
              <a:spcBef>
                <a:spcPct val="0"/>
              </a:spcBef>
              <a:buNone/>
            </a:pPr>
            <a:r>
              <a:rPr lang="zh-CN" altLang="en-US" sz="1200" dirty="0">
                <a:latin typeface="Consolas" panose="020B0609020204030204" pitchFamily="49" charset="0"/>
              </a:rPr>
              <a:t>        #检查关键参数列表</a:t>
            </a:r>
            <a:endParaRPr lang="zh-CN" altLang="en-US" sz="1200" dirty="0">
              <a:latin typeface="Consolas" panose="020B0609020204030204" pitchFamily="49" charset="0"/>
            </a:endParaRPr>
          </a:p>
          <a:p>
            <a:pPr eaLnBrk="1" latinLnBrk="0" hangingPunct="1">
              <a:spcBef>
                <a:spcPct val="0"/>
              </a:spcBef>
              <a:buNone/>
            </a:pPr>
            <a:r>
              <a:rPr lang="zh-CN" altLang="en-US" sz="1200" dirty="0">
                <a:latin typeface="Consolas" panose="020B0609020204030204" pitchFamily="49" charset="0"/>
              </a:rPr>
              <a:t>        for para in kwargs:</a:t>
            </a:r>
            <a:endParaRPr lang="zh-CN" altLang="en-US" sz="1200" dirty="0">
              <a:latin typeface="Consolas" panose="020B0609020204030204" pitchFamily="49" charset="0"/>
            </a:endParaRPr>
          </a:p>
          <a:p>
            <a:pPr eaLnBrk="1" latinLnBrk="0" hangingPunct="1">
              <a:spcBef>
                <a:spcPct val="0"/>
              </a:spcBef>
              <a:buNone/>
            </a:pPr>
            <a:r>
              <a:rPr lang="zh-CN" altLang="en-US" sz="1200" dirty="0">
                <a:latin typeface="Consolas" panose="020B0609020204030204" pitchFamily="49" charset="0"/>
              </a:rPr>
              <a:t>            if para in positions:</a:t>
            </a:r>
            <a:endParaRPr lang="zh-CN" altLang="en-US" sz="1200" dirty="0">
              <a:latin typeface="Consolas" panose="020B0609020204030204" pitchFamily="49" charset="0"/>
            </a:endParaRPr>
          </a:p>
          <a:p>
            <a:pPr eaLnBrk="1" latinLnBrk="0" hangingPunct="1">
              <a:spcBef>
                <a:spcPct val="0"/>
              </a:spcBef>
              <a:buNone/>
            </a:pPr>
            <a:r>
              <a:rPr lang="zh-CN" altLang="en-US" sz="1200" dirty="0">
                <a:latin typeface="Consolas" panose="020B0609020204030204" pitchFamily="49" charset="0"/>
              </a:rPr>
              <a:t>                raise Exception(para+' can not be keyword parameter')</a:t>
            </a:r>
            <a:endParaRPr lang="zh-CN" altLang="en-US" sz="1200" dirty="0">
              <a:latin typeface="Consolas" panose="020B0609020204030204" pitchFamily="49" charset="0"/>
            </a:endParaRPr>
          </a:p>
          <a:p>
            <a:pPr eaLnBrk="1" latinLnBrk="0" hangingPunct="1">
              <a:spcBef>
                <a:spcPct val="0"/>
              </a:spcBef>
              <a:buNone/>
            </a:pPr>
            <a:r>
              <a:rPr lang="zh-CN" altLang="en-US" sz="1200" dirty="0">
                <a:latin typeface="Consolas" panose="020B0609020204030204" pitchFamily="49" charset="0"/>
              </a:rPr>
              <a:t>        return func(*args, **kwargs)</a:t>
            </a:r>
            <a:endParaRPr lang="zh-CN" altLang="en-US" sz="1200" dirty="0">
              <a:latin typeface="Consolas" panose="020B0609020204030204" pitchFamily="49" charset="0"/>
            </a:endParaRPr>
          </a:p>
          <a:p>
            <a:pPr eaLnBrk="1" latinLnBrk="0" hangingPunct="1">
              <a:spcBef>
                <a:spcPct val="0"/>
              </a:spcBef>
              <a:buNone/>
            </a:pPr>
            <a:r>
              <a:rPr lang="zh-CN" altLang="en-US" sz="1200" dirty="0">
                <a:latin typeface="Consolas" panose="020B0609020204030204" pitchFamily="49" charset="0"/>
              </a:rPr>
              <a:t>    return wrapper</a:t>
            </a:r>
            <a:endParaRPr lang="zh-CN" altLang="en-US" sz="1200" dirty="0">
              <a:latin typeface="Consolas" panose="020B0609020204030204" pitchFamily="49" charset="0"/>
            </a:endParaRPr>
          </a:p>
          <a:p>
            <a:pPr eaLnBrk="1" latinLnBrk="0" hangingPunct="1">
              <a:spcBef>
                <a:spcPct val="0"/>
              </a:spcBef>
              <a:buNone/>
            </a:pPr>
            <a:endParaRPr lang="zh-CN" altLang="en-US" sz="1200" dirty="0">
              <a:latin typeface="Consolas" panose="020B0609020204030204" pitchFamily="49" charset="0"/>
            </a:endParaRPr>
          </a:p>
          <a:p>
            <a:pPr eaLnBrk="1" latinLnBrk="0" hangingPunct="1">
              <a:spcBef>
                <a:spcPct val="0"/>
              </a:spcBef>
              <a:buNone/>
            </a:pPr>
            <a:r>
              <a:rPr lang="zh-CN" altLang="en-US" sz="1200" dirty="0">
                <a:latin typeface="Consolas" panose="020B0609020204030204" pitchFamily="49" charset="0"/>
              </a:rPr>
              <a:t>@onlyPositions</a:t>
            </a:r>
            <a:endParaRPr lang="zh-CN" altLang="en-US" sz="1200" dirty="0">
              <a:latin typeface="Consolas" panose="020B0609020204030204" pitchFamily="49" charset="0"/>
            </a:endParaRPr>
          </a:p>
          <a:p>
            <a:pPr eaLnBrk="1" latinLnBrk="0" hangingPunct="1">
              <a:spcBef>
                <a:spcPct val="0"/>
              </a:spcBef>
              <a:buNone/>
            </a:pPr>
            <a:r>
              <a:rPr lang="zh-CN" altLang="en-US" sz="1200" dirty="0">
                <a:latin typeface="Consolas" panose="020B0609020204030204" pitchFamily="49" charset="0"/>
              </a:rPr>
              <a:t>def demo(a, b, c):</a:t>
            </a:r>
            <a:endParaRPr lang="zh-CN" altLang="en-US" sz="1200" dirty="0">
              <a:latin typeface="Consolas" panose="020B0609020204030204" pitchFamily="49" charset="0"/>
            </a:endParaRPr>
          </a:p>
          <a:p>
            <a:pPr eaLnBrk="1" latinLnBrk="0" hangingPunct="1">
              <a:spcBef>
                <a:spcPct val="0"/>
              </a:spcBef>
              <a:buNone/>
            </a:pPr>
            <a:r>
              <a:rPr lang="zh-CN" altLang="en-US" sz="1200" dirty="0">
                <a:latin typeface="Consolas" panose="020B0609020204030204" pitchFamily="49" charset="0"/>
              </a:rPr>
              <a:t>    print(a, b, c)</a:t>
            </a:r>
            <a:endParaRPr lang="zh-CN" altLang="en-US" sz="1200" dirty="0">
              <a:latin typeface="Consolas" panose="020B0609020204030204" pitchFamily="49" charset="0"/>
            </a:endParaRPr>
          </a:p>
        </p:txBody>
      </p:sp>
      <p:sp>
        <p:nvSpPr>
          <p:cNvPr id="182274" name="标题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sym typeface="宋体" panose="02010600030101010101" pitchFamily="2" charset="-122"/>
              </a:rPr>
              <a:t>修饰器</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Title 1"/>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3300" b="0" i="0" u="none" strike="noStrike" kern="1200" cap="none" spc="0" normalizeH="0" baseline="0" noProof="0" smtClean="0">
                <a:ln>
                  <a:noFill/>
                </a:ln>
                <a:solidFill>
                  <a:schemeClr val="tx2"/>
                </a:solidFill>
                <a:effectLst/>
                <a:uLnTx/>
                <a:uFillTx/>
                <a:latin typeface="+mj-lt"/>
                <a:ea typeface="+mj-ea"/>
                <a:cs typeface="+mj-cs"/>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函数柯里化</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
        <p:nvSpPr>
          <p:cNvPr id="3" name="Content Placeholder 2"/>
          <p:cNvSpPr>
            <a:spLocks noGrp="1"/>
          </p:cNvSpPr>
          <p:nvPr>
            <p:ph idx="1"/>
          </p:nvPr>
        </p:nvSpPr>
        <p:spPr/>
        <p:txBody>
          <a:bodyPr vert="horz" wrap="square" lIns="68591" tIns="34295" rIns="68591" bIns="34295" numCol="1" anchor="t" anchorCtr="0" compatLnSpc="1"/>
          <a:lstStyle/>
          <a:p>
            <a:pPr marL="342900" marR="0" lvl="0" indent="-342900" algn="l" defTabSz="914400" rtl="0" eaLnBrk="1" fontAlgn="base" latinLnBrk="0" hangingPunct="1">
              <a:lnSpc>
                <a:spcPct val="150000"/>
              </a:lnSpc>
              <a:spcBef>
                <a:spcPts val="0"/>
              </a:spcBef>
              <a:spcAft>
                <a:spcPct val="0"/>
              </a:spcAft>
              <a:buClrTx/>
              <a:buSzTx/>
              <a:buFont typeface="Wingdings" panose="05000000000000000000" charset="0"/>
              <a:buChar char="§"/>
              <a:defRPr/>
            </a:pPr>
            <a:r>
              <a:rPr kumimoji="0" lang="en-US" sz="1800" b="0" i="0" u="none" strike="noStrike" kern="1200" cap="none" spc="0" normalizeH="0" baseline="0" noProof="1">
                <a:ln>
                  <a:noFill/>
                </a:ln>
                <a:solidFill>
                  <a:schemeClr val="tx1"/>
                </a:solidFill>
                <a:effectLst/>
                <a:uLnTx/>
                <a:uFillTx/>
                <a:latin typeface="+mn-lt"/>
                <a:ea typeface="+mn-ea"/>
                <a:cs typeface="+mn-cs"/>
              </a:rPr>
              <a:t>偏函数（partial function）和函数柯里化（function currying）是函数式编程中常用的技术。有时候我们在复用已有函数时可能需要固定其中的部分参数，这除了可以通过默认值参数来实现之外，还可以使用偏函数。例如，有个函数用来实现3个数字相加：</a:t>
            </a:r>
            <a:endParaRPr kumimoji="0" lang="en-US" sz="135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135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def add3(a, b, c):</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a:t>
            </a: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return a+b+c</a:t>
            </a:r>
            <a:endParaRPr kumimoji="0" lang="en-US" sz="135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1350" b="0" i="0" u="none" strike="noStrike" kern="1200" cap="none" spc="0" normalizeH="0" baseline="0" noProof="1">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vert="horz" wrap="square" lIns="68591" tIns="34295" rIns="68591" bIns="34295" numCol="1" anchor="t" anchorCtr="0" compatLnSpc="1"/>
          <a:lstStyle/>
          <a:p>
            <a:pPr marL="342900" marR="0" lvl="0" indent="-342900" algn="l" defTabSz="914400" rtl="0" eaLnBrk="1" fontAlgn="base" latinLnBrk="0" hangingPunct="1">
              <a:lnSpc>
                <a:spcPct val="150000"/>
              </a:lnSpc>
              <a:spcBef>
                <a:spcPts val="0"/>
              </a:spcBef>
              <a:spcAft>
                <a:spcPct val="0"/>
              </a:spcAft>
              <a:buClrTx/>
              <a:buSzTx/>
              <a:buFont typeface="Wingdings" panose="05000000000000000000" charset="0"/>
              <a:buChar char="§"/>
              <a:defRPr/>
            </a:pPr>
            <a:r>
              <a:rPr kumimoji="0" lang="en-US" sz="1800" b="0" i="0" u="none" strike="noStrike" kern="1200" cap="none" spc="0" normalizeH="0" baseline="0" noProof="1">
                <a:ln>
                  <a:noFill/>
                </a:ln>
                <a:solidFill>
                  <a:schemeClr val="tx1"/>
                </a:solidFill>
                <a:effectLst/>
                <a:uLnTx/>
                <a:uFillTx/>
                <a:latin typeface="+mn-lt"/>
                <a:ea typeface="+mn-ea"/>
                <a:cs typeface="+mn-cs"/>
                <a:sym typeface="+mn-ea"/>
              </a:rPr>
              <a:t>如果现在需要一个类似的函数，与上面的函数add3()的区别仅在于参数b固定为一个数字（例如666），这时就可以使用偏函数的技术来复用上面的函数。</a:t>
            </a:r>
            <a:endParaRPr kumimoji="0" lang="en-US" sz="1800" b="0" i="0" u="none" strike="noStrike" kern="1200" cap="none" spc="0" normalizeH="0" baseline="0" noProof="1">
              <a:ln>
                <a:noFill/>
              </a:ln>
              <a:solidFill>
                <a:schemeClr val="tx1"/>
              </a:solidFill>
              <a:effectLst/>
              <a:uLnTx/>
              <a:uFillTx/>
              <a:latin typeface="+mn-lt"/>
              <a:ea typeface="+mn-ea"/>
              <a:cs typeface="+mn-cs"/>
              <a:sym typeface="+mn-ea"/>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1350" b="0" i="0" u="none" strike="noStrike" kern="1200" cap="none" spc="0" normalizeH="0" baseline="0" noProof="1">
              <a:ln>
                <a:noFill/>
              </a:ln>
              <a:solidFill>
                <a:schemeClr val="tx1"/>
              </a:solidFill>
              <a:effectLst/>
              <a:uLnTx/>
              <a:uFillTx/>
              <a:latin typeface="+mn-lt"/>
              <a:ea typeface="+mn-ea"/>
              <a:cs typeface="+mn-cs"/>
              <a:sym typeface="+mn-ea"/>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def add2(a, c):</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x-none"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a:t>
            </a: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return add3(a, 666, c)</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print(add2(1, 1))</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p:txBody>
      </p:sp>
      <p:sp>
        <p:nvSpPr>
          <p:cNvPr id="184322" name="Title 3"/>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3300" b="0" i="0" u="none" strike="noStrike" kern="1200" cap="none" spc="0" normalizeH="0" baseline="0" noProof="0" smtClean="0">
                <a:ln>
                  <a:noFill/>
                </a:ln>
                <a:solidFill>
                  <a:schemeClr val="tx2"/>
                </a:solidFill>
                <a:effectLst/>
                <a:uLnTx/>
                <a:uFillTx/>
                <a:latin typeface="+mj-lt"/>
                <a:ea typeface="+mj-ea"/>
                <a:cs typeface="+mj-cs"/>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函数柯里化</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vert="horz" wrap="square" lIns="68591" tIns="34295" rIns="68591" bIns="34295" numCol="1" anchor="t" anchorCtr="0" compatLnSpc="1"/>
          <a:lstStyle/>
          <a:p>
            <a:pPr marL="342900" marR="0" lvl="0" indent="-342900" algn="l" defTabSz="914400" rtl="0" eaLnBrk="1" fontAlgn="base" latinLnBrk="0" hangingPunct="1">
              <a:lnSpc>
                <a:spcPct val="150000"/>
              </a:lnSpc>
              <a:spcBef>
                <a:spcPts val="0"/>
              </a:spcBef>
              <a:spcAft>
                <a:spcPct val="0"/>
              </a:spcAft>
              <a:buClrTx/>
              <a:buSzTx/>
              <a:buFont typeface="Wingdings" panose="05000000000000000000" charset="0"/>
              <a:buChar char="§"/>
              <a:defRPr/>
            </a:pPr>
            <a:r>
              <a:rPr kumimoji="0" lang="en-US" sz="1800" b="0" i="0" u="none" strike="noStrike" kern="1200" cap="none" spc="0" normalizeH="0" baseline="0" noProof="1">
                <a:ln>
                  <a:noFill/>
                </a:ln>
                <a:solidFill>
                  <a:schemeClr val="tx1"/>
                </a:solidFill>
                <a:effectLst/>
                <a:uLnTx/>
                <a:uFillTx/>
                <a:latin typeface="+mn-lt"/>
                <a:ea typeface="+mn-ea"/>
                <a:cs typeface="+mn-cs"/>
              </a:rPr>
              <a:t>或者使用标准库functools提供的partial()方法创建指定函数的偏函数。</a:t>
            </a:r>
            <a:endParaRPr kumimoji="0" lang="en-US" sz="18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135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from functools import partial</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add2 = partial(add3, b=666)</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print(add2(a=1, c=1))</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p:txBody>
      </p:sp>
      <p:sp>
        <p:nvSpPr>
          <p:cNvPr id="185346" name="Title 3"/>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3300" b="0" i="0" u="none" strike="noStrike" kern="1200" cap="none" spc="0" normalizeH="0" baseline="0" noProof="0" smtClean="0">
                <a:ln>
                  <a:noFill/>
                </a:ln>
                <a:solidFill>
                  <a:schemeClr val="tx2"/>
                </a:solidFill>
                <a:effectLst/>
                <a:uLnTx/>
                <a:uFillTx/>
                <a:latin typeface="+mj-lt"/>
                <a:ea typeface="+mj-ea"/>
                <a:cs typeface="+mj-cs"/>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函数柯里化</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vert="horz" wrap="square" lIns="68591" tIns="34295" rIns="68591" bIns="34295" numCol="1" anchor="t" anchorCtr="0" compatLnSpc="1"/>
          <a:lstStyle/>
          <a:p>
            <a:pPr marL="342900" marR="0" lvl="0" indent="-342900" algn="l" defTabSz="914400" rtl="0" eaLnBrk="1" fontAlgn="base" latinLnBrk="0" hangingPunct="1">
              <a:lnSpc>
                <a:spcPct val="150000"/>
              </a:lnSpc>
              <a:spcBef>
                <a:spcPts val="0"/>
              </a:spcBef>
              <a:spcAft>
                <a:spcPct val="0"/>
              </a:spcAft>
              <a:buClrTx/>
              <a:buSzTx/>
              <a:buFont typeface="Wingdings" panose="05000000000000000000" charset="0"/>
              <a:buChar char="§"/>
              <a:defRPr/>
            </a:pPr>
            <a:r>
              <a:rPr kumimoji="0" lang="en-US" sz="1800" b="0" i="0" u="none" strike="noStrike" kern="1200" cap="none" spc="0" normalizeH="0" baseline="0" noProof="1">
                <a:ln>
                  <a:noFill/>
                </a:ln>
                <a:solidFill>
                  <a:schemeClr val="tx1"/>
                </a:solidFill>
                <a:effectLst/>
                <a:uLnTx/>
                <a:uFillTx/>
                <a:latin typeface="+mn-lt"/>
                <a:ea typeface="+mn-ea"/>
                <a:cs typeface="+mn-cs"/>
              </a:rPr>
              <a:t>函数柯里化除了可以实现偏函数类似的功能之外，还可以利用单参数函数来实现多参数函数，这要归功于Python对函数嵌套定义和lambda表达式的支持。</a:t>
            </a:r>
            <a:endParaRPr kumimoji="0" lang="en-US" sz="18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def func(a):</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return lambda b: a+b</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print(func(3)(5))</a:t>
            </a:r>
            <a:endParaRPr kumimoji="0" lang="en-US" sz="135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1800" b="0" i="0" u="none" strike="noStrike" kern="1200" cap="none" spc="0" normalizeH="0" baseline="0" noProof="1">
                <a:ln>
                  <a:noFill/>
                </a:ln>
                <a:solidFill>
                  <a:schemeClr val="tx1"/>
                </a:solidFill>
                <a:effectLst/>
                <a:uLnTx/>
                <a:uFillTx/>
                <a:latin typeface="+mn-lt"/>
                <a:ea typeface="+mn-ea"/>
                <a:cs typeface="+mn-cs"/>
              </a:rPr>
              <a:t>或者</a:t>
            </a:r>
            <a:endParaRPr kumimoji="0" lang="en-US" sz="1800" b="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def func(a):</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def funcNested(b):</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return a+b</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    return funcNested</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rPr>
              <a:t>print(func(3)(5))</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p:txBody>
      </p:sp>
      <p:sp>
        <p:nvSpPr>
          <p:cNvPr id="186370" name="Title 3"/>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3300" b="0" i="0" u="none" strike="noStrike" kern="1200" cap="none" spc="0" normalizeH="0" baseline="0" noProof="0" smtClean="0">
                <a:ln>
                  <a:noFill/>
                </a:ln>
                <a:solidFill>
                  <a:schemeClr val="tx2"/>
                </a:solidFill>
                <a:effectLst/>
                <a:uLnTx/>
                <a:uFillTx/>
                <a:latin typeface="+mj-lt"/>
                <a:ea typeface="+mj-ea"/>
                <a:cs typeface="+mj-cs"/>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函数柯里化</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vert="horz" wrap="square" lIns="68591" tIns="34295" rIns="68591" bIns="34295"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charset="0"/>
              <a:buChar char="§"/>
              <a:defRPr/>
            </a:pPr>
            <a:r>
              <a:rPr kumimoji="0" lang="en-US" sz="1800" b="0" i="0" u="none" strike="noStrike" kern="1200" cap="none" spc="0" normalizeH="0" baseline="0" noProof="1">
                <a:ln>
                  <a:noFill/>
                </a:ln>
                <a:solidFill>
                  <a:schemeClr val="tx1"/>
                </a:solidFill>
                <a:effectLst/>
                <a:uLnTx/>
                <a:uFillTx/>
                <a:latin typeface="+mn-lt"/>
                <a:ea typeface="+mn-ea"/>
                <a:cs typeface="+mn-cs"/>
                <a:sym typeface="+mn-ea"/>
              </a:rPr>
              <a:t>也可以多级嵌套定义函数实现更多参数的需求</a:t>
            </a:r>
            <a:r>
              <a:rPr kumimoji="0" lang="zh-CN" altLang="en-US" sz="1800" b="0" i="0" u="none" strike="noStrike" kern="1200" cap="none" spc="0" normalizeH="0" baseline="0" noProof="1">
                <a:ln>
                  <a:noFill/>
                </a:ln>
                <a:solidFill>
                  <a:schemeClr val="tx1"/>
                </a:solidFill>
                <a:effectLst/>
                <a:uLnTx/>
                <a:uFillTx/>
                <a:latin typeface="+mn-lt"/>
                <a:ea typeface="+mn-ea"/>
                <a:cs typeface="+mn-cs"/>
                <a:sym typeface="+mn-ea"/>
              </a:rPr>
              <a:t>。</a:t>
            </a:r>
            <a:endParaRPr kumimoji="0" lang="zh-CN" altLang="en-US" sz="1800" b="0" i="0" u="none" strike="noStrike" kern="1200" cap="none" spc="0" normalizeH="0" baseline="0" noProof="1">
              <a:ln>
                <a:noFill/>
              </a:ln>
              <a:solidFill>
                <a:schemeClr val="tx1"/>
              </a:solidFill>
              <a:effectLst/>
              <a:uLnTx/>
              <a:uFillTx/>
              <a:latin typeface="+mn-lt"/>
              <a:ea typeface="+mn-ea"/>
              <a:cs typeface="+mn-cs"/>
              <a:sym typeface="+mn-ea"/>
            </a:endParaRPr>
          </a:p>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135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def func(a):</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def funcNested(b):</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def funcNestedNested(c):</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return a+b+c</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return funcNestedNested</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    return funcNested</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sym typeface="+mn-ea"/>
              </a:rPr>
              <a:t>print(func(3)(5)(8))</a:t>
            </a:r>
            <a:endParaRPr kumimoji="0" lang="en-US" sz="1600" b="0" i="0" u="none" strike="noStrike" kern="1200" cap="none" spc="0" normalizeH="0" baseline="0" noProof="1">
              <a:ln>
                <a:noFill/>
              </a:ln>
              <a:solidFill>
                <a:schemeClr val="tx1"/>
              </a:solidFill>
              <a:effectLst/>
              <a:uLnTx/>
              <a:uFillTx/>
              <a:latin typeface="Consolas" panose="020B0609020204030204" pitchFamily="49" charset="0"/>
              <a:ea typeface="+mn-ea"/>
              <a:cs typeface="+mn-cs"/>
            </a:endParaRPr>
          </a:p>
        </p:txBody>
      </p:sp>
      <p:sp>
        <p:nvSpPr>
          <p:cNvPr id="187394" name="Title 3"/>
          <p:cNvSpPr>
            <a:spLocks noGrp="1" noChangeArrowheads="1"/>
          </p:cNvSpPr>
          <p:nvPr>
            <p:ph type="title"/>
          </p:nvPr>
        </p:nvSpPr>
        <p:spPr>
          <a:xfrm>
            <a:off x="3175" y="-953"/>
            <a:ext cx="9121775" cy="925039"/>
          </a:xfrm>
          <a:gradFill rotWithShape="1">
            <a:gsLst>
              <a:gs pos="0">
                <a:srgbClr val="00B0F0"/>
              </a:gs>
              <a:gs pos="19000">
                <a:schemeClr val="accent1">
                  <a:lumMod val="45000"/>
                  <a:lumOff val="55000"/>
                </a:schemeClr>
              </a:gs>
              <a:gs pos="83000">
                <a:schemeClr val="accent1">
                  <a:lumMod val="45000"/>
                  <a:lumOff val="55000"/>
                </a:schemeClr>
              </a:gs>
              <a:gs pos="100000">
                <a:schemeClr val="accent1">
                  <a:lumMod val="30000"/>
                  <a:lumOff val="70000"/>
                </a:schemeClr>
              </a:gs>
            </a:gsLst>
            <a:lin ang="0" scaled="0"/>
          </a:gradFill>
        </p:spPr>
        <p:txBody>
          <a:bodyPr vert="horz" wrap="square" lIns="68591" tIns="34295" rIns="68591" bIns="34295"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3300" b="0" i="0" u="none" strike="noStrike" kern="1200" cap="none" spc="0" normalizeH="0" baseline="0" noProof="0" smtClean="0">
                <a:ln>
                  <a:noFill/>
                </a:ln>
                <a:solidFill>
                  <a:schemeClr val="tx2"/>
                </a:solidFill>
                <a:effectLst/>
                <a:uLnTx/>
                <a:uFillTx/>
                <a:latin typeface="+mj-lt"/>
                <a:ea typeface="+mj-ea"/>
                <a:cs typeface="+mj-cs"/>
              </a:rPr>
              <a:t>5.8  </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高级话题</a:t>
            </a:r>
            <a:r>
              <a:rPr kumimoji="0" lang="en-US" altLang="zh-CN" sz="3300" b="0" i="0" u="none" strike="noStrike" kern="1200" cap="none" spc="0" normalizeH="0" baseline="0" noProof="0" smtClean="0">
                <a:ln>
                  <a:noFill/>
                </a:ln>
                <a:solidFill>
                  <a:schemeClr val="tx2"/>
                </a:solidFill>
                <a:effectLst/>
                <a:uLnTx/>
                <a:uFillTx/>
                <a:latin typeface="+mj-lt"/>
                <a:ea typeface="+mj-ea"/>
                <a:cs typeface="+mj-cs"/>
              </a:rPr>
              <a:t>——</a:t>
            </a:r>
            <a:r>
              <a:rPr kumimoji="0" lang="zh-CN" altLang="en-US" sz="3300" b="0" i="0" u="none" strike="noStrike" kern="1200" cap="none" spc="0" normalizeH="0" baseline="0" noProof="0" smtClean="0">
                <a:ln>
                  <a:noFill/>
                </a:ln>
                <a:solidFill>
                  <a:schemeClr val="tx2"/>
                </a:solidFill>
                <a:effectLst/>
                <a:uLnTx/>
                <a:uFillTx/>
                <a:latin typeface="+mj-lt"/>
                <a:ea typeface="+mj-ea"/>
                <a:cs typeface="+mj-cs"/>
              </a:rPr>
              <a:t>函数柯里化</a:t>
            </a:r>
            <a:endParaRPr kumimoji="0" lang="zh-CN" altLang="en-US" sz="3300" b="0" i="0" u="none" strike="noStrike" kern="1200" cap="none" spc="0" normalizeH="0" baseline="0" noProof="0" smtClean="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5.8  高级话题——反编译Python字节码</a:t>
            </a:r>
            <a:endParaRPr lang="en-US"/>
          </a:p>
        </p:txBody>
      </p:sp>
      <p:sp>
        <p:nvSpPr>
          <p:cNvPr id="3" name="Content Placeholder 2"/>
          <p:cNvSpPr>
            <a:spLocks noGrp="1"/>
          </p:cNvSpPr>
          <p:nvPr>
            <p:ph idx="1"/>
          </p:nvPr>
        </p:nvSpPr>
        <p:spPr/>
        <p:txBody>
          <a:bodyPr/>
          <a:p>
            <a:pPr latinLnBrk="0">
              <a:lnSpc>
                <a:spcPct val="150000"/>
              </a:lnSpc>
              <a:spcBef>
                <a:spcPts val="0"/>
              </a:spcBef>
            </a:pPr>
            <a:r>
              <a:rPr lang="en-US" sz="1800"/>
              <a:t>可以使用Python扩展库uncompyle6或其他类似模块来完成这个功能。使用pip工具安装uncompyle6之后，使用类似于下面的代码对上面生成的.pyc文件进行反编译得到源代码：</a:t>
            </a:r>
            <a:endParaRPr lang="en-US" sz="1800"/>
          </a:p>
          <a:p>
            <a:pPr marL="0" indent="0" latinLnBrk="0">
              <a:lnSpc>
                <a:spcPct val="100000"/>
              </a:lnSpc>
              <a:spcBef>
                <a:spcPts val="0"/>
              </a:spcBef>
              <a:buNone/>
            </a:pPr>
            <a:r>
              <a:rPr lang="en-US" sz="1800"/>
              <a:t>uncompyle6.uncompyle_file('__pycache__\\Stack.cpython-35.opt-1.pyc', </a:t>
            </a:r>
            <a:endParaRPr lang="en-US" sz="1800"/>
          </a:p>
          <a:p>
            <a:pPr marL="0" indent="0" latinLnBrk="0">
              <a:lnSpc>
                <a:spcPct val="100000"/>
              </a:lnSpc>
              <a:spcBef>
                <a:spcPts val="0"/>
              </a:spcBef>
              <a:buNone/>
            </a:pPr>
            <a:r>
              <a:rPr lang="en-US" sz="1800"/>
              <a:t>                        open('__pycache__\\Stack.py', 'w'))</a:t>
            </a:r>
            <a:endParaRPr lang="en-US" sz="1800"/>
          </a:p>
          <a:p>
            <a:pPr latinLnBrk="0">
              <a:lnSpc>
                <a:spcPct val="150000"/>
              </a:lnSpc>
              <a:spcBef>
                <a:spcPts val="0"/>
              </a:spcBef>
            </a:pPr>
            <a:r>
              <a:rPr lang="en-US" sz="1800"/>
              <a:t>另外，http://tool.lu/pyc/这个网站可以在线上传一个.pyc文件，然后可以得到Python源代码（个别地方可能不是非常准确，需要自己稍作调整），并且还提供了一定的代码美化功能，能够自动处理代码布局和排版规范。</a:t>
            </a:r>
            <a:endParaRPr lang="en-US" sz="1800"/>
          </a:p>
        </p:txBody>
      </p:sp>
      <p:pic>
        <p:nvPicPr>
          <p:cNvPr id="13316" name="图片 3" descr="qrcode_for_gh_6f2df669dea9_1280"/>
          <p:cNvPicPr>
            <a:picLocks noChangeAspect="1"/>
          </p:cNvPicPr>
          <p:nvPr userDrawn="1"/>
        </p:nvPicPr>
        <p:blipFill>
          <a:blip r:embed="rId1"/>
          <a:stretch>
            <a:fillRect/>
          </a:stretch>
        </p:blipFill>
        <p:spPr>
          <a:xfrm>
            <a:off x="7432040" y="3796665"/>
            <a:ext cx="1565910" cy="1254760"/>
          </a:xfrm>
          <a:prstGeom prst="rect">
            <a:avLst/>
          </a:prstGeom>
          <a:noFill/>
          <a:ln w="9525">
            <a:noFill/>
          </a:ln>
        </p:spPr>
      </p:pic>
    </p:spTree>
  </p:cSld>
  <p:clrMapOvr>
    <a:masterClrMapping/>
  </p:clrMapOvr>
</p:sld>
</file>

<file path=ppt/tags/tag1.xml><?xml version="1.0" encoding="utf-8"?>
<p:tagLst xmlns:p="http://schemas.openxmlformats.org/presentationml/2006/main">
  <p:tag name="KSO_WPP_MARK_KEY" val="655d0f41-e8b2-4711-ad16-abf1d15ba0cb"/>
  <p:tag name="COMMONDATA" val="eyJoZGlkIjoiNjQ4ODIzODhlZmQ0NTI0ZDU0ZTg3OTllNjVkMTBiMTgifQ=="/>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_2">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_2 1">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_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_2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_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_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_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_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_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_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_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_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_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默认设计模板_3">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_3 1">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_3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_3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_3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_3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_3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_3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_3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_3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_3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_3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_3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默认设计模板_4">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_4 1">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_4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_4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_4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_4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_4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_4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_4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_4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_4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_4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_4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Beam">
  <a:themeElements>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Beam 1">
        <a:dk1>
          <a:srgbClr val="1A006C"/>
        </a:dk1>
        <a:lt1>
          <a:srgbClr val="FFFFFF"/>
        </a:lt1>
        <a:dk2>
          <a:srgbClr val="000066"/>
        </a:dk2>
        <a:lt2>
          <a:srgbClr val="CCCCFF"/>
        </a:lt2>
        <a:accent1>
          <a:srgbClr val="0099CC"/>
        </a:accent1>
        <a:accent2>
          <a:srgbClr val="6600CC"/>
        </a:accent2>
        <a:accent3>
          <a:srgbClr val="AAAAB8"/>
        </a:accent3>
        <a:accent4>
          <a:srgbClr val="DADADA"/>
        </a:accent4>
        <a:accent5>
          <a:srgbClr val="AACAE2"/>
        </a:accent5>
        <a:accent6>
          <a:srgbClr val="5C00B9"/>
        </a:accent6>
        <a:hlink>
          <a:srgbClr val="9999FF"/>
        </a:hlink>
        <a:folHlink>
          <a:srgbClr val="33CCCC"/>
        </a:folHlink>
      </a:clrScheme>
      <a:clrMap bg1="dk2" tx1="lt1" bg2="dk1" tx2="lt2" accent1="accent1" accent2="accent2" accent3="accent3" accent4="accent4" accent5="accent5" accent6="accent6" hlink="hlink" folHlink="folHlink"/>
    </a:extraClrScheme>
    <a:extraClrScheme>
      <a:clrScheme name="Beam 2">
        <a:dk1>
          <a:srgbClr val="000080"/>
        </a:dk1>
        <a:lt1>
          <a:srgbClr val="FFFFFF"/>
        </a:lt1>
        <a:dk2>
          <a:srgbClr val="000099"/>
        </a:dk2>
        <a:lt2>
          <a:srgbClr val="FFFFFF"/>
        </a:lt2>
        <a:accent1>
          <a:srgbClr val="3366FF"/>
        </a:accent1>
        <a:accent2>
          <a:srgbClr val="7B46D0"/>
        </a:accent2>
        <a:accent3>
          <a:srgbClr val="AAAACA"/>
        </a:accent3>
        <a:accent4>
          <a:srgbClr val="DADADA"/>
        </a:accent4>
        <a:accent5>
          <a:srgbClr val="ADB8FF"/>
        </a:accent5>
        <a:accent6>
          <a:srgbClr val="6F3FBC"/>
        </a:accent6>
        <a:hlink>
          <a:srgbClr val="86D1EC"/>
        </a:hlink>
        <a:folHlink>
          <a:srgbClr val="45C984"/>
        </a:folHlink>
      </a:clrScheme>
      <a:clrMap bg1="dk2" tx1="lt1" bg2="dk1" tx2="lt2" accent1="accent1" accent2="accent2" accent3="accent3" accent4="accent4" accent5="accent5" accent6="accent6" hlink="hlink" folHlink="folHlink"/>
    </a:extraClrScheme>
    <a:extraClrScheme>
      <a:clrScheme name="Beam 3">
        <a:dk1>
          <a:srgbClr val="3F4873"/>
        </a:dk1>
        <a:lt1>
          <a:srgbClr val="FFFFFF"/>
        </a:lt1>
        <a:dk2>
          <a:srgbClr val="4F598D"/>
        </a:dk2>
        <a:lt2>
          <a:srgbClr val="CCECFF"/>
        </a:lt2>
        <a:accent1>
          <a:srgbClr val="0099CC"/>
        </a:accent1>
        <a:accent2>
          <a:srgbClr val="4C8470"/>
        </a:accent2>
        <a:accent3>
          <a:srgbClr val="B2B5C5"/>
        </a:accent3>
        <a:accent4>
          <a:srgbClr val="DADADA"/>
        </a:accent4>
        <a:accent5>
          <a:srgbClr val="AACAE2"/>
        </a:accent5>
        <a:accent6>
          <a:srgbClr val="447765"/>
        </a:accent6>
        <a:hlink>
          <a:srgbClr val="99CC00"/>
        </a:hlink>
        <a:folHlink>
          <a:srgbClr val="96A4C8"/>
        </a:folHlink>
      </a:clrScheme>
      <a:clrMap bg1="dk2" tx1="lt1" bg2="dk1" tx2="lt2" accent1="accent1" accent2="accent2" accent3="accent3" accent4="accent4" accent5="accent5" accent6="accent6" hlink="hlink" folHlink="folHlink"/>
    </a:extraClrScheme>
    <a:extraClrScheme>
      <a:clrScheme name="Beam 4">
        <a:dk1>
          <a:srgbClr val="006E6B"/>
        </a:dk1>
        <a:lt1>
          <a:srgbClr val="FFFFFF"/>
        </a:lt1>
        <a:dk2>
          <a:srgbClr val="008080"/>
        </a:dk2>
        <a:lt2>
          <a:srgbClr val="E2EFCD"/>
        </a:lt2>
        <a:accent1>
          <a:srgbClr val="33CCCC"/>
        </a:accent1>
        <a:accent2>
          <a:srgbClr val="6352B8"/>
        </a:accent2>
        <a:accent3>
          <a:srgbClr val="AAC0C0"/>
        </a:accent3>
        <a:accent4>
          <a:srgbClr val="DADADA"/>
        </a:accent4>
        <a:accent5>
          <a:srgbClr val="ADE2E2"/>
        </a:accent5>
        <a:accent6>
          <a:srgbClr val="5949A6"/>
        </a:accent6>
        <a:hlink>
          <a:srgbClr val="CCFFFF"/>
        </a:hlink>
        <a:folHlink>
          <a:srgbClr val="99CCFF"/>
        </a:folHlink>
      </a:clrScheme>
      <a:clrMap bg1="dk2" tx1="lt1" bg2="dk1" tx2="lt2" accent1="accent1" accent2="accent2" accent3="accent3" accent4="accent4" accent5="accent5" accent6="accent6" hlink="hlink" folHlink="folHlink"/>
    </a:extraClrScheme>
    <a:extraClrScheme>
      <a:clrScheme name="Beam 5">
        <a:dk1>
          <a:srgbClr val="48562C"/>
        </a:dk1>
        <a:lt1>
          <a:srgbClr val="FFFFFF"/>
        </a:lt1>
        <a:dk2>
          <a:srgbClr val="546434"/>
        </a:dk2>
        <a:lt2>
          <a:srgbClr val="FFFFCC"/>
        </a:lt2>
        <a:accent1>
          <a:srgbClr val="7B8A6E"/>
        </a:accent1>
        <a:accent2>
          <a:srgbClr val="527C3A"/>
        </a:accent2>
        <a:accent3>
          <a:srgbClr val="B3B8AE"/>
        </a:accent3>
        <a:accent4>
          <a:srgbClr val="DADADA"/>
        </a:accent4>
        <a:accent5>
          <a:srgbClr val="BFC4BA"/>
        </a:accent5>
        <a:accent6>
          <a:srgbClr val="497034"/>
        </a:accent6>
        <a:hlink>
          <a:srgbClr val="55B55E"/>
        </a:hlink>
        <a:folHlink>
          <a:srgbClr val="85B3B1"/>
        </a:folHlink>
      </a:clrScheme>
      <a:clrMap bg1="dk2" tx1="lt1" bg2="dk1" tx2="lt2" accent1="accent1" accent2="accent2" accent3="accent3" accent4="accent4" accent5="accent5" accent6="accent6" hlink="hlink" folHlink="folHlink"/>
    </a:extraClrScheme>
    <a:extraClrScheme>
      <a:clrScheme name="Beam 6">
        <a:dk1>
          <a:srgbClr val="96B29E"/>
        </a:dk1>
        <a:lt1>
          <a:srgbClr val="FFFFFF"/>
        </a:lt1>
        <a:dk2>
          <a:srgbClr val="A5BDAC"/>
        </a:dk2>
        <a:lt2>
          <a:srgbClr val="FFFFCC"/>
        </a:lt2>
        <a:accent1>
          <a:srgbClr val="4E8880"/>
        </a:accent1>
        <a:accent2>
          <a:srgbClr val="2F71B9"/>
        </a:accent2>
        <a:accent3>
          <a:srgbClr val="CFDBD2"/>
        </a:accent3>
        <a:accent4>
          <a:srgbClr val="DADADA"/>
        </a:accent4>
        <a:accent5>
          <a:srgbClr val="B2C3C0"/>
        </a:accent5>
        <a:accent6>
          <a:srgbClr val="2A66A7"/>
        </a:accent6>
        <a:hlink>
          <a:srgbClr val="9DC0E7"/>
        </a:hlink>
        <a:folHlink>
          <a:srgbClr val="54CA89"/>
        </a:folHlink>
      </a:clrScheme>
      <a:clrMap bg1="dk2" tx1="lt1" bg2="dk1" tx2="lt2" accent1="accent1" accent2="accent2" accent3="accent3" accent4="accent4" accent5="accent5" accent6="accent6" hlink="hlink" folHlink="folHlink"/>
    </a:extraClrScheme>
    <a:extraClrScheme>
      <a:clrScheme name="Beam 7">
        <a:dk1>
          <a:srgbClr val="D49C00"/>
        </a:dk1>
        <a:lt1>
          <a:srgbClr val="FFFFFF"/>
        </a:lt1>
        <a:dk2>
          <a:srgbClr val="CC9900"/>
        </a:dk2>
        <a:lt2>
          <a:srgbClr val="CEBD40"/>
        </a:lt2>
        <a:accent1>
          <a:srgbClr val="CC6600"/>
        </a:accent1>
        <a:accent2>
          <a:srgbClr val="808000"/>
        </a:accent2>
        <a:accent3>
          <a:srgbClr val="E2CAAA"/>
        </a:accent3>
        <a:accent4>
          <a:srgbClr val="DADADA"/>
        </a:accent4>
        <a:accent5>
          <a:srgbClr val="E2B8AA"/>
        </a:accent5>
        <a:accent6>
          <a:srgbClr val="737300"/>
        </a:accent6>
        <a:hlink>
          <a:srgbClr val="FF9900"/>
        </a:hlink>
        <a:folHlink>
          <a:srgbClr val="FFFF99"/>
        </a:folHlink>
      </a:clrScheme>
      <a:clrMap bg1="dk2" tx1="lt1" bg2="dk1" tx2="lt2" accent1="accent1" accent2="accent2" accent3="accent3" accent4="accent4" accent5="accent5" accent6="accent6" hlink="hlink" folHlink="folHlink"/>
    </a:extraClrScheme>
    <a:extraClrScheme>
      <a:clrScheme name="Beam 8">
        <a:dk1>
          <a:srgbClr val="881700"/>
        </a:dk1>
        <a:lt1>
          <a:srgbClr val="FAF9E6"/>
        </a:lt1>
        <a:dk2>
          <a:srgbClr val="990000"/>
        </a:dk2>
        <a:lt2>
          <a:srgbClr val="EADC78"/>
        </a:lt2>
        <a:accent1>
          <a:srgbClr val="FF6600"/>
        </a:accent1>
        <a:accent2>
          <a:srgbClr val="B86D52"/>
        </a:accent2>
        <a:accent3>
          <a:srgbClr val="CAAAAA"/>
        </a:accent3>
        <a:accent4>
          <a:srgbClr val="D6D5C4"/>
        </a:accent4>
        <a:accent5>
          <a:srgbClr val="FFB8AA"/>
        </a:accent5>
        <a:accent6>
          <a:srgbClr val="A66249"/>
        </a:accent6>
        <a:hlink>
          <a:srgbClr val="D78D15"/>
        </a:hlink>
        <a:folHlink>
          <a:srgbClr val="C6B37E"/>
        </a:folHlink>
      </a:clrScheme>
      <a:clrMap bg1="dk2" tx1="lt1" bg2="dk1" tx2="lt2" accent1="accent1" accent2="accent2" accent3="accent3" accent4="accent4" accent5="accent5" accent6="accent6" hlink="hlink" folHlink="folHlink"/>
    </a:extraClrScheme>
    <a:extraClrScheme>
      <a:clrScheme name="Beam 9">
        <a:dk1>
          <a:srgbClr val="000000"/>
        </a:dk1>
        <a:lt1>
          <a:srgbClr val="FFFFFF"/>
        </a:lt1>
        <a:dk2>
          <a:srgbClr val="000000"/>
        </a:dk2>
        <a:lt2>
          <a:srgbClr val="DDDDDD"/>
        </a:lt2>
        <a:accent1>
          <a:srgbClr val="E6F5F6"/>
        </a:accent1>
        <a:accent2>
          <a:srgbClr val="A5E1A8"/>
        </a:accent2>
        <a:accent3>
          <a:srgbClr val="FFFFFF"/>
        </a:accent3>
        <a:accent4>
          <a:srgbClr val="000000"/>
        </a:accent4>
        <a:accent5>
          <a:srgbClr val="F0F9FA"/>
        </a:accent5>
        <a:accent6>
          <a:srgbClr val="95CC98"/>
        </a:accent6>
        <a:hlink>
          <a:srgbClr val="5B00B6"/>
        </a:hlink>
        <a:folHlink>
          <a:srgbClr val="34988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默认设计模板_5">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_5 1">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_5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_5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_5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_5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_5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_5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_5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_5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_5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_5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_5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默认设计模板_6">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_6 1">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_6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_6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_6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_6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_6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_6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_6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_6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_6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_6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_6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Beam_2">
  <a:themeElements>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Beam_2 1">
        <a:dk1>
          <a:srgbClr val="1A006C"/>
        </a:dk1>
        <a:lt1>
          <a:srgbClr val="FFFFFF"/>
        </a:lt1>
        <a:dk2>
          <a:srgbClr val="000066"/>
        </a:dk2>
        <a:lt2>
          <a:srgbClr val="CCCCFF"/>
        </a:lt2>
        <a:accent1>
          <a:srgbClr val="0099CC"/>
        </a:accent1>
        <a:accent2>
          <a:srgbClr val="6600CC"/>
        </a:accent2>
        <a:accent3>
          <a:srgbClr val="AAAAB8"/>
        </a:accent3>
        <a:accent4>
          <a:srgbClr val="DADADA"/>
        </a:accent4>
        <a:accent5>
          <a:srgbClr val="AACAE2"/>
        </a:accent5>
        <a:accent6>
          <a:srgbClr val="5C00B9"/>
        </a:accent6>
        <a:hlink>
          <a:srgbClr val="9999FF"/>
        </a:hlink>
        <a:folHlink>
          <a:srgbClr val="33CCCC"/>
        </a:folHlink>
      </a:clrScheme>
      <a:clrMap bg1="dk2" tx1="lt1" bg2="dk1" tx2="lt2" accent1="accent1" accent2="accent2" accent3="accent3" accent4="accent4" accent5="accent5" accent6="accent6" hlink="hlink" folHlink="folHlink"/>
    </a:extraClrScheme>
    <a:extraClrScheme>
      <a:clrScheme name="Beam_2 2">
        <a:dk1>
          <a:srgbClr val="000080"/>
        </a:dk1>
        <a:lt1>
          <a:srgbClr val="FFFFFF"/>
        </a:lt1>
        <a:dk2>
          <a:srgbClr val="000099"/>
        </a:dk2>
        <a:lt2>
          <a:srgbClr val="FFFFFF"/>
        </a:lt2>
        <a:accent1>
          <a:srgbClr val="3366FF"/>
        </a:accent1>
        <a:accent2>
          <a:srgbClr val="7B46D0"/>
        </a:accent2>
        <a:accent3>
          <a:srgbClr val="AAAACA"/>
        </a:accent3>
        <a:accent4>
          <a:srgbClr val="DADADA"/>
        </a:accent4>
        <a:accent5>
          <a:srgbClr val="ADB8FF"/>
        </a:accent5>
        <a:accent6>
          <a:srgbClr val="6F3FBC"/>
        </a:accent6>
        <a:hlink>
          <a:srgbClr val="86D1EC"/>
        </a:hlink>
        <a:folHlink>
          <a:srgbClr val="45C984"/>
        </a:folHlink>
      </a:clrScheme>
      <a:clrMap bg1="dk2" tx1="lt1" bg2="dk1" tx2="lt2" accent1="accent1" accent2="accent2" accent3="accent3" accent4="accent4" accent5="accent5" accent6="accent6" hlink="hlink" folHlink="folHlink"/>
    </a:extraClrScheme>
    <a:extraClrScheme>
      <a:clrScheme name="Beam_2 3">
        <a:dk1>
          <a:srgbClr val="3F4873"/>
        </a:dk1>
        <a:lt1>
          <a:srgbClr val="FFFFFF"/>
        </a:lt1>
        <a:dk2>
          <a:srgbClr val="4F598D"/>
        </a:dk2>
        <a:lt2>
          <a:srgbClr val="CCECFF"/>
        </a:lt2>
        <a:accent1>
          <a:srgbClr val="0099CC"/>
        </a:accent1>
        <a:accent2>
          <a:srgbClr val="4C8470"/>
        </a:accent2>
        <a:accent3>
          <a:srgbClr val="B2B5C5"/>
        </a:accent3>
        <a:accent4>
          <a:srgbClr val="DADADA"/>
        </a:accent4>
        <a:accent5>
          <a:srgbClr val="AACAE2"/>
        </a:accent5>
        <a:accent6>
          <a:srgbClr val="447765"/>
        </a:accent6>
        <a:hlink>
          <a:srgbClr val="99CC00"/>
        </a:hlink>
        <a:folHlink>
          <a:srgbClr val="96A4C8"/>
        </a:folHlink>
      </a:clrScheme>
      <a:clrMap bg1="dk2" tx1="lt1" bg2="dk1" tx2="lt2" accent1="accent1" accent2="accent2" accent3="accent3" accent4="accent4" accent5="accent5" accent6="accent6" hlink="hlink" folHlink="folHlink"/>
    </a:extraClrScheme>
    <a:extraClrScheme>
      <a:clrScheme name="Beam_2 4">
        <a:dk1>
          <a:srgbClr val="006E6B"/>
        </a:dk1>
        <a:lt1>
          <a:srgbClr val="FFFFFF"/>
        </a:lt1>
        <a:dk2>
          <a:srgbClr val="008080"/>
        </a:dk2>
        <a:lt2>
          <a:srgbClr val="E2EFCD"/>
        </a:lt2>
        <a:accent1>
          <a:srgbClr val="33CCCC"/>
        </a:accent1>
        <a:accent2>
          <a:srgbClr val="6352B8"/>
        </a:accent2>
        <a:accent3>
          <a:srgbClr val="AAC0C0"/>
        </a:accent3>
        <a:accent4>
          <a:srgbClr val="DADADA"/>
        </a:accent4>
        <a:accent5>
          <a:srgbClr val="ADE2E2"/>
        </a:accent5>
        <a:accent6>
          <a:srgbClr val="5949A6"/>
        </a:accent6>
        <a:hlink>
          <a:srgbClr val="CCFFFF"/>
        </a:hlink>
        <a:folHlink>
          <a:srgbClr val="99CCFF"/>
        </a:folHlink>
      </a:clrScheme>
      <a:clrMap bg1="dk2" tx1="lt1" bg2="dk1" tx2="lt2" accent1="accent1" accent2="accent2" accent3="accent3" accent4="accent4" accent5="accent5" accent6="accent6" hlink="hlink" folHlink="folHlink"/>
    </a:extraClrScheme>
    <a:extraClrScheme>
      <a:clrScheme name="Beam_2 5">
        <a:dk1>
          <a:srgbClr val="48562C"/>
        </a:dk1>
        <a:lt1>
          <a:srgbClr val="FFFFFF"/>
        </a:lt1>
        <a:dk2>
          <a:srgbClr val="546434"/>
        </a:dk2>
        <a:lt2>
          <a:srgbClr val="FFFFCC"/>
        </a:lt2>
        <a:accent1>
          <a:srgbClr val="7B8A6E"/>
        </a:accent1>
        <a:accent2>
          <a:srgbClr val="527C3A"/>
        </a:accent2>
        <a:accent3>
          <a:srgbClr val="B3B8AE"/>
        </a:accent3>
        <a:accent4>
          <a:srgbClr val="DADADA"/>
        </a:accent4>
        <a:accent5>
          <a:srgbClr val="BFC4BA"/>
        </a:accent5>
        <a:accent6>
          <a:srgbClr val="497034"/>
        </a:accent6>
        <a:hlink>
          <a:srgbClr val="55B55E"/>
        </a:hlink>
        <a:folHlink>
          <a:srgbClr val="85B3B1"/>
        </a:folHlink>
      </a:clrScheme>
      <a:clrMap bg1="dk2" tx1="lt1" bg2="dk1" tx2="lt2" accent1="accent1" accent2="accent2" accent3="accent3" accent4="accent4" accent5="accent5" accent6="accent6" hlink="hlink" folHlink="folHlink"/>
    </a:extraClrScheme>
    <a:extraClrScheme>
      <a:clrScheme name="Beam_2 6">
        <a:dk1>
          <a:srgbClr val="96B29E"/>
        </a:dk1>
        <a:lt1>
          <a:srgbClr val="FFFFFF"/>
        </a:lt1>
        <a:dk2>
          <a:srgbClr val="A5BDAC"/>
        </a:dk2>
        <a:lt2>
          <a:srgbClr val="FFFFCC"/>
        </a:lt2>
        <a:accent1>
          <a:srgbClr val="4E8880"/>
        </a:accent1>
        <a:accent2>
          <a:srgbClr val="2F71B9"/>
        </a:accent2>
        <a:accent3>
          <a:srgbClr val="CFDBD2"/>
        </a:accent3>
        <a:accent4>
          <a:srgbClr val="DADADA"/>
        </a:accent4>
        <a:accent5>
          <a:srgbClr val="B2C3C0"/>
        </a:accent5>
        <a:accent6>
          <a:srgbClr val="2A66A7"/>
        </a:accent6>
        <a:hlink>
          <a:srgbClr val="9DC0E7"/>
        </a:hlink>
        <a:folHlink>
          <a:srgbClr val="54CA89"/>
        </a:folHlink>
      </a:clrScheme>
      <a:clrMap bg1="dk2" tx1="lt1" bg2="dk1" tx2="lt2" accent1="accent1" accent2="accent2" accent3="accent3" accent4="accent4" accent5="accent5" accent6="accent6" hlink="hlink" folHlink="folHlink"/>
    </a:extraClrScheme>
    <a:extraClrScheme>
      <a:clrScheme name="Beam_2 7">
        <a:dk1>
          <a:srgbClr val="D49C00"/>
        </a:dk1>
        <a:lt1>
          <a:srgbClr val="FFFFFF"/>
        </a:lt1>
        <a:dk2>
          <a:srgbClr val="CC9900"/>
        </a:dk2>
        <a:lt2>
          <a:srgbClr val="CEBD40"/>
        </a:lt2>
        <a:accent1>
          <a:srgbClr val="CC6600"/>
        </a:accent1>
        <a:accent2>
          <a:srgbClr val="808000"/>
        </a:accent2>
        <a:accent3>
          <a:srgbClr val="E2CAAA"/>
        </a:accent3>
        <a:accent4>
          <a:srgbClr val="DADADA"/>
        </a:accent4>
        <a:accent5>
          <a:srgbClr val="E2B8AA"/>
        </a:accent5>
        <a:accent6>
          <a:srgbClr val="737300"/>
        </a:accent6>
        <a:hlink>
          <a:srgbClr val="FF9900"/>
        </a:hlink>
        <a:folHlink>
          <a:srgbClr val="FFFF99"/>
        </a:folHlink>
      </a:clrScheme>
      <a:clrMap bg1="dk2" tx1="lt1" bg2="dk1" tx2="lt2" accent1="accent1" accent2="accent2" accent3="accent3" accent4="accent4" accent5="accent5" accent6="accent6" hlink="hlink" folHlink="folHlink"/>
    </a:extraClrScheme>
    <a:extraClrScheme>
      <a:clrScheme name="Beam_2 8">
        <a:dk1>
          <a:srgbClr val="881700"/>
        </a:dk1>
        <a:lt1>
          <a:srgbClr val="FAF9E6"/>
        </a:lt1>
        <a:dk2>
          <a:srgbClr val="990000"/>
        </a:dk2>
        <a:lt2>
          <a:srgbClr val="EADC78"/>
        </a:lt2>
        <a:accent1>
          <a:srgbClr val="FF6600"/>
        </a:accent1>
        <a:accent2>
          <a:srgbClr val="B86D52"/>
        </a:accent2>
        <a:accent3>
          <a:srgbClr val="CAAAAA"/>
        </a:accent3>
        <a:accent4>
          <a:srgbClr val="D6D5C4"/>
        </a:accent4>
        <a:accent5>
          <a:srgbClr val="FFB8AA"/>
        </a:accent5>
        <a:accent6>
          <a:srgbClr val="A66249"/>
        </a:accent6>
        <a:hlink>
          <a:srgbClr val="D78D15"/>
        </a:hlink>
        <a:folHlink>
          <a:srgbClr val="C6B37E"/>
        </a:folHlink>
      </a:clrScheme>
      <a:clrMap bg1="dk2" tx1="lt1" bg2="dk1" tx2="lt2" accent1="accent1" accent2="accent2" accent3="accent3" accent4="accent4" accent5="accent5" accent6="accent6" hlink="hlink" folHlink="folHlink"/>
    </a:extraClrScheme>
    <a:extraClrScheme>
      <a:clrScheme name="Beam_2 9">
        <a:dk1>
          <a:srgbClr val="000000"/>
        </a:dk1>
        <a:lt1>
          <a:srgbClr val="FFFFFF"/>
        </a:lt1>
        <a:dk2>
          <a:srgbClr val="000000"/>
        </a:dk2>
        <a:lt2>
          <a:srgbClr val="DDDDDD"/>
        </a:lt2>
        <a:accent1>
          <a:srgbClr val="E6F5F6"/>
        </a:accent1>
        <a:accent2>
          <a:srgbClr val="A5E1A8"/>
        </a:accent2>
        <a:accent3>
          <a:srgbClr val="FFFFFF"/>
        </a:accent3>
        <a:accent4>
          <a:srgbClr val="000000"/>
        </a:accent4>
        <a:accent5>
          <a:srgbClr val="F0F9FA"/>
        </a:accent5>
        <a:accent6>
          <a:srgbClr val="95CC98"/>
        </a:accent6>
        <a:hlink>
          <a:srgbClr val="5B00B6"/>
        </a:hlink>
        <a:folHlink>
          <a:srgbClr val="34988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默认设计模板_7">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_7 1">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_7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_7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_7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_7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_7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_7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_7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_7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_7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_7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_7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Beam_3">
  <a:themeElements>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Beam_3 1">
        <a:dk1>
          <a:srgbClr val="1A006C"/>
        </a:dk1>
        <a:lt1>
          <a:srgbClr val="FFFFFF"/>
        </a:lt1>
        <a:dk2>
          <a:srgbClr val="000066"/>
        </a:dk2>
        <a:lt2>
          <a:srgbClr val="CCCCFF"/>
        </a:lt2>
        <a:accent1>
          <a:srgbClr val="0099CC"/>
        </a:accent1>
        <a:accent2>
          <a:srgbClr val="6600CC"/>
        </a:accent2>
        <a:accent3>
          <a:srgbClr val="AAAAB8"/>
        </a:accent3>
        <a:accent4>
          <a:srgbClr val="DADADA"/>
        </a:accent4>
        <a:accent5>
          <a:srgbClr val="AACAE2"/>
        </a:accent5>
        <a:accent6>
          <a:srgbClr val="5C00B9"/>
        </a:accent6>
        <a:hlink>
          <a:srgbClr val="9999FF"/>
        </a:hlink>
        <a:folHlink>
          <a:srgbClr val="33CCCC"/>
        </a:folHlink>
      </a:clrScheme>
      <a:clrMap bg1="dk2" tx1="lt1" bg2="dk1" tx2="lt2" accent1="accent1" accent2="accent2" accent3="accent3" accent4="accent4" accent5="accent5" accent6="accent6" hlink="hlink" folHlink="folHlink"/>
    </a:extraClrScheme>
    <a:extraClrScheme>
      <a:clrScheme name="Beam_3 2">
        <a:dk1>
          <a:srgbClr val="000080"/>
        </a:dk1>
        <a:lt1>
          <a:srgbClr val="FFFFFF"/>
        </a:lt1>
        <a:dk2>
          <a:srgbClr val="000099"/>
        </a:dk2>
        <a:lt2>
          <a:srgbClr val="FFFFFF"/>
        </a:lt2>
        <a:accent1>
          <a:srgbClr val="3366FF"/>
        </a:accent1>
        <a:accent2>
          <a:srgbClr val="7B46D0"/>
        </a:accent2>
        <a:accent3>
          <a:srgbClr val="AAAACA"/>
        </a:accent3>
        <a:accent4>
          <a:srgbClr val="DADADA"/>
        </a:accent4>
        <a:accent5>
          <a:srgbClr val="ADB8FF"/>
        </a:accent5>
        <a:accent6>
          <a:srgbClr val="6F3FBC"/>
        </a:accent6>
        <a:hlink>
          <a:srgbClr val="86D1EC"/>
        </a:hlink>
        <a:folHlink>
          <a:srgbClr val="45C984"/>
        </a:folHlink>
      </a:clrScheme>
      <a:clrMap bg1="dk2" tx1="lt1" bg2="dk1" tx2="lt2" accent1="accent1" accent2="accent2" accent3="accent3" accent4="accent4" accent5="accent5" accent6="accent6" hlink="hlink" folHlink="folHlink"/>
    </a:extraClrScheme>
    <a:extraClrScheme>
      <a:clrScheme name="Beam_3 3">
        <a:dk1>
          <a:srgbClr val="3F4873"/>
        </a:dk1>
        <a:lt1>
          <a:srgbClr val="FFFFFF"/>
        </a:lt1>
        <a:dk2>
          <a:srgbClr val="4F598D"/>
        </a:dk2>
        <a:lt2>
          <a:srgbClr val="CCECFF"/>
        </a:lt2>
        <a:accent1>
          <a:srgbClr val="0099CC"/>
        </a:accent1>
        <a:accent2>
          <a:srgbClr val="4C8470"/>
        </a:accent2>
        <a:accent3>
          <a:srgbClr val="B2B5C5"/>
        </a:accent3>
        <a:accent4>
          <a:srgbClr val="DADADA"/>
        </a:accent4>
        <a:accent5>
          <a:srgbClr val="AACAE2"/>
        </a:accent5>
        <a:accent6>
          <a:srgbClr val="447765"/>
        </a:accent6>
        <a:hlink>
          <a:srgbClr val="99CC00"/>
        </a:hlink>
        <a:folHlink>
          <a:srgbClr val="96A4C8"/>
        </a:folHlink>
      </a:clrScheme>
      <a:clrMap bg1="dk2" tx1="lt1" bg2="dk1" tx2="lt2" accent1="accent1" accent2="accent2" accent3="accent3" accent4="accent4" accent5="accent5" accent6="accent6" hlink="hlink" folHlink="folHlink"/>
    </a:extraClrScheme>
    <a:extraClrScheme>
      <a:clrScheme name="Beam_3 4">
        <a:dk1>
          <a:srgbClr val="006E6B"/>
        </a:dk1>
        <a:lt1>
          <a:srgbClr val="FFFFFF"/>
        </a:lt1>
        <a:dk2>
          <a:srgbClr val="008080"/>
        </a:dk2>
        <a:lt2>
          <a:srgbClr val="E2EFCD"/>
        </a:lt2>
        <a:accent1>
          <a:srgbClr val="33CCCC"/>
        </a:accent1>
        <a:accent2>
          <a:srgbClr val="6352B8"/>
        </a:accent2>
        <a:accent3>
          <a:srgbClr val="AAC0C0"/>
        </a:accent3>
        <a:accent4>
          <a:srgbClr val="DADADA"/>
        </a:accent4>
        <a:accent5>
          <a:srgbClr val="ADE2E2"/>
        </a:accent5>
        <a:accent6>
          <a:srgbClr val="5949A6"/>
        </a:accent6>
        <a:hlink>
          <a:srgbClr val="CCFFFF"/>
        </a:hlink>
        <a:folHlink>
          <a:srgbClr val="99CCFF"/>
        </a:folHlink>
      </a:clrScheme>
      <a:clrMap bg1="dk2" tx1="lt1" bg2="dk1" tx2="lt2" accent1="accent1" accent2="accent2" accent3="accent3" accent4="accent4" accent5="accent5" accent6="accent6" hlink="hlink" folHlink="folHlink"/>
    </a:extraClrScheme>
    <a:extraClrScheme>
      <a:clrScheme name="Beam_3 5">
        <a:dk1>
          <a:srgbClr val="48562C"/>
        </a:dk1>
        <a:lt1>
          <a:srgbClr val="FFFFFF"/>
        </a:lt1>
        <a:dk2>
          <a:srgbClr val="546434"/>
        </a:dk2>
        <a:lt2>
          <a:srgbClr val="FFFFCC"/>
        </a:lt2>
        <a:accent1>
          <a:srgbClr val="7B8A6E"/>
        </a:accent1>
        <a:accent2>
          <a:srgbClr val="527C3A"/>
        </a:accent2>
        <a:accent3>
          <a:srgbClr val="B3B8AE"/>
        </a:accent3>
        <a:accent4>
          <a:srgbClr val="DADADA"/>
        </a:accent4>
        <a:accent5>
          <a:srgbClr val="BFC4BA"/>
        </a:accent5>
        <a:accent6>
          <a:srgbClr val="497034"/>
        </a:accent6>
        <a:hlink>
          <a:srgbClr val="55B55E"/>
        </a:hlink>
        <a:folHlink>
          <a:srgbClr val="85B3B1"/>
        </a:folHlink>
      </a:clrScheme>
      <a:clrMap bg1="dk2" tx1="lt1" bg2="dk1" tx2="lt2" accent1="accent1" accent2="accent2" accent3="accent3" accent4="accent4" accent5="accent5" accent6="accent6" hlink="hlink" folHlink="folHlink"/>
    </a:extraClrScheme>
    <a:extraClrScheme>
      <a:clrScheme name="Beam_3 6">
        <a:dk1>
          <a:srgbClr val="96B29E"/>
        </a:dk1>
        <a:lt1>
          <a:srgbClr val="FFFFFF"/>
        </a:lt1>
        <a:dk2>
          <a:srgbClr val="A5BDAC"/>
        </a:dk2>
        <a:lt2>
          <a:srgbClr val="FFFFCC"/>
        </a:lt2>
        <a:accent1>
          <a:srgbClr val="4E8880"/>
        </a:accent1>
        <a:accent2>
          <a:srgbClr val="2F71B9"/>
        </a:accent2>
        <a:accent3>
          <a:srgbClr val="CFDBD2"/>
        </a:accent3>
        <a:accent4>
          <a:srgbClr val="DADADA"/>
        </a:accent4>
        <a:accent5>
          <a:srgbClr val="B2C3C0"/>
        </a:accent5>
        <a:accent6>
          <a:srgbClr val="2A66A7"/>
        </a:accent6>
        <a:hlink>
          <a:srgbClr val="9DC0E7"/>
        </a:hlink>
        <a:folHlink>
          <a:srgbClr val="54CA89"/>
        </a:folHlink>
      </a:clrScheme>
      <a:clrMap bg1="dk2" tx1="lt1" bg2="dk1" tx2="lt2" accent1="accent1" accent2="accent2" accent3="accent3" accent4="accent4" accent5="accent5" accent6="accent6" hlink="hlink" folHlink="folHlink"/>
    </a:extraClrScheme>
    <a:extraClrScheme>
      <a:clrScheme name="Beam_3 7">
        <a:dk1>
          <a:srgbClr val="D49C00"/>
        </a:dk1>
        <a:lt1>
          <a:srgbClr val="FFFFFF"/>
        </a:lt1>
        <a:dk2>
          <a:srgbClr val="CC9900"/>
        </a:dk2>
        <a:lt2>
          <a:srgbClr val="CEBD40"/>
        </a:lt2>
        <a:accent1>
          <a:srgbClr val="CC6600"/>
        </a:accent1>
        <a:accent2>
          <a:srgbClr val="808000"/>
        </a:accent2>
        <a:accent3>
          <a:srgbClr val="E2CAAA"/>
        </a:accent3>
        <a:accent4>
          <a:srgbClr val="DADADA"/>
        </a:accent4>
        <a:accent5>
          <a:srgbClr val="E2B8AA"/>
        </a:accent5>
        <a:accent6>
          <a:srgbClr val="737300"/>
        </a:accent6>
        <a:hlink>
          <a:srgbClr val="FF9900"/>
        </a:hlink>
        <a:folHlink>
          <a:srgbClr val="FFFF99"/>
        </a:folHlink>
      </a:clrScheme>
      <a:clrMap bg1="dk2" tx1="lt1" bg2="dk1" tx2="lt2" accent1="accent1" accent2="accent2" accent3="accent3" accent4="accent4" accent5="accent5" accent6="accent6" hlink="hlink" folHlink="folHlink"/>
    </a:extraClrScheme>
    <a:extraClrScheme>
      <a:clrScheme name="Beam_3 8">
        <a:dk1>
          <a:srgbClr val="881700"/>
        </a:dk1>
        <a:lt1>
          <a:srgbClr val="FAF9E6"/>
        </a:lt1>
        <a:dk2>
          <a:srgbClr val="990000"/>
        </a:dk2>
        <a:lt2>
          <a:srgbClr val="EADC78"/>
        </a:lt2>
        <a:accent1>
          <a:srgbClr val="FF6600"/>
        </a:accent1>
        <a:accent2>
          <a:srgbClr val="B86D52"/>
        </a:accent2>
        <a:accent3>
          <a:srgbClr val="CAAAAA"/>
        </a:accent3>
        <a:accent4>
          <a:srgbClr val="D6D5C4"/>
        </a:accent4>
        <a:accent5>
          <a:srgbClr val="FFB8AA"/>
        </a:accent5>
        <a:accent6>
          <a:srgbClr val="A66249"/>
        </a:accent6>
        <a:hlink>
          <a:srgbClr val="D78D15"/>
        </a:hlink>
        <a:folHlink>
          <a:srgbClr val="C6B37E"/>
        </a:folHlink>
      </a:clrScheme>
      <a:clrMap bg1="dk2" tx1="lt1" bg2="dk1" tx2="lt2" accent1="accent1" accent2="accent2" accent3="accent3" accent4="accent4" accent5="accent5" accent6="accent6" hlink="hlink" folHlink="folHlink"/>
    </a:extraClrScheme>
    <a:extraClrScheme>
      <a:clrScheme name="Beam_3 9">
        <a:dk1>
          <a:srgbClr val="000000"/>
        </a:dk1>
        <a:lt1>
          <a:srgbClr val="FFFFFF"/>
        </a:lt1>
        <a:dk2>
          <a:srgbClr val="000000"/>
        </a:dk2>
        <a:lt2>
          <a:srgbClr val="DDDDDD"/>
        </a:lt2>
        <a:accent1>
          <a:srgbClr val="E6F5F6"/>
        </a:accent1>
        <a:accent2>
          <a:srgbClr val="A5E1A8"/>
        </a:accent2>
        <a:accent3>
          <a:srgbClr val="FFFFFF"/>
        </a:accent3>
        <a:accent4>
          <a:srgbClr val="000000"/>
        </a:accent4>
        <a:accent5>
          <a:srgbClr val="F0F9FA"/>
        </a:accent5>
        <a:accent6>
          <a:srgbClr val="95CC98"/>
        </a:accent6>
        <a:hlink>
          <a:srgbClr val="5B00B6"/>
        </a:hlink>
        <a:folHlink>
          <a:srgbClr val="34988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Stream">
  <a:themeElements>
    <a:clrScheme name="">
      <a:dk1>
        <a:srgbClr val="FFFFFF"/>
      </a:dk1>
      <a:lt1>
        <a:srgbClr val="003399"/>
      </a:lt1>
      <a:dk2>
        <a:srgbClr val="E5E5FF"/>
      </a:dk2>
      <a:lt2>
        <a:srgbClr val="000514"/>
      </a:lt2>
      <a:accent1>
        <a:srgbClr val="0099CC"/>
      </a:accent1>
      <a:accent2>
        <a:srgbClr val="A886E0"/>
      </a:accent2>
      <a:accent3>
        <a:srgbClr val="AAADCA"/>
      </a:accent3>
      <a:accent4>
        <a:srgbClr val="DCDCDC"/>
      </a:accent4>
      <a:accent5>
        <a:srgbClr val="AACAE2"/>
      </a:accent5>
      <a:accent6>
        <a:srgbClr val="9678C9"/>
      </a:accent6>
      <a:hlink>
        <a:srgbClr val="FFCC00"/>
      </a:hlink>
      <a:folHlink>
        <a:srgbClr val="FFFFCC"/>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Stream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Stream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Stream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Stream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Stream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Stream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Stream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Stream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Stream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34397</Words>
  <Application>WPS 演示</Application>
  <PresentationFormat>全屏显示(16:9)</PresentationFormat>
  <Paragraphs>1766</Paragraphs>
  <Slides>133</Slides>
  <Notes>0</Notes>
  <HiddenSlides>0</HiddenSlides>
  <MMClips>0</MMClips>
  <ScaleCrop>false</ScaleCrop>
  <HeadingPairs>
    <vt:vector size="6" baseType="variant">
      <vt:variant>
        <vt:lpstr>已用的字体</vt:lpstr>
      </vt:variant>
      <vt:variant>
        <vt:i4>10</vt:i4>
      </vt:variant>
      <vt:variant>
        <vt:lpstr>主题</vt:lpstr>
      </vt:variant>
      <vt:variant>
        <vt:i4>11</vt:i4>
      </vt:variant>
      <vt:variant>
        <vt:lpstr>幻灯片标题</vt:lpstr>
      </vt:variant>
      <vt:variant>
        <vt:i4>133</vt:i4>
      </vt:variant>
    </vt:vector>
  </HeadingPairs>
  <TitlesOfParts>
    <vt:vector size="154" baseType="lpstr">
      <vt:lpstr>Arial</vt:lpstr>
      <vt:lpstr>宋体</vt:lpstr>
      <vt:lpstr>Wingdings</vt:lpstr>
      <vt:lpstr>隶书</vt:lpstr>
      <vt:lpstr>Consolas</vt:lpstr>
      <vt:lpstr>Wingdings</vt:lpstr>
      <vt:lpstr>微软雅黑</vt:lpstr>
      <vt:lpstr>Arial Unicode MS</vt:lpstr>
      <vt:lpstr>Calibri</vt:lpstr>
      <vt:lpstr>Times New Roman</vt:lpstr>
      <vt:lpstr>默认设计模板</vt:lpstr>
      <vt:lpstr>默认设计模板_2</vt:lpstr>
      <vt:lpstr>默认设计模板_3</vt:lpstr>
      <vt:lpstr>默认设计模板_4</vt:lpstr>
      <vt:lpstr>Beam</vt:lpstr>
      <vt:lpstr>默认设计模板_5</vt:lpstr>
      <vt:lpstr>默认设计模板_6</vt:lpstr>
      <vt:lpstr>Beam_2</vt:lpstr>
      <vt:lpstr>默认设计模板_7</vt:lpstr>
      <vt:lpstr>Beam_3</vt:lpstr>
      <vt:lpstr>Stream</vt:lpstr>
      <vt:lpstr>第5章　函数的设计和使用  董付国 微信公众号：Python小屋</vt:lpstr>
      <vt:lpstr>5.1  函数定义</vt:lpstr>
      <vt:lpstr>5.1  函数定义</vt:lpstr>
      <vt:lpstr>5.1  函数定义</vt:lpstr>
      <vt:lpstr>5.1  函数定义</vt:lpstr>
      <vt:lpstr>5.1  函数定义</vt:lpstr>
      <vt:lpstr>5.1  函数定义</vt:lpstr>
      <vt:lpstr>5.1  函数定义</vt:lpstr>
      <vt:lpstr>5.2  形参与实参</vt:lpstr>
      <vt:lpstr>5.2  形参与实参</vt:lpstr>
      <vt:lpstr>5.2  形参与实参</vt:lpstr>
      <vt:lpstr>5.2  形参与实参</vt:lpstr>
      <vt:lpstr>5.3  参数类型</vt:lpstr>
      <vt:lpstr>5.3  参数类型</vt:lpstr>
      <vt:lpstr>5.3  参数类型</vt:lpstr>
      <vt:lpstr>5.3.1  默认值参数</vt:lpstr>
      <vt:lpstr>5.3.1  默认值参数</vt:lpstr>
      <vt:lpstr>5.3.1  默认值参数</vt:lpstr>
      <vt:lpstr>5.3.1  默认值参数</vt:lpstr>
      <vt:lpstr>5.3.1  默认值参数</vt:lpstr>
      <vt:lpstr>5.3.1  默认值参数</vt:lpstr>
      <vt:lpstr>5.3.1  默认值参数</vt:lpstr>
      <vt:lpstr>5.3.1  默认值参数</vt:lpstr>
      <vt:lpstr>5.3.2  关键参数</vt:lpstr>
      <vt:lpstr>5.3.3  可变长度参数</vt:lpstr>
      <vt:lpstr>5.3.3  可变长度参数</vt:lpstr>
      <vt:lpstr>5.3.3  可变长度参数</vt:lpstr>
      <vt:lpstr>5.3.3  可变长度参数</vt:lpstr>
      <vt:lpstr>5.3.4  参数传递的序列解包</vt:lpstr>
      <vt:lpstr>5.3.4  参数传递的序列解包</vt:lpstr>
      <vt:lpstr>5.3.4  参数传递的序列解包</vt:lpstr>
      <vt:lpstr>5.3.4  参数传递的序列解包</vt:lpstr>
      <vt:lpstr>5.3.4  参数传递的序列解包</vt:lpstr>
      <vt:lpstr>5.3.4  参数传递的序列解包</vt:lpstr>
      <vt:lpstr>5.4  return语句</vt:lpstr>
      <vt:lpstr>5.4  return语句</vt:lpstr>
      <vt:lpstr>5.5  变量作用域</vt:lpstr>
      <vt:lpstr>5.5  变量作用域</vt:lpstr>
      <vt:lpstr>5.5  变量作用域</vt:lpstr>
      <vt:lpstr>5.5  变量作用域</vt:lpstr>
      <vt:lpstr>5.5  变量作用域</vt:lpstr>
      <vt:lpstr>5.5  变量作用域</vt:lpstr>
      <vt:lpstr>5.5  变量作用域</vt:lpstr>
      <vt:lpstr>5.5  变量作用域</vt:lpstr>
      <vt:lpstr>5.5  变量作用域</vt:lpstr>
      <vt:lpstr>5.5  变量作用域</vt:lpstr>
      <vt:lpstr>5.6  lambda表达式</vt:lpstr>
      <vt:lpstr>5.6  lambda表达式</vt:lpstr>
      <vt:lpstr>5.6  lambda表达式</vt:lpstr>
      <vt:lpstr>5.6  lambda表达式</vt:lpstr>
      <vt:lpstr>5.6  lambda表达式</vt:lpstr>
      <vt:lpstr>5.6  lambda表达式</vt:lpstr>
      <vt:lpstr>5.6  lambda表达式</vt:lpstr>
      <vt:lpstr>5.6  lambda表达式</vt:lpstr>
      <vt:lpstr>5.6  lambda表达式</vt:lpstr>
      <vt:lpstr>5.6  lambda表达式</vt:lpstr>
      <vt:lpstr>5.6  lambda表达式</vt:lpstr>
      <vt:lpstr>5.6  lambda表达式</vt:lpstr>
      <vt:lpstr>5.6  lambda表达式</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5.7  案例精选</vt:lpstr>
      <vt:lpstr>5.8  高级话题——map()</vt:lpstr>
      <vt:lpstr>5.8  高级话题——recude()</vt:lpstr>
      <vt:lpstr>5.8  高级话题——filter()</vt:lpstr>
      <vt:lpstr>5.8  高级话题——生成器函数</vt:lpstr>
      <vt:lpstr>5.8  高级话题——生成器函数</vt:lpstr>
      <vt:lpstr>5.8  高级话题——生成器函数</vt:lpstr>
      <vt:lpstr>5.8  高级话题——生成器函数</vt:lpstr>
      <vt:lpstr>5.8  高级话题——生成器函数</vt:lpstr>
      <vt:lpstr>5.8  高级话题——生成器函数</vt:lpstr>
      <vt:lpstr>5.8  高级话题——生成器函数</vt:lpstr>
      <vt:lpstr>5.8  高级话题——生成器函数</vt:lpstr>
      <vt:lpstr>5.8  高级话题——生成器函数</vt:lpstr>
      <vt:lpstr>5.8  高级话题——生成器函数</vt:lpstr>
      <vt:lpstr>5.8  高级话题——生成器函数</vt:lpstr>
      <vt:lpstr>5.8  高级话题——生成器函数</vt:lpstr>
      <vt:lpstr>5.8  高级话题——生成器函数</vt:lpstr>
      <vt:lpstr>5.8  高级话题——查看字节码指令</vt:lpstr>
      <vt:lpstr>5.8  高级话题——函数嵌套定义</vt:lpstr>
      <vt:lpstr>5.8  高级话题——可调用对象</vt:lpstr>
      <vt:lpstr>5.8  高级话题——可调用对象</vt:lpstr>
      <vt:lpstr>5.8  高级话题——可调用对象</vt:lpstr>
      <vt:lpstr>5.8  高级话题——修饰器</vt:lpstr>
      <vt:lpstr>5.8  高级话题——修饰器</vt:lpstr>
      <vt:lpstr>5.8  高级话题——修饰器</vt:lpstr>
      <vt:lpstr>5.8  高级话题——修饰器</vt:lpstr>
      <vt:lpstr>5.8  高级话题——修饰器</vt:lpstr>
      <vt:lpstr>5.8  高级话题——修饰器</vt:lpstr>
      <vt:lpstr>5.8  高级话题——修饰器</vt:lpstr>
      <vt:lpstr>5.8  高级话题——函数柯里化</vt:lpstr>
      <vt:lpstr>5.8  高级话题——函数柯里化</vt:lpstr>
      <vt:lpstr>5.8  高级话题——函数柯里化</vt:lpstr>
      <vt:lpstr>5.8  高级话题——函数柯里化</vt:lpstr>
      <vt:lpstr>5.8  高级话题——函数柯里化</vt:lpstr>
      <vt:lpstr>5.8  高级话题——反编译Python字节码</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Dong</dc:creator>
  <cp:lastModifiedBy>WPS_1652408129</cp:lastModifiedBy>
  <cp:revision>212</cp:revision>
  <dcterms:created xsi:type="dcterms:W3CDTF">2013-01-25T01:44:00Z</dcterms:created>
  <dcterms:modified xsi:type="dcterms:W3CDTF">2023-08-23T00:34:52Z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CB5D11C561D24AC89A9793AE1AF70A52_12</vt:lpwstr>
  </property>
</Properties>
</file>