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550" r:id="rId2"/>
    <p:sldId id="552" r:id="rId3"/>
    <p:sldId id="553" r:id="rId4"/>
    <p:sldId id="554" r:id="rId5"/>
    <p:sldId id="266" r:id="rId6"/>
    <p:sldId id="267" r:id="rId7"/>
    <p:sldId id="271" r:id="rId8"/>
    <p:sldId id="551" r:id="rId9"/>
    <p:sldId id="273" r:id="rId10"/>
    <p:sldId id="274" r:id="rId11"/>
    <p:sldId id="275" r:id="rId12"/>
    <p:sldId id="276" r:id="rId13"/>
    <p:sldId id="278" r:id="rId14"/>
    <p:sldId id="555" r:id="rId15"/>
    <p:sldId id="556" r:id="rId16"/>
    <p:sldId id="280" r:id="rId17"/>
    <p:sldId id="263" r:id="rId18"/>
    <p:sldId id="264" r:id="rId19"/>
    <p:sldId id="282" r:id="rId20"/>
    <p:sldId id="284" r:id="rId21"/>
    <p:sldId id="285" r:id="rId22"/>
    <p:sldId id="286" r:id="rId23"/>
    <p:sldId id="290" r:id="rId24"/>
    <p:sldId id="289" r:id="rId25"/>
    <p:sldId id="291" r:id="rId26"/>
    <p:sldId id="293" r:id="rId27"/>
    <p:sldId id="294" r:id="rId28"/>
    <p:sldId id="295" r:id="rId29"/>
    <p:sldId id="558" r:id="rId30"/>
    <p:sldId id="269" r:id="rId31"/>
    <p:sldId id="268" r:id="rId32"/>
    <p:sldId id="559" r:id="rId33"/>
    <p:sldId id="270" r:id="rId34"/>
    <p:sldId id="301" r:id="rId35"/>
    <p:sldId id="302" r:id="rId36"/>
    <p:sldId id="560" r:id="rId37"/>
    <p:sldId id="272" r:id="rId38"/>
    <p:sldId id="304" r:id="rId39"/>
    <p:sldId id="303" r:id="rId40"/>
    <p:sldId id="305" r:id="rId41"/>
    <p:sldId id="561" r:id="rId42"/>
    <p:sldId id="562" r:id="rId43"/>
    <p:sldId id="307" r:id="rId44"/>
    <p:sldId id="308" r:id="rId45"/>
    <p:sldId id="309" r:id="rId46"/>
    <p:sldId id="563" r:id="rId47"/>
    <p:sldId id="564" r:id="rId48"/>
    <p:sldId id="338" r:id="rId49"/>
    <p:sldId id="340" r:id="rId50"/>
    <p:sldId id="341" r:id="rId51"/>
    <p:sldId id="335" r:id="rId52"/>
    <p:sldId id="565" r:id="rId53"/>
    <p:sldId id="566" r:id="rId54"/>
    <p:sldId id="574" r:id="rId55"/>
    <p:sldId id="570" r:id="rId56"/>
    <p:sldId id="571" r:id="rId57"/>
    <p:sldId id="572" r:id="rId58"/>
    <p:sldId id="296" r:id="rId59"/>
    <p:sldId id="297" r:id="rId60"/>
    <p:sldId id="298" r:id="rId61"/>
    <p:sldId id="299" r:id="rId62"/>
    <p:sldId id="300" r:id="rId63"/>
    <p:sldId id="573" r:id="rId64"/>
    <p:sldId id="567" r:id="rId65"/>
    <p:sldId id="568" r:id="rId66"/>
    <p:sldId id="569" r:id="rId67"/>
    <p:sldId id="310" r:id="rId68"/>
    <p:sldId id="311" r:id="rId69"/>
    <p:sldId id="312"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420B7-2DD3-4D5E-8658-CFAADC4B47D9}" v="18" dt="2025-06-20T04:06:40.179"/>
    <p1510:client id="{E15C3DE8-5AE3-45CB-A150-A6E9FDAED7DE}" v="51" dt="2025-06-19T09:05:23.6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31" autoAdjust="0"/>
    <p:restoredTop sz="90084" autoAdjust="0"/>
  </p:normalViewPr>
  <p:slideViewPr>
    <p:cSldViewPr snapToGrid="0">
      <p:cViewPr varScale="1">
        <p:scale>
          <a:sx n="103" d="100"/>
          <a:sy n="103" d="100"/>
        </p:scale>
        <p:origin x="2580"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79"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80"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78"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3CB420B7-2DD3-4D5E-8658-CFAADC4B47D9}"/>
    <pc:docChg chg="custSel addSld modSld">
      <pc:chgData name="于 心瑞 Xinrui YU" userId="e6fcc6d4-2b88-4beb-95d7-57ae4d33a768" providerId="ADAL" clId="{3CB420B7-2DD3-4D5E-8658-CFAADC4B47D9}" dt="2025-06-20T04:06:40.169" v="19"/>
      <pc:docMkLst>
        <pc:docMk/>
      </pc:docMkLst>
      <pc:sldChg chg="addSp">
        <pc:chgData name="于 心瑞 Xinrui YU" userId="e6fcc6d4-2b88-4beb-95d7-57ae4d33a768" providerId="ADAL" clId="{3CB420B7-2DD3-4D5E-8658-CFAADC4B47D9}" dt="2025-06-20T03:12:01.158" v="0"/>
        <pc:sldMkLst>
          <pc:docMk/>
          <pc:sldMk cId="3188376363" sldId="263"/>
        </pc:sldMkLst>
        <pc:inkChg chg="add">
          <ac:chgData name="于 心瑞 Xinrui YU" userId="e6fcc6d4-2b88-4beb-95d7-57ae4d33a768" providerId="ADAL" clId="{3CB420B7-2DD3-4D5E-8658-CFAADC4B47D9}" dt="2025-06-20T03:12:01.158" v="0"/>
          <ac:inkMkLst>
            <pc:docMk/>
            <pc:sldMk cId="3188376363" sldId="263"/>
            <ac:inkMk id="4" creationId="{135C06FA-C190-3761-4B0C-3B8C984744CA}"/>
          </ac:inkMkLst>
        </pc:inkChg>
      </pc:sldChg>
      <pc:sldChg chg="addSp">
        <pc:chgData name="于 心瑞 Xinrui YU" userId="e6fcc6d4-2b88-4beb-95d7-57ae4d33a768" providerId="ADAL" clId="{3CB420B7-2DD3-4D5E-8658-CFAADC4B47D9}" dt="2025-06-20T03:12:01.158" v="0"/>
        <pc:sldMkLst>
          <pc:docMk/>
          <pc:sldMk cId="4081337759" sldId="280"/>
        </pc:sldMkLst>
        <pc:inkChg chg="add">
          <ac:chgData name="于 心瑞 Xinrui YU" userId="e6fcc6d4-2b88-4beb-95d7-57ae4d33a768" providerId="ADAL" clId="{3CB420B7-2DD3-4D5E-8658-CFAADC4B47D9}" dt="2025-06-20T03:12:01.158" v="0"/>
          <ac:inkMkLst>
            <pc:docMk/>
            <pc:sldMk cId="4081337759" sldId="280"/>
            <ac:inkMk id="4" creationId="{7C31861C-CADC-B728-8876-FAD861FF31B3}"/>
          </ac:inkMkLst>
        </pc:inkChg>
      </pc:sldChg>
      <pc:sldChg chg="addSp">
        <pc:chgData name="于 心瑞 Xinrui YU" userId="e6fcc6d4-2b88-4beb-95d7-57ae4d33a768" providerId="ADAL" clId="{3CB420B7-2DD3-4D5E-8658-CFAADC4B47D9}" dt="2025-06-20T03:12:01.158" v="0"/>
        <pc:sldMkLst>
          <pc:docMk/>
          <pc:sldMk cId="2824736592" sldId="286"/>
        </pc:sldMkLst>
        <pc:inkChg chg="add">
          <ac:chgData name="于 心瑞 Xinrui YU" userId="e6fcc6d4-2b88-4beb-95d7-57ae4d33a768" providerId="ADAL" clId="{3CB420B7-2DD3-4D5E-8658-CFAADC4B47D9}" dt="2025-06-20T03:12:01.158" v="0"/>
          <ac:inkMkLst>
            <pc:docMk/>
            <pc:sldMk cId="2824736592" sldId="286"/>
            <ac:inkMk id="4" creationId="{A36F7970-E7B8-9802-0FE3-AC71AF820ACA}"/>
          </ac:inkMkLst>
        </pc:inkChg>
      </pc:sldChg>
      <pc:sldChg chg="addSp">
        <pc:chgData name="于 心瑞 Xinrui YU" userId="e6fcc6d4-2b88-4beb-95d7-57ae4d33a768" providerId="ADAL" clId="{3CB420B7-2DD3-4D5E-8658-CFAADC4B47D9}" dt="2025-06-20T03:12:01.158" v="0"/>
        <pc:sldMkLst>
          <pc:docMk/>
          <pc:sldMk cId="3538688929" sldId="289"/>
        </pc:sldMkLst>
        <pc:inkChg chg="add">
          <ac:chgData name="于 心瑞 Xinrui YU" userId="e6fcc6d4-2b88-4beb-95d7-57ae4d33a768" providerId="ADAL" clId="{3CB420B7-2DD3-4D5E-8658-CFAADC4B47D9}" dt="2025-06-20T03:12:01.158" v="0"/>
          <ac:inkMkLst>
            <pc:docMk/>
            <pc:sldMk cId="3538688929" sldId="289"/>
            <ac:inkMk id="4" creationId="{B60F2132-F6CF-D822-DEF6-F3AB358F34D6}"/>
          </ac:inkMkLst>
        </pc:inkChg>
      </pc:sldChg>
      <pc:sldChg chg="addSp">
        <pc:chgData name="于 心瑞 Xinrui YU" userId="e6fcc6d4-2b88-4beb-95d7-57ae4d33a768" providerId="ADAL" clId="{3CB420B7-2DD3-4D5E-8658-CFAADC4B47D9}" dt="2025-06-20T03:12:01.158" v="0"/>
        <pc:sldMkLst>
          <pc:docMk/>
          <pc:sldMk cId="2071771576" sldId="291"/>
        </pc:sldMkLst>
        <pc:inkChg chg="add">
          <ac:chgData name="于 心瑞 Xinrui YU" userId="e6fcc6d4-2b88-4beb-95d7-57ae4d33a768" providerId="ADAL" clId="{3CB420B7-2DD3-4D5E-8658-CFAADC4B47D9}" dt="2025-06-20T03:12:01.158" v="0"/>
          <ac:inkMkLst>
            <pc:docMk/>
            <pc:sldMk cId="2071771576" sldId="291"/>
            <ac:inkMk id="4" creationId="{E6DEC69D-B636-FE3F-8B7A-453B079A7658}"/>
          </ac:inkMkLst>
        </pc:inkChg>
      </pc:sldChg>
      <pc:sldChg chg="addSp">
        <pc:chgData name="于 心瑞 Xinrui YU" userId="e6fcc6d4-2b88-4beb-95d7-57ae4d33a768" providerId="ADAL" clId="{3CB420B7-2DD3-4D5E-8658-CFAADC4B47D9}" dt="2025-06-20T03:12:01.158" v="0"/>
        <pc:sldMkLst>
          <pc:docMk/>
          <pc:sldMk cId="3113955535" sldId="293"/>
        </pc:sldMkLst>
        <pc:inkChg chg="add">
          <ac:chgData name="于 心瑞 Xinrui YU" userId="e6fcc6d4-2b88-4beb-95d7-57ae4d33a768" providerId="ADAL" clId="{3CB420B7-2DD3-4D5E-8658-CFAADC4B47D9}" dt="2025-06-20T03:12:01.158" v="0"/>
          <ac:inkMkLst>
            <pc:docMk/>
            <pc:sldMk cId="3113955535" sldId="293"/>
            <ac:inkMk id="4" creationId="{75B98B4D-31AD-70EA-3671-03B0A59C6496}"/>
          </ac:inkMkLst>
        </pc:inkChg>
      </pc:sldChg>
      <pc:sldChg chg="addSp">
        <pc:chgData name="于 心瑞 Xinrui YU" userId="e6fcc6d4-2b88-4beb-95d7-57ae4d33a768" providerId="ADAL" clId="{3CB420B7-2DD3-4D5E-8658-CFAADC4B47D9}" dt="2025-06-20T03:12:01.158" v="0"/>
        <pc:sldMkLst>
          <pc:docMk/>
          <pc:sldMk cId="1670642410" sldId="307"/>
        </pc:sldMkLst>
        <pc:inkChg chg="add">
          <ac:chgData name="于 心瑞 Xinrui YU" userId="e6fcc6d4-2b88-4beb-95d7-57ae4d33a768" providerId="ADAL" clId="{3CB420B7-2DD3-4D5E-8658-CFAADC4B47D9}" dt="2025-06-20T03:12:01.158" v="0"/>
          <ac:inkMkLst>
            <pc:docMk/>
            <pc:sldMk cId="1670642410" sldId="307"/>
            <ac:inkMk id="4" creationId="{AEBDD435-06FF-A71B-C551-E517FC85C95D}"/>
          </ac:inkMkLst>
        </pc:inkChg>
      </pc:sldChg>
      <pc:sldChg chg="addSp modAnim">
        <pc:chgData name="于 心瑞 Xinrui YU" userId="e6fcc6d4-2b88-4beb-95d7-57ae4d33a768" providerId="ADAL" clId="{3CB420B7-2DD3-4D5E-8658-CFAADC4B47D9}" dt="2025-06-20T04:00:14.793" v="14"/>
        <pc:sldMkLst>
          <pc:docMk/>
          <pc:sldMk cId="1483790934" sldId="310"/>
        </pc:sldMkLst>
        <pc:inkChg chg="add">
          <ac:chgData name="于 心瑞 Xinrui YU" userId="e6fcc6d4-2b88-4beb-95d7-57ae4d33a768" providerId="ADAL" clId="{3CB420B7-2DD3-4D5E-8658-CFAADC4B47D9}" dt="2025-06-20T04:00:14.793" v="14"/>
          <ac:inkMkLst>
            <pc:docMk/>
            <pc:sldMk cId="1483790934" sldId="310"/>
            <ac:inkMk id="4" creationId="{5B856946-C293-05AA-6245-5AD7F837DD3A}"/>
          </ac:inkMkLst>
        </pc:inkChg>
      </pc:sldChg>
      <pc:sldChg chg="addSp modAnim">
        <pc:chgData name="于 心瑞 Xinrui YU" userId="e6fcc6d4-2b88-4beb-95d7-57ae4d33a768" providerId="ADAL" clId="{3CB420B7-2DD3-4D5E-8658-CFAADC4B47D9}" dt="2025-06-20T04:06:40.169" v="19"/>
        <pc:sldMkLst>
          <pc:docMk/>
          <pc:sldMk cId="2063239242" sldId="311"/>
        </pc:sldMkLst>
        <pc:inkChg chg="add">
          <ac:chgData name="于 心瑞 Xinrui YU" userId="e6fcc6d4-2b88-4beb-95d7-57ae4d33a768" providerId="ADAL" clId="{3CB420B7-2DD3-4D5E-8658-CFAADC4B47D9}" dt="2025-06-20T04:06:40.169" v="19"/>
          <ac:inkMkLst>
            <pc:docMk/>
            <pc:sldMk cId="2063239242" sldId="311"/>
            <ac:inkMk id="4" creationId="{A0793AF6-C37B-72B3-622A-239CDF321CA6}"/>
          </ac:inkMkLst>
        </pc:inkChg>
      </pc:sldChg>
      <pc:sldChg chg="addSp modAnim">
        <pc:chgData name="于 心瑞 Xinrui YU" userId="e6fcc6d4-2b88-4beb-95d7-57ae4d33a768" providerId="ADAL" clId="{3CB420B7-2DD3-4D5E-8658-CFAADC4B47D9}" dt="2025-06-20T04:06:40.169" v="19"/>
        <pc:sldMkLst>
          <pc:docMk/>
          <pc:sldMk cId="3846865963" sldId="312"/>
        </pc:sldMkLst>
        <pc:inkChg chg="add">
          <ac:chgData name="于 心瑞 Xinrui YU" userId="e6fcc6d4-2b88-4beb-95d7-57ae4d33a768" providerId="ADAL" clId="{3CB420B7-2DD3-4D5E-8658-CFAADC4B47D9}" dt="2025-06-20T04:06:40.169" v="19"/>
          <ac:inkMkLst>
            <pc:docMk/>
            <pc:sldMk cId="3846865963" sldId="312"/>
            <ac:inkMk id="4" creationId="{2F986353-60A8-9735-188B-A1AB599F15C5}"/>
          </ac:inkMkLst>
        </pc:inkChg>
      </pc:sldChg>
      <pc:sldChg chg="addSp">
        <pc:chgData name="于 心瑞 Xinrui YU" userId="e6fcc6d4-2b88-4beb-95d7-57ae4d33a768" providerId="ADAL" clId="{3CB420B7-2DD3-4D5E-8658-CFAADC4B47D9}" dt="2025-06-20T03:32:46.641" v="1"/>
        <pc:sldMkLst>
          <pc:docMk/>
          <pc:sldMk cId="2684694545" sldId="335"/>
        </pc:sldMkLst>
        <pc:inkChg chg="add">
          <ac:chgData name="于 心瑞 Xinrui YU" userId="e6fcc6d4-2b88-4beb-95d7-57ae4d33a768" providerId="ADAL" clId="{3CB420B7-2DD3-4D5E-8658-CFAADC4B47D9}" dt="2025-06-20T03:32:46.641" v="1"/>
          <ac:inkMkLst>
            <pc:docMk/>
            <pc:sldMk cId="2684694545" sldId="335"/>
            <ac:inkMk id="4" creationId="{9FD33AB2-2DFC-6665-FF3E-833150823776}"/>
          </ac:inkMkLst>
        </pc:inkChg>
      </pc:sldChg>
      <pc:sldChg chg="addSp">
        <pc:chgData name="于 心瑞 Xinrui YU" userId="e6fcc6d4-2b88-4beb-95d7-57ae4d33a768" providerId="ADAL" clId="{3CB420B7-2DD3-4D5E-8658-CFAADC4B47D9}" dt="2025-06-20T03:12:01.158" v="0"/>
        <pc:sldMkLst>
          <pc:docMk/>
          <pc:sldMk cId="2453558215" sldId="338"/>
        </pc:sldMkLst>
        <pc:inkChg chg="add">
          <ac:chgData name="于 心瑞 Xinrui YU" userId="e6fcc6d4-2b88-4beb-95d7-57ae4d33a768" providerId="ADAL" clId="{3CB420B7-2DD3-4D5E-8658-CFAADC4B47D9}" dt="2025-06-20T03:12:01.158" v="0"/>
          <ac:inkMkLst>
            <pc:docMk/>
            <pc:sldMk cId="2453558215" sldId="338"/>
            <ac:inkMk id="4" creationId="{4A08DA02-3CB8-4D82-E5D1-6C3D5B2109A8}"/>
          </ac:inkMkLst>
        </pc:inkChg>
      </pc:sldChg>
      <pc:sldChg chg="addSp">
        <pc:chgData name="于 心瑞 Xinrui YU" userId="e6fcc6d4-2b88-4beb-95d7-57ae4d33a768" providerId="ADAL" clId="{3CB420B7-2DD3-4D5E-8658-CFAADC4B47D9}" dt="2025-06-20T03:12:01.158" v="0"/>
        <pc:sldMkLst>
          <pc:docMk/>
          <pc:sldMk cId="2373277609" sldId="340"/>
        </pc:sldMkLst>
        <pc:inkChg chg="add">
          <ac:chgData name="于 心瑞 Xinrui YU" userId="e6fcc6d4-2b88-4beb-95d7-57ae4d33a768" providerId="ADAL" clId="{3CB420B7-2DD3-4D5E-8658-CFAADC4B47D9}" dt="2025-06-20T03:12:01.158" v="0"/>
          <ac:inkMkLst>
            <pc:docMk/>
            <pc:sldMk cId="2373277609" sldId="340"/>
            <ac:inkMk id="4" creationId="{3D0A4492-1691-6D31-E77E-CF00ED5E2399}"/>
          </ac:inkMkLst>
        </pc:inkChg>
      </pc:sldChg>
      <pc:sldChg chg="addSp">
        <pc:chgData name="于 心瑞 Xinrui YU" userId="e6fcc6d4-2b88-4beb-95d7-57ae4d33a768" providerId="ADAL" clId="{3CB420B7-2DD3-4D5E-8658-CFAADC4B47D9}" dt="2025-06-20T03:32:46.641" v="1"/>
        <pc:sldMkLst>
          <pc:docMk/>
          <pc:sldMk cId="1376479347" sldId="341"/>
        </pc:sldMkLst>
        <pc:inkChg chg="add">
          <ac:chgData name="于 心瑞 Xinrui YU" userId="e6fcc6d4-2b88-4beb-95d7-57ae4d33a768" providerId="ADAL" clId="{3CB420B7-2DD3-4D5E-8658-CFAADC4B47D9}" dt="2025-06-20T03:12:01.158" v="0"/>
          <ac:inkMkLst>
            <pc:docMk/>
            <pc:sldMk cId="1376479347" sldId="341"/>
            <ac:inkMk id="4" creationId="{8026D305-A6DB-D6B9-5C9E-31AFC6D40B64}"/>
          </ac:inkMkLst>
        </pc:inkChg>
        <pc:inkChg chg="add">
          <ac:chgData name="于 心瑞 Xinrui YU" userId="e6fcc6d4-2b88-4beb-95d7-57ae4d33a768" providerId="ADAL" clId="{3CB420B7-2DD3-4D5E-8658-CFAADC4B47D9}" dt="2025-06-20T03:32:46.641" v="1"/>
          <ac:inkMkLst>
            <pc:docMk/>
            <pc:sldMk cId="1376479347" sldId="341"/>
            <ac:inkMk id="5" creationId="{45CB03B8-F8AD-5E8B-3830-C29289055535}"/>
          </ac:inkMkLst>
        </pc:inkChg>
      </pc:sldChg>
      <pc:sldChg chg="addSp">
        <pc:chgData name="于 心瑞 Xinrui YU" userId="e6fcc6d4-2b88-4beb-95d7-57ae4d33a768" providerId="ADAL" clId="{3CB420B7-2DD3-4D5E-8658-CFAADC4B47D9}" dt="2025-06-20T03:12:01.158" v="0"/>
        <pc:sldMkLst>
          <pc:docMk/>
          <pc:sldMk cId="2505947745" sldId="555"/>
        </pc:sldMkLst>
        <pc:inkChg chg="add">
          <ac:chgData name="于 心瑞 Xinrui YU" userId="e6fcc6d4-2b88-4beb-95d7-57ae4d33a768" providerId="ADAL" clId="{3CB420B7-2DD3-4D5E-8658-CFAADC4B47D9}" dt="2025-06-20T03:12:01.158" v="0"/>
          <ac:inkMkLst>
            <pc:docMk/>
            <pc:sldMk cId="2505947745" sldId="555"/>
            <ac:inkMk id="3" creationId="{C66E20B6-C846-722B-E267-7D5CDEA77D12}"/>
          </ac:inkMkLst>
        </pc:inkChg>
      </pc:sldChg>
      <pc:sldChg chg="addSp">
        <pc:chgData name="于 心瑞 Xinrui YU" userId="e6fcc6d4-2b88-4beb-95d7-57ae4d33a768" providerId="ADAL" clId="{3CB420B7-2DD3-4D5E-8658-CFAADC4B47D9}" dt="2025-06-20T03:12:01.158" v="0"/>
        <pc:sldMkLst>
          <pc:docMk/>
          <pc:sldMk cId="2756363502" sldId="556"/>
        </pc:sldMkLst>
        <pc:inkChg chg="add">
          <ac:chgData name="于 心瑞 Xinrui YU" userId="e6fcc6d4-2b88-4beb-95d7-57ae4d33a768" providerId="ADAL" clId="{3CB420B7-2DD3-4D5E-8658-CFAADC4B47D9}" dt="2025-06-20T03:12:01.158" v="0"/>
          <ac:inkMkLst>
            <pc:docMk/>
            <pc:sldMk cId="2756363502" sldId="556"/>
            <ac:inkMk id="3" creationId="{D1337B8B-FB54-C0F5-5EA8-DA33B5D7B14E}"/>
          </ac:inkMkLst>
        </pc:inkChg>
      </pc:sldChg>
      <pc:sldChg chg="addSp">
        <pc:chgData name="于 心瑞 Xinrui YU" userId="e6fcc6d4-2b88-4beb-95d7-57ae4d33a768" providerId="ADAL" clId="{3CB420B7-2DD3-4D5E-8658-CFAADC4B47D9}" dt="2025-06-20T03:12:01.158" v="0"/>
        <pc:sldMkLst>
          <pc:docMk/>
          <pc:sldMk cId="1102766489" sldId="563"/>
        </pc:sldMkLst>
        <pc:inkChg chg="add">
          <ac:chgData name="于 心瑞 Xinrui YU" userId="e6fcc6d4-2b88-4beb-95d7-57ae4d33a768" providerId="ADAL" clId="{3CB420B7-2DD3-4D5E-8658-CFAADC4B47D9}" dt="2025-06-20T03:12:01.158" v="0"/>
          <ac:inkMkLst>
            <pc:docMk/>
            <pc:sldMk cId="1102766489" sldId="563"/>
            <ac:inkMk id="4" creationId="{82E9EB78-FCD5-A9CA-EE22-E4CBFD7FB367}"/>
          </ac:inkMkLst>
        </pc:inkChg>
      </pc:sldChg>
      <pc:sldChg chg="addSp">
        <pc:chgData name="于 心瑞 Xinrui YU" userId="e6fcc6d4-2b88-4beb-95d7-57ae4d33a768" providerId="ADAL" clId="{3CB420B7-2DD3-4D5E-8658-CFAADC4B47D9}" dt="2025-06-20T03:12:01.158" v="0"/>
        <pc:sldMkLst>
          <pc:docMk/>
          <pc:sldMk cId="3438320944" sldId="564"/>
        </pc:sldMkLst>
        <pc:inkChg chg="add">
          <ac:chgData name="于 心瑞 Xinrui YU" userId="e6fcc6d4-2b88-4beb-95d7-57ae4d33a768" providerId="ADAL" clId="{3CB420B7-2DD3-4D5E-8658-CFAADC4B47D9}" dt="2025-06-20T03:12:01.158" v="0"/>
          <ac:inkMkLst>
            <pc:docMk/>
            <pc:sldMk cId="3438320944" sldId="564"/>
            <ac:inkMk id="4" creationId="{D9A84810-3C73-D1EE-639A-27DDB64CE8CD}"/>
          </ac:inkMkLst>
        </pc:inkChg>
      </pc:sldChg>
      <pc:sldChg chg="addSp modAnim">
        <pc:chgData name="于 心瑞 Xinrui YU" userId="e6fcc6d4-2b88-4beb-95d7-57ae4d33a768" providerId="ADAL" clId="{3CB420B7-2DD3-4D5E-8658-CFAADC4B47D9}" dt="2025-06-20T03:51:24.930" v="8"/>
        <pc:sldMkLst>
          <pc:docMk/>
          <pc:sldMk cId="2518422930" sldId="567"/>
        </pc:sldMkLst>
        <pc:inkChg chg="add">
          <ac:chgData name="于 心瑞 Xinrui YU" userId="e6fcc6d4-2b88-4beb-95d7-57ae4d33a768" providerId="ADAL" clId="{3CB420B7-2DD3-4D5E-8658-CFAADC4B47D9}" dt="2025-06-20T03:51:24.930" v="8"/>
          <ac:inkMkLst>
            <pc:docMk/>
            <pc:sldMk cId="2518422930" sldId="567"/>
            <ac:inkMk id="4" creationId="{8A4B9422-5F69-E446-B588-7F3AEC6ECDF6}"/>
          </ac:inkMkLst>
        </pc:inkChg>
      </pc:sldChg>
      <pc:sldChg chg="addSp modAnim">
        <pc:chgData name="于 心瑞 Xinrui YU" userId="e6fcc6d4-2b88-4beb-95d7-57ae4d33a768" providerId="ADAL" clId="{3CB420B7-2DD3-4D5E-8658-CFAADC4B47D9}" dt="2025-06-20T03:54:18.820" v="10"/>
        <pc:sldMkLst>
          <pc:docMk/>
          <pc:sldMk cId="739058745" sldId="568"/>
        </pc:sldMkLst>
        <pc:inkChg chg="add">
          <ac:chgData name="于 心瑞 Xinrui YU" userId="e6fcc6d4-2b88-4beb-95d7-57ae4d33a768" providerId="ADAL" clId="{3CB420B7-2DD3-4D5E-8658-CFAADC4B47D9}" dt="2025-06-20T03:54:18.820" v="10"/>
          <ac:inkMkLst>
            <pc:docMk/>
            <pc:sldMk cId="739058745" sldId="568"/>
            <ac:inkMk id="4" creationId="{291EC9D8-F268-7E60-BF6F-F5E33B9A82B7}"/>
          </ac:inkMkLst>
        </pc:inkChg>
      </pc:sldChg>
      <pc:sldChg chg="addSp modAnim">
        <pc:chgData name="于 心瑞 Xinrui YU" userId="e6fcc6d4-2b88-4beb-95d7-57ae4d33a768" providerId="ADAL" clId="{3CB420B7-2DD3-4D5E-8658-CFAADC4B47D9}" dt="2025-06-20T03:57:13.361" v="12"/>
        <pc:sldMkLst>
          <pc:docMk/>
          <pc:sldMk cId="2120495719" sldId="569"/>
        </pc:sldMkLst>
        <pc:inkChg chg="add">
          <ac:chgData name="于 心瑞 Xinrui YU" userId="e6fcc6d4-2b88-4beb-95d7-57ae4d33a768" providerId="ADAL" clId="{3CB420B7-2DD3-4D5E-8658-CFAADC4B47D9}" dt="2025-06-20T03:57:13.361" v="12"/>
          <ac:inkMkLst>
            <pc:docMk/>
            <pc:sldMk cId="2120495719" sldId="569"/>
            <ac:inkMk id="4" creationId="{718DE69F-5D2A-3CA7-6D98-9C5F054AF127}"/>
          </ac:inkMkLst>
        </pc:inkChg>
      </pc:sldChg>
      <pc:sldChg chg="addSp">
        <pc:chgData name="于 心瑞 Xinrui YU" userId="e6fcc6d4-2b88-4beb-95d7-57ae4d33a768" providerId="ADAL" clId="{3CB420B7-2DD3-4D5E-8658-CFAADC4B47D9}" dt="2025-06-20T03:44:44.997" v="5"/>
        <pc:sldMkLst>
          <pc:docMk/>
          <pc:sldMk cId="4085919228" sldId="570"/>
        </pc:sldMkLst>
        <pc:inkChg chg="add">
          <ac:chgData name="于 心瑞 Xinrui YU" userId="e6fcc6d4-2b88-4beb-95d7-57ae4d33a768" providerId="ADAL" clId="{3CB420B7-2DD3-4D5E-8658-CFAADC4B47D9}" dt="2025-06-20T03:44:44.997" v="5"/>
          <ac:inkMkLst>
            <pc:docMk/>
            <pc:sldMk cId="4085919228" sldId="570"/>
            <ac:inkMk id="5" creationId="{22983225-7697-D791-7793-59DD25F7C43B}"/>
          </ac:inkMkLst>
        </pc:inkChg>
      </pc:sldChg>
      <pc:sldChg chg="delSp mod">
        <pc:chgData name="于 心瑞 Xinrui YU" userId="e6fcc6d4-2b88-4beb-95d7-57ae4d33a768" providerId="ADAL" clId="{3CB420B7-2DD3-4D5E-8658-CFAADC4B47D9}" dt="2025-06-20T03:44:47.575" v="6" actId="478"/>
        <pc:sldMkLst>
          <pc:docMk/>
          <pc:sldMk cId="1540119890" sldId="572"/>
        </pc:sldMkLst>
        <pc:inkChg chg="del">
          <ac:chgData name="于 心瑞 Xinrui YU" userId="e6fcc6d4-2b88-4beb-95d7-57ae4d33a768" providerId="ADAL" clId="{3CB420B7-2DD3-4D5E-8658-CFAADC4B47D9}" dt="2025-06-20T03:44:47.575" v="6" actId="478"/>
          <ac:inkMkLst>
            <pc:docMk/>
            <pc:sldMk cId="1540119890" sldId="572"/>
            <ac:inkMk id="5" creationId="{2CA8BA3F-EDBD-7485-C200-9675F31BD991}"/>
          </ac:inkMkLst>
        </pc:inkChg>
      </pc:sldChg>
      <pc:sldChg chg="addSp modSp add mod">
        <pc:chgData name="于 心瑞 Xinrui YU" userId="e6fcc6d4-2b88-4beb-95d7-57ae4d33a768" providerId="ADAL" clId="{3CB420B7-2DD3-4D5E-8658-CFAADC4B47D9}" dt="2025-06-20T03:38:31.181" v="4" actId="20577"/>
        <pc:sldMkLst>
          <pc:docMk/>
          <pc:sldMk cId="740267960" sldId="574"/>
        </pc:sldMkLst>
        <pc:spChg chg="mod">
          <ac:chgData name="于 心瑞 Xinrui YU" userId="e6fcc6d4-2b88-4beb-95d7-57ae4d33a768" providerId="ADAL" clId="{3CB420B7-2DD3-4D5E-8658-CFAADC4B47D9}" dt="2025-06-20T03:38:31.181" v="4" actId="20577"/>
          <ac:spMkLst>
            <pc:docMk/>
            <pc:sldMk cId="740267960" sldId="574"/>
            <ac:spMk id="3" creationId="{2425F833-F48A-41AB-BDF3-AE0A36E8B10B}"/>
          </ac:spMkLst>
        </pc:spChg>
        <pc:inkChg chg="add">
          <ac:chgData name="于 心瑞 Xinrui YU" userId="e6fcc6d4-2b88-4beb-95d7-57ae4d33a768" providerId="ADAL" clId="{3CB420B7-2DD3-4D5E-8658-CFAADC4B47D9}" dt="2025-06-20T03:38:26.226" v="3"/>
          <ac:inkMkLst>
            <pc:docMk/>
            <pc:sldMk cId="740267960" sldId="574"/>
            <ac:inkMk id="4" creationId="{4487CB7F-4A8F-E413-9B67-4797662C484A}"/>
          </ac:inkMkLst>
        </pc:inkChg>
      </pc:sldChg>
    </pc:docChg>
  </pc:docChgLst>
  <pc:docChgLst>
    <pc:chgData name="于 心瑞 Xinrui YU" userId="e6fcc6d4-2b88-4beb-95d7-57ae4d33a768" providerId="ADAL" clId="{E15C3DE8-5AE3-45CB-A150-A6E9FDAED7DE}"/>
    <pc:docChg chg="undo custSel addSld delSld modSld sldOrd">
      <pc:chgData name="于 心瑞 Xinrui YU" userId="e6fcc6d4-2b88-4beb-95d7-57ae4d33a768" providerId="ADAL" clId="{E15C3DE8-5AE3-45CB-A150-A6E9FDAED7DE}" dt="2025-06-20T11:41:51.471" v="1129" actId="33639"/>
      <pc:docMkLst>
        <pc:docMk/>
      </pc:docMkLst>
      <pc:sldChg chg="del">
        <pc:chgData name="于 心瑞 Xinrui YU" userId="e6fcc6d4-2b88-4beb-95d7-57ae4d33a768" providerId="ADAL" clId="{E15C3DE8-5AE3-45CB-A150-A6E9FDAED7DE}" dt="2025-06-19T07:48:57.710" v="47" actId="47"/>
        <pc:sldMkLst>
          <pc:docMk/>
          <pc:sldMk cId="782218620" sldId="262"/>
        </pc:sldMkLst>
      </pc:sldChg>
      <pc:sldChg chg="delSp mod">
        <pc:chgData name="于 心瑞 Xinrui YU" userId="e6fcc6d4-2b88-4beb-95d7-57ae4d33a768" providerId="ADAL" clId="{E15C3DE8-5AE3-45CB-A150-A6E9FDAED7DE}" dt="2025-06-20T11:41:51.471" v="1129" actId="33639"/>
        <pc:sldMkLst>
          <pc:docMk/>
          <pc:sldMk cId="3188376363" sldId="263"/>
        </pc:sldMkLst>
        <pc:inkChg chg="del">
          <ac:chgData name="于 心瑞 Xinrui YU" userId="e6fcc6d4-2b88-4beb-95d7-57ae4d33a768" providerId="ADAL" clId="{E15C3DE8-5AE3-45CB-A150-A6E9FDAED7DE}" dt="2025-06-20T11:41:51.471" v="1129" actId="33639"/>
          <ac:inkMkLst>
            <pc:docMk/>
            <pc:sldMk cId="3188376363" sldId="263"/>
            <ac:inkMk id="4" creationId="{135C06FA-C190-3761-4B0C-3B8C984744CA}"/>
          </ac:inkMkLst>
        </pc:inkChg>
      </pc:sldChg>
      <pc:sldChg chg="del">
        <pc:chgData name="于 心瑞 Xinrui YU" userId="e6fcc6d4-2b88-4beb-95d7-57ae4d33a768" providerId="ADAL" clId="{E15C3DE8-5AE3-45CB-A150-A6E9FDAED7DE}" dt="2025-06-19T08:06:24.143" v="49" actId="47"/>
        <pc:sldMkLst>
          <pc:docMk/>
          <pc:sldMk cId="3747196824" sldId="265"/>
        </pc:sldMkLst>
      </pc:sldChg>
      <pc:sldChg chg="add">
        <pc:chgData name="于 心瑞 Xinrui YU" userId="e6fcc6d4-2b88-4beb-95d7-57ae4d33a768" providerId="ADAL" clId="{E15C3DE8-5AE3-45CB-A150-A6E9FDAED7DE}" dt="2025-06-19T08:38:06.339" v="885"/>
        <pc:sldMkLst>
          <pc:docMk/>
          <pc:sldMk cId="1669208348" sldId="268"/>
        </pc:sldMkLst>
      </pc:sldChg>
      <pc:sldChg chg="del">
        <pc:chgData name="于 心瑞 Xinrui YU" userId="e6fcc6d4-2b88-4beb-95d7-57ae4d33a768" providerId="ADAL" clId="{E15C3DE8-5AE3-45CB-A150-A6E9FDAED7DE}" dt="2025-06-19T08:13:42.023" v="543" actId="47"/>
        <pc:sldMkLst>
          <pc:docMk/>
          <pc:sldMk cId="2671053355" sldId="268"/>
        </pc:sldMkLst>
      </pc:sldChg>
      <pc:sldChg chg="del">
        <pc:chgData name="于 心瑞 Xinrui YU" userId="e6fcc6d4-2b88-4beb-95d7-57ae4d33a768" providerId="ADAL" clId="{E15C3DE8-5AE3-45CB-A150-A6E9FDAED7DE}" dt="2025-06-19T08:13:42.683" v="544" actId="47"/>
        <pc:sldMkLst>
          <pc:docMk/>
          <pc:sldMk cId="1869290835" sldId="269"/>
        </pc:sldMkLst>
      </pc:sldChg>
      <pc:sldChg chg="add">
        <pc:chgData name="于 心瑞 Xinrui YU" userId="e6fcc6d4-2b88-4beb-95d7-57ae4d33a768" providerId="ADAL" clId="{E15C3DE8-5AE3-45CB-A150-A6E9FDAED7DE}" dt="2025-06-19T08:38:06.339" v="885"/>
        <pc:sldMkLst>
          <pc:docMk/>
          <pc:sldMk cId="2012046813" sldId="269"/>
        </pc:sldMkLst>
      </pc:sldChg>
      <pc:sldChg chg="del">
        <pc:chgData name="于 心瑞 Xinrui YU" userId="e6fcc6d4-2b88-4beb-95d7-57ae4d33a768" providerId="ADAL" clId="{E15C3DE8-5AE3-45CB-A150-A6E9FDAED7DE}" dt="2025-06-19T08:13:43.934" v="545" actId="47"/>
        <pc:sldMkLst>
          <pc:docMk/>
          <pc:sldMk cId="2617814126" sldId="270"/>
        </pc:sldMkLst>
      </pc:sldChg>
      <pc:sldChg chg="add">
        <pc:chgData name="于 心瑞 Xinrui YU" userId="e6fcc6d4-2b88-4beb-95d7-57ae4d33a768" providerId="ADAL" clId="{E15C3DE8-5AE3-45CB-A150-A6E9FDAED7DE}" dt="2025-06-19T08:46:14.453" v="984"/>
        <pc:sldMkLst>
          <pc:docMk/>
          <pc:sldMk cId="4009958392" sldId="270"/>
        </pc:sldMkLst>
      </pc:sldChg>
      <pc:sldChg chg="add">
        <pc:chgData name="于 心瑞 Xinrui YU" userId="e6fcc6d4-2b88-4beb-95d7-57ae4d33a768" providerId="ADAL" clId="{E15C3DE8-5AE3-45CB-A150-A6E9FDAED7DE}" dt="2025-06-19T08:46:14.453" v="984"/>
        <pc:sldMkLst>
          <pc:docMk/>
          <pc:sldMk cId="4060161081" sldId="272"/>
        </pc:sldMkLst>
      </pc:sldChg>
      <pc:sldChg chg="modSp mod">
        <pc:chgData name="于 心瑞 Xinrui YU" userId="e6fcc6d4-2b88-4beb-95d7-57ae4d33a768" providerId="ADAL" clId="{E15C3DE8-5AE3-45CB-A150-A6E9FDAED7DE}" dt="2025-06-19T08:15:41.724" v="549" actId="20577"/>
        <pc:sldMkLst>
          <pc:docMk/>
          <pc:sldMk cId="1872175169" sldId="274"/>
        </pc:sldMkLst>
        <pc:spChg chg="mod">
          <ac:chgData name="于 心瑞 Xinrui YU" userId="e6fcc6d4-2b88-4beb-95d7-57ae4d33a768" providerId="ADAL" clId="{E15C3DE8-5AE3-45CB-A150-A6E9FDAED7DE}" dt="2025-06-19T08:15:41.724" v="549" actId="20577"/>
          <ac:spMkLst>
            <pc:docMk/>
            <pc:sldMk cId="1872175169" sldId="274"/>
            <ac:spMk id="3" creationId="{2425F833-F48A-41AB-BDF3-AE0A36E8B10B}"/>
          </ac:spMkLst>
        </pc:spChg>
      </pc:sldChg>
      <pc:sldChg chg="del">
        <pc:chgData name="于 心瑞 Xinrui YU" userId="e6fcc6d4-2b88-4beb-95d7-57ae4d33a768" providerId="ADAL" clId="{E15C3DE8-5AE3-45CB-A150-A6E9FDAED7DE}" dt="2025-06-19T08:15:19.980" v="546" actId="47"/>
        <pc:sldMkLst>
          <pc:docMk/>
          <pc:sldMk cId="1437810069" sldId="277"/>
        </pc:sldMkLst>
      </pc:sldChg>
      <pc:sldChg chg="del">
        <pc:chgData name="于 心瑞 Xinrui YU" userId="e6fcc6d4-2b88-4beb-95d7-57ae4d33a768" providerId="ADAL" clId="{E15C3DE8-5AE3-45CB-A150-A6E9FDAED7DE}" dt="2025-06-19T08:22:18.220" v="648" actId="47"/>
        <pc:sldMkLst>
          <pc:docMk/>
          <pc:sldMk cId="1222346540" sldId="279"/>
        </pc:sldMkLst>
      </pc:sldChg>
      <pc:sldChg chg="delSp mod">
        <pc:chgData name="于 心瑞 Xinrui YU" userId="e6fcc6d4-2b88-4beb-95d7-57ae4d33a768" providerId="ADAL" clId="{E15C3DE8-5AE3-45CB-A150-A6E9FDAED7DE}" dt="2025-06-20T11:41:51.471" v="1129" actId="33639"/>
        <pc:sldMkLst>
          <pc:docMk/>
          <pc:sldMk cId="4081337759" sldId="280"/>
        </pc:sldMkLst>
        <pc:inkChg chg="del">
          <ac:chgData name="于 心瑞 Xinrui YU" userId="e6fcc6d4-2b88-4beb-95d7-57ae4d33a768" providerId="ADAL" clId="{E15C3DE8-5AE3-45CB-A150-A6E9FDAED7DE}" dt="2025-06-20T11:41:51.471" v="1129" actId="33639"/>
          <ac:inkMkLst>
            <pc:docMk/>
            <pc:sldMk cId="4081337759" sldId="280"/>
            <ac:inkMk id="4" creationId="{7C31861C-CADC-B728-8876-FAD861FF31B3}"/>
          </ac:inkMkLst>
        </pc:inkChg>
      </pc:sldChg>
      <pc:sldChg chg="del">
        <pc:chgData name="于 心瑞 Xinrui YU" userId="e6fcc6d4-2b88-4beb-95d7-57ae4d33a768" providerId="ADAL" clId="{E15C3DE8-5AE3-45CB-A150-A6E9FDAED7DE}" dt="2025-06-19T08:22:41.830" v="649" actId="47"/>
        <pc:sldMkLst>
          <pc:docMk/>
          <pc:sldMk cId="3849641015" sldId="281"/>
        </pc:sldMkLst>
      </pc:sldChg>
      <pc:sldChg chg="del">
        <pc:chgData name="于 心瑞 Xinrui YU" userId="e6fcc6d4-2b88-4beb-95d7-57ae4d33a768" providerId="ADAL" clId="{E15C3DE8-5AE3-45CB-A150-A6E9FDAED7DE}" dt="2025-06-19T08:22:55.927" v="650" actId="47"/>
        <pc:sldMkLst>
          <pc:docMk/>
          <pc:sldMk cId="492366297" sldId="283"/>
        </pc:sldMkLst>
      </pc:sldChg>
      <pc:sldChg chg="delSp mod">
        <pc:chgData name="于 心瑞 Xinrui YU" userId="e6fcc6d4-2b88-4beb-95d7-57ae4d33a768" providerId="ADAL" clId="{E15C3DE8-5AE3-45CB-A150-A6E9FDAED7DE}" dt="2025-06-20T11:41:51.471" v="1129" actId="33639"/>
        <pc:sldMkLst>
          <pc:docMk/>
          <pc:sldMk cId="2824736592" sldId="286"/>
        </pc:sldMkLst>
        <pc:inkChg chg="del">
          <ac:chgData name="于 心瑞 Xinrui YU" userId="e6fcc6d4-2b88-4beb-95d7-57ae4d33a768" providerId="ADAL" clId="{E15C3DE8-5AE3-45CB-A150-A6E9FDAED7DE}" dt="2025-06-20T11:41:51.471" v="1129" actId="33639"/>
          <ac:inkMkLst>
            <pc:docMk/>
            <pc:sldMk cId="2824736592" sldId="286"/>
            <ac:inkMk id="4" creationId="{A36F7970-E7B8-9802-0FE3-AC71AF820ACA}"/>
          </ac:inkMkLst>
        </pc:inkChg>
      </pc:sldChg>
      <pc:sldChg chg="del">
        <pc:chgData name="于 心瑞 Xinrui YU" userId="e6fcc6d4-2b88-4beb-95d7-57ae4d33a768" providerId="ADAL" clId="{E15C3DE8-5AE3-45CB-A150-A6E9FDAED7DE}" dt="2025-06-19T08:23:41.293" v="651" actId="47"/>
        <pc:sldMkLst>
          <pc:docMk/>
          <pc:sldMk cId="1598997555" sldId="287"/>
        </pc:sldMkLst>
      </pc:sldChg>
      <pc:sldChg chg="del">
        <pc:chgData name="于 心瑞 Xinrui YU" userId="e6fcc6d4-2b88-4beb-95d7-57ae4d33a768" providerId="ADAL" clId="{E15C3DE8-5AE3-45CB-A150-A6E9FDAED7DE}" dt="2025-06-19T08:23:42.494" v="652" actId="47"/>
        <pc:sldMkLst>
          <pc:docMk/>
          <pc:sldMk cId="1385488141" sldId="288"/>
        </pc:sldMkLst>
      </pc:sldChg>
      <pc:sldChg chg="delSp mod">
        <pc:chgData name="于 心瑞 Xinrui YU" userId="e6fcc6d4-2b88-4beb-95d7-57ae4d33a768" providerId="ADAL" clId="{E15C3DE8-5AE3-45CB-A150-A6E9FDAED7DE}" dt="2025-06-20T11:41:51.471" v="1129" actId="33639"/>
        <pc:sldMkLst>
          <pc:docMk/>
          <pc:sldMk cId="3538688929" sldId="289"/>
        </pc:sldMkLst>
        <pc:inkChg chg="del">
          <ac:chgData name="于 心瑞 Xinrui YU" userId="e6fcc6d4-2b88-4beb-95d7-57ae4d33a768" providerId="ADAL" clId="{E15C3DE8-5AE3-45CB-A150-A6E9FDAED7DE}" dt="2025-06-20T11:41:51.471" v="1129" actId="33639"/>
          <ac:inkMkLst>
            <pc:docMk/>
            <pc:sldMk cId="3538688929" sldId="289"/>
            <ac:inkMk id="4" creationId="{B60F2132-F6CF-D822-DEF6-F3AB358F34D6}"/>
          </ac:inkMkLst>
        </pc:inkChg>
      </pc:sldChg>
      <pc:sldChg chg="ord">
        <pc:chgData name="于 心瑞 Xinrui YU" userId="e6fcc6d4-2b88-4beb-95d7-57ae4d33a768" providerId="ADAL" clId="{E15C3DE8-5AE3-45CB-A150-A6E9FDAED7DE}" dt="2025-06-19T08:24:57.206" v="667"/>
        <pc:sldMkLst>
          <pc:docMk/>
          <pc:sldMk cId="2255831056" sldId="290"/>
        </pc:sldMkLst>
      </pc:sldChg>
      <pc:sldChg chg="delSp mod">
        <pc:chgData name="于 心瑞 Xinrui YU" userId="e6fcc6d4-2b88-4beb-95d7-57ae4d33a768" providerId="ADAL" clId="{E15C3DE8-5AE3-45CB-A150-A6E9FDAED7DE}" dt="2025-06-20T11:41:51.471" v="1129" actId="33639"/>
        <pc:sldMkLst>
          <pc:docMk/>
          <pc:sldMk cId="2071771576" sldId="291"/>
        </pc:sldMkLst>
        <pc:inkChg chg="del">
          <ac:chgData name="于 心瑞 Xinrui YU" userId="e6fcc6d4-2b88-4beb-95d7-57ae4d33a768" providerId="ADAL" clId="{E15C3DE8-5AE3-45CB-A150-A6E9FDAED7DE}" dt="2025-06-20T11:41:51.471" v="1129" actId="33639"/>
          <ac:inkMkLst>
            <pc:docMk/>
            <pc:sldMk cId="2071771576" sldId="291"/>
            <ac:inkMk id="4" creationId="{E6DEC69D-B636-FE3F-8B7A-453B079A7658}"/>
          </ac:inkMkLst>
        </pc:inkChg>
      </pc:sldChg>
      <pc:sldChg chg="del">
        <pc:chgData name="于 心瑞 Xinrui YU" userId="e6fcc6d4-2b88-4beb-95d7-57ae4d33a768" providerId="ADAL" clId="{E15C3DE8-5AE3-45CB-A150-A6E9FDAED7DE}" dt="2025-06-19T08:24:02.798" v="653" actId="47"/>
        <pc:sldMkLst>
          <pc:docMk/>
          <pc:sldMk cId="2642300590" sldId="292"/>
        </pc:sldMkLst>
      </pc:sldChg>
      <pc:sldChg chg="delSp mod">
        <pc:chgData name="于 心瑞 Xinrui YU" userId="e6fcc6d4-2b88-4beb-95d7-57ae4d33a768" providerId="ADAL" clId="{E15C3DE8-5AE3-45CB-A150-A6E9FDAED7DE}" dt="2025-06-20T11:41:51.471" v="1129" actId="33639"/>
        <pc:sldMkLst>
          <pc:docMk/>
          <pc:sldMk cId="3113955535" sldId="293"/>
        </pc:sldMkLst>
        <pc:inkChg chg="del">
          <ac:chgData name="于 心瑞 Xinrui YU" userId="e6fcc6d4-2b88-4beb-95d7-57ae4d33a768" providerId="ADAL" clId="{E15C3DE8-5AE3-45CB-A150-A6E9FDAED7DE}" dt="2025-06-20T11:41:51.471" v="1129" actId="33639"/>
          <ac:inkMkLst>
            <pc:docMk/>
            <pc:sldMk cId="3113955535" sldId="293"/>
            <ac:inkMk id="4" creationId="{75B98B4D-31AD-70EA-3671-03B0A59C6496}"/>
          </ac:inkMkLst>
        </pc:inkChg>
      </pc:sldChg>
      <pc:sldChg chg="delSp add mod">
        <pc:chgData name="于 心瑞 Xinrui YU" userId="e6fcc6d4-2b88-4beb-95d7-57ae4d33a768" providerId="ADAL" clId="{E15C3DE8-5AE3-45CB-A150-A6E9FDAED7DE}" dt="2025-06-20T11:41:51.471" v="1129" actId="33639"/>
        <pc:sldMkLst>
          <pc:docMk/>
          <pc:sldMk cId="2762604561" sldId="296"/>
        </pc:sldMkLst>
        <pc:inkChg chg="del">
          <ac:chgData name="于 心瑞 Xinrui YU" userId="e6fcc6d4-2b88-4beb-95d7-57ae4d33a768" providerId="ADAL" clId="{E15C3DE8-5AE3-45CB-A150-A6E9FDAED7DE}" dt="2025-06-20T11:41:51.471" v="1129" actId="33639"/>
          <ac:inkMkLst>
            <pc:docMk/>
            <pc:sldMk cId="2762604561" sldId="296"/>
            <ac:inkMk id="5" creationId="{88D5D9AA-2254-3DB5-AE34-6C9CA778C22D}"/>
          </ac:inkMkLst>
        </pc:inkChg>
      </pc:sldChg>
      <pc:sldChg chg="del">
        <pc:chgData name="于 心瑞 Xinrui YU" userId="e6fcc6d4-2b88-4beb-95d7-57ae4d33a768" providerId="ADAL" clId="{E15C3DE8-5AE3-45CB-A150-A6E9FDAED7DE}" dt="2025-06-19T08:24:05.919" v="654" actId="47"/>
        <pc:sldMkLst>
          <pc:docMk/>
          <pc:sldMk cId="3718054989" sldId="296"/>
        </pc:sldMkLst>
      </pc:sldChg>
      <pc:sldChg chg="delSp add mod">
        <pc:chgData name="于 心瑞 Xinrui YU" userId="e6fcc6d4-2b88-4beb-95d7-57ae4d33a768" providerId="ADAL" clId="{E15C3DE8-5AE3-45CB-A150-A6E9FDAED7DE}" dt="2025-06-20T11:41:51.471" v="1129" actId="33639"/>
        <pc:sldMkLst>
          <pc:docMk/>
          <pc:sldMk cId="940616979" sldId="297"/>
        </pc:sldMkLst>
        <pc:inkChg chg="del">
          <ac:chgData name="于 心瑞 Xinrui YU" userId="e6fcc6d4-2b88-4beb-95d7-57ae4d33a768" providerId="ADAL" clId="{E15C3DE8-5AE3-45CB-A150-A6E9FDAED7DE}" dt="2025-06-20T11:41:51.471" v="1129" actId="33639"/>
          <ac:inkMkLst>
            <pc:docMk/>
            <pc:sldMk cId="940616979" sldId="297"/>
            <ac:inkMk id="4" creationId="{5801D105-CB7A-08D7-983F-28BA4C5A6379}"/>
          </ac:inkMkLst>
        </pc:inkChg>
      </pc:sldChg>
      <pc:sldChg chg="del">
        <pc:chgData name="于 心瑞 Xinrui YU" userId="e6fcc6d4-2b88-4beb-95d7-57ae4d33a768" providerId="ADAL" clId="{E15C3DE8-5AE3-45CB-A150-A6E9FDAED7DE}" dt="2025-06-19T08:24:08.299" v="655" actId="47"/>
        <pc:sldMkLst>
          <pc:docMk/>
          <pc:sldMk cId="2787429265" sldId="297"/>
        </pc:sldMkLst>
      </pc:sldChg>
      <pc:sldChg chg="del">
        <pc:chgData name="于 心瑞 Xinrui YU" userId="e6fcc6d4-2b88-4beb-95d7-57ae4d33a768" providerId="ADAL" clId="{E15C3DE8-5AE3-45CB-A150-A6E9FDAED7DE}" dt="2025-06-19T08:24:12.507" v="658" actId="47"/>
        <pc:sldMkLst>
          <pc:docMk/>
          <pc:sldMk cId="502415108" sldId="298"/>
        </pc:sldMkLst>
      </pc:sldChg>
      <pc:sldChg chg="delSp add mod">
        <pc:chgData name="于 心瑞 Xinrui YU" userId="e6fcc6d4-2b88-4beb-95d7-57ae4d33a768" providerId="ADAL" clId="{E15C3DE8-5AE3-45CB-A150-A6E9FDAED7DE}" dt="2025-06-20T11:41:51.471" v="1129" actId="33639"/>
        <pc:sldMkLst>
          <pc:docMk/>
          <pc:sldMk cId="4237320863" sldId="298"/>
        </pc:sldMkLst>
        <pc:inkChg chg="del">
          <ac:chgData name="于 心瑞 Xinrui YU" userId="e6fcc6d4-2b88-4beb-95d7-57ae4d33a768" providerId="ADAL" clId="{E15C3DE8-5AE3-45CB-A150-A6E9FDAED7DE}" dt="2025-06-20T11:41:51.471" v="1129" actId="33639"/>
          <ac:inkMkLst>
            <pc:docMk/>
            <pc:sldMk cId="4237320863" sldId="298"/>
            <ac:inkMk id="5" creationId="{13773C2F-B134-7F30-DB0F-130CD369C2A7}"/>
          </ac:inkMkLst>
        </pc:inkChg>
      </pc:sldChg>
      <pc:sldChg chg="del">
        <pc:chgData name="于 心瑞 Xinrui YU" userId="e6fcc6d4-2b88-4beb-95d7-57ae4d33a768" providerId="ADAL" clId="{E15C3DE8-5AE3-45CB-A150-A6E9FDAED7DE}" dt="2025-06-19T08:24:10.186" v="656" actId="47"/>
        <pc:sldMkLst>
          <pc:docMk/>
          <pc:sldMk cId="814223857" sldId="299"/>
        </pc:sldMkLst>
      </pc:sldChg>
      <pc:sldChg chg="delSp add mod">
        <pc:chgData name="于 心瑞 Xinrui YU" userId="e6fcc6d4-2b88-4beb-95d7-57ae4d33a768" providerId="ADAL" clId="{E15C3DE8-5AE3-45CB-A150-A6E9FDAED7DE}" dt="2025-06-20T11:41:51.471" v="1129" actId="33639"/>
        <pc:sldMkLst>
          <pc:docMk/>
          <pc:sldMk cId="3974870759" sldId="299"/>
        </pc:sldMkLst>
        <pc:inkChg chg="del">
          <ac:chgData name="于 心瑞 Xinrui YU" userId="e6fcc6d4-2b88-4beb-95d7-57ae4d33a768" providerId="ADAL" clId="{E15C3DE8-5AE3-45CB-A150-A6E9FDAED7DE}" dt="2025-06-20T11:41:51.471" v="1129" actId="33639"/>
          <ac:inkMkLst>
            <pc:docMk/>
            <pc:sldMk cId="3974870759" sldId="299"/>
            <ac:inkMk id="5" creationId="{96825171-901D-7435-EB3B-02FC5D06A938}"/>
          </ac:inkMkLst>
        </pc:inkChg>
      </pc:sldChg>
      <pc:sldChg chg="del">
        <pc:chgData name="于 心瑞 Xinrui YU" userId="e6fcc6d4-2b88-4beb-95d7-57ae4d33a768" providerId="ADAL" clId="{E15C3DE8-5AE3-45CB-A150-A6E9FDAED7DE}" dt="2025-06-19T08:24:11.826" v="657" actId="47"/>
        <pc:sldMkLst>
          <pc:docMk/>
          <pc:sldMk cId="3912371571" sldId="300"/>
        </pc:sldMkLst>
      </pc:sldChg>
      <pc:sldChg chg="add">
        <pc:chgData name="于 心瑞 Xinrui YU" userId="e6fcc6d4-2b88-4beb-95d7-57ae4d33a768" providerId="ADAL" clId="{E15C3DE8-5AE3-45CB-A150-A6E9FDAED7DE}" dt="2025-06-19T09:05:23.671" v="1128"/>
        <pc:sldMkLst>
          <pc:docMk/>
          <pc:sldMk cId="4075206953" sldId="300"/>
        </pc:sldMkLst>
      </pc:sldChg>
      <pc:sldChg chg="delSp add mod">
        <pc:chgData name="于 心瑞 Xinrui YU" userId="e6fcc6d4-2b88-4beb-95d7-57ae4d33a768" providerId="ADAL" clId="{E15C3DE8-5AE3-45CB-A150-A6E9FDAED7DE}" dt="2025-06-20T11:41:51.471" v="1129" actId="33639"/>
        <pc:sldMkLst>
          <pc:docMk/>
          <pc:sldMk cId="2699641485" sldId="301"/>
        </pc:sldMkLst>
        <pc:grpChg chg="del">
          <ac:chgData name="于 心瑞 Xinrui YU" userId="e6fcc6d4-2b88-4beb-95d7-57ae4d33a768" providerId="ADAL" clId="{E15C3DE8-5AE3-45CB-A150-A6E9FDAED7DE}" dt="2025-06-20T11:41:51.471" v="1129" actId="33639"/>
          <ac:grpSpMkLst>
            <pc:docMk/>
            <pc:sldMk cId="2699641485" sldId="301"/>
            <ac:grpSpMk id="25" creationId="{C9C2C8B2-A527-5B0B-B98F-D70AF06FC4B0}"/>
          </ac:grpSpMkLst>
        </pc:grpChg>
        <pc:grpChg chg="del">
          <ac:chgData name="于 心瑞 Xinrui YU" userId="e6fcc6d4-2b88-4beb-95d7-57ae4d33a768" providerId="ADAL" clId="{E15C3DE8-5AE3-45CB-A150-A6E9FDAED7DE}" dt="2025-06-20T11:41:51.471" v="1129" actId="33639"/>
          <ac:grpSpMkLst>
            <pc:docMk/>
            <pc:sldMk cId="2699641485" sldId="301"/>
            <ac:grpSpMk id="26" creationId="{3198F0EB-B876-B54C-5C2B-B374405D3064}"/>
          </ac:grpSpMkLst>
        </pc:grpChg>
        <pc:inkChg chg="del">
          <ac:chgData name="于 心瑞 Xinrui YU" userId="e6fcc6d4-2b88-4beb-95d7-57ae4d33a768" providerId="ADAL" clId="{E15C3DE8-5AE3-45CB-A150-A6E9FDAED7DE}" dt="2025-06-20T11:41:51.471" v="1129" actId="33639"/>
          <ac:inkMkLst>
            <pc:docMk/>
            <pc:sldMk cId="2699641485" sldId="301"/>
            <ac:inkMk id="6" creationId="{A6D15747-D0CF-885C-21FD-1C6E37C762AC}"/>
          </ac:inkMkLst>
        </pc:inkChg>
        <pc:inkChg chg="del">
          <ac:chgData name="于 心瑞 Xinrui YU" userId="e6fcc6d4-2b88-4beb-95d7-57ae4d33a768" providerId="ADAL" clId="{E15C3DE8-5AE3-45CB-A150-A6E9FDAED7DE}" dt="2025-06-20T11:41:51.471" v="1129" actId="33639"/>
          <ac:inkMkLst>
            <pc:docMk/>
            <pc:sldMk cId="2699641485" sldId="301"/>
            <ac:inkMk id="7" creationId="{BE70F229-678A-4EBD-56DF-76D9DC2357A3}"/>
          </ac:inkMkLst>
        </pc:inkChg>
        <pc:inkChg chg="del">
          <ac:chgData name="于 心瑞 Xinrui YU" userId="e6fcc6d4-2b88-4beb-95d7-57ae4d33a768" providerId="ADAL" clId="{E15C3DE8-5AE3-45CB-A150-A6E9FDAED7DE}" dt="2025-06-20T11:41:51.471" v="1129" actId="33639"/>
          <ac:inkMkLst>
            <pc:docMk/>
            <pc:sldMk cId="2699641485" sldId="301"/>
            <ac:inkMk id="9" creationId="{4C92DABC-C599-E1A3-46A8-6F4ADE53B6EB}"/>
          </ac:inkMkLst>
        </pc:inkChg>
        <pc:inkChg chg="del">
          <ac:chgData name="于 心瑞 Xinrui YU" userId="e6fcc6d4-2b88-4beb-95d7-57ae4d33a768" providerId="ADAL" clId="{E15C3DE8-5AE3-45CB-A150-A6E9FDAED7DE}" dt="2025-06-20T11:41:51.471" v="1129" actId="33639"/>
          <ac:inkMkLst>
            <pc:docMk/>
            <pc:sldMk cId="2699641485" sldId="301"/>
            <ac:inkMk id="11" creationId="{E96270EB-B67F-9240-2433-06F4893C7792}"/>
          </ac:inkMkLst>
        </pc:inkChg>
        <pc:inkChg chg="del">
          <ac:chgData name="于 心瑞 Xinrui YU" userId="e6fcc6d4-2b88-4beb-95d7-57ae4d33a768" providerId="ADAL" clId="{E15C3DE8-5AE3-45CB-A150-A6E9FDAED7DE}" dt="2025-06-20T11:41:51.471" v="1129" actId="33639"/>
          <ac:inkMkLst>
            <pc:docMk/>
            <pc:sldMk cId="2699641485" sldId="301"/>
            <ac:inkMk id="16" creationId="{DC30546E-BA57-B906-E97D-691606133314}"/>
          </ac:inkMkLst>
        </pc:inkChg>
        <pc:inkChg chg="del">
          <ac:chgData name="于 心瑞 Xinrui YU" userId="e6fcc6d4-2b88-4beb-95d7-57ae4d33a768" providerId="ADAL" clId="{E15C3DE8-5AE3-45CB-A150-A6E9FDAED7DE}" dt="2025-06-20T11:41:51.471" v="1129" actId="33639"/>
          <ac:inkMkLst>
            <pc:docMk/>
            <pc:sldMk cId="2699641485" sldId="301"/>
            <ac:inkMk id="17" creationId="{EA3DE1C5-F951-1DA8-E1F6-46C0D0E0AE56}"/>
          </ac:inkMkLst>
        </pc:inkChg>
        <pc:inkChg chg="del">
          <ac:chgData name="于 心瑞 Xinrui YU" userId="e6fcc6d4-2b88-4beb-95d7-57ae4d33a768" providerId="ADAL" clId="{E15C3DE8-5AE3-45CB-A150-A6E9FDAED7DE}" dt="2025-06-20T11:41:51.471" v="1129" actId="33639"/>
          <ac:inkMkLst>
            <pc:docMk/>
            <pc:sldMk cId="2699641485" sldId="301"/>
            <ac:inkMk id="20" creationId="{E2AE1453-4616-3FC3-813D-081D211CF7E5}"/>
          </ac:inkMkLst>
        </pc:inkChg>
        <pc:inkChg chg="del">
          <ac:chgData name="于 心瑞 Xinrui YU" userId="e6fcc6d4-2b88-4beb-95d7-57ae4d33a768" providerId="ADAL" clId="{E15C3DE8-5AE3-45CB-A150-A6E9FDAED7DE}" dt="2025-06-20T11:41:51.471" v="1129" actId="33639"/>
          <ac:inkMkLst>
            <pc:docMk/>
            <pc:sldMk cId="2699641485" sldId="301"/>
            <ac:inkMk id="21" creationId="{DFBCDF21-4B23-3F7D-8E91-B6AD116095DD}"/>
          </ac:inkMkLst>
        </pc:inkChg>
      </pc:sldChg>
      <pc:sldChg chg="del">
        <pc:chgData name="于 心瑞 Xinrui YU" userId="e6fcc6d4-2b88-4beb-95d7-57ae4d33a768" providerId="ADAL" clId="{E15C3DE8-5AE3-45CB-A150-A6E9FDAED7DE}" dt="2025-06-19T08:24:14.817" v="659" actId="47"/>
        <pc:sldMkLst>
          <pc:docMk/>
          <pc:sldMk cId="3457136155" sldId="301"/>
        </pc:sldMkLst>
      </pc:sldChg>
      <pc:sldChg chg="add">
        <pc:chgData name="于 心瑞 Xinrui YU" userId="e6fcc6d4-2b88-4beb-95d7-57ae4d33a768" providerId="ADAL" clId="{E15C3DE8-5AE3-45CB-A150-A6E9FDAED7DE}" dt="2025-06-19T08:46:14.453" v="984"/>
        <pc:sldMkLst>
          <pc:docMk/>
          <pc:sldMk cId="2061045016" sldId="302"/>
        </pc:sldMkLst>
      </pc:sldChg>
      <pc:sldChg chg="del">
        <pc:chgData name="于 心瑞 Xinrui YU" userId="e6fcc6d4-2b88-4beb-95d7-57ae4d33a768" providerId="ADAL" clId="{E15C3DE8-5AE3-45CB-A150-A6E9FDAED7DE}" dt="2025-06-19T08:24:35.761" v="660" actId="47"/>
        <pc:sldMkLst>
          <pc:docMk/>
          <pc:sldMk cId="2303083247" sldId="302"/>
        </pc:sldMkLst>
      </pc:sldChg>
      <pc:sldChg chg="del">
        <pc:chgData name="于 心瑞 Xinrui YU" userId="e6fcc6d4-2b88-4beb-95d7-57ae4d33a768" providerId="ADAL" clId="{E15C3DE8-5AE3-45CB-A150-A6E9FDAED7DE}" dt="2025-06-19T08:24:36.651" v="661" actId="47"/>
        <pc:sldMkLst>
          <pc:docMk/>
          <pc:sldMk cId="1571295316" sldId="303"/>
        </pc:sldMkLst>
      </pc:sldChg>
      <pc:sldChg chg="add">
        <pc:chgData name="于 心瑞 Xinrui YU" userId="e6fcc6d4-2b88-4beb-95d7-57ae4d33a768" providerId="ADAL" clId="{E15C3DE8-5AE3-45CB-A150-A6E9FDAED7DE}" dt="2025-06-19T08:46:14.453" v="984"/>
        <pc:sldMkLst>
          <pc:docMk/>
          <pc:sldMk cId="1801804916" sldId="303"/>
        </pc:sldMkLst>
      </pc:sldChg>
      <pc:sldChg chg="delSp add mod">
        <pc:chgData name="于 心瑞 Xinrui YU" userId="e6fcc6d4-2b88-4beb-95d7-57ae4d33a768" providerId="ADAL" clId="{E15C3DE8-5AE3-45CB-A150-A6E9FDAED7DE}" dt="2025-06-20T11:41:51.471" v="1129" actId="33639"/>
        <pc:sldMkLst>
          <pc:docMk/>
          <pc:sldMk cId="496750405" sldId="304"/>
        </pc:sldMkLst>
        <pc:grpChg chg="del">
          <ac:chgData name="于 心瑞 Xinrui YU" userId="e6fcc6d4-2b88-4beb-95d7-57ae4d33a768" providerId="ADAL" clId="{E15C3DE8-5AE3-45CB-A150-A6E9FDAED7DE}" dt="2025-06-20T11:41:51.471" v="1129" actId="33639"/>
          <ac:grpSpMkLst>
            <pc:docMk/>
            <pc:sldMk cId="496750405" sldId="304"/>
            <ac:grpSpMk id="13" creationId="{E4BCB4F1-05C4-A4AC-D811-34A527F7BC31}"/>
          </ac:grpSpMkLst>
        </pc:grpChg>
        <pc:inkChg chg="del">
          <ac:chgData name="于 心瑞 Xinrui YU" userId="e6fcc6d4-2b88-4beb-95d7-57ae4d33a768" providerId="ADAL" clId="{E15C3DE8-5AE3-45CB-A150-A6E9FDAED7DE}" dt="2025-06-20T11:41:51.471" v="1129" actId="33639"/>
          <ac:inkMkLst>
            <pc:docMk/>
            <pc:sldMk cId="496750405" sldId="304"/>
            <ac:inkMk id="6" creationId="{637C3F0D-79A8-7622-068E-D7AFAB530355}"/>
          </ac:inkMkLst>
        </pc:inkChg>
        <pc:inkChg chg="del">
          <ac:chgData name="于 心瑞 Xinrui YU" userId="e6fcc6d4-2b88-4beb-95d7-57ae4d33a768" providerId="ADAL" clId="{E15C3DE8-5AE3-45CB-A150-A6E9FDAED7DE}" dt="2025-06-20T11:41:51.471" v="1129" actId="33639"/>
          <ac:inkMkLst>
            <pc:docMk/>
            <pc:sldMk cId="496750405" sldId="304"/>
            <ac:inkMk id="7" creationId="{8DA4E873-B574-D7BE-4532-F7D5420E60AA}"/>
          </ac:inkMkLst>
        </pc:inkChg>
        <pc:inkChg chg="del">
          <ac:chgData name="于 心瑞 Xinrui YU" userId="e6fcc6d4-2b88-4beb-95d7-57ae4d33a768" providerId="ADAL" clId="{E15C3DE8-5AE3-45CB-A150-A6E9FDAED7DE}" dt="2025-06-20T11:41:51.471" v="1129" actId="33639"/>
          <ac:inkMkLst>
            <pc:docMk/>
            <pc:sldMk cId="496750405" sldId="304"/>
            <ac:inkMk id="8" creationId="{E0EEDB6C-C42B-B902-25D1-A67D2262C131}"/>
          </ac:inkMkLst>
        </pc:inkChg>
        <pc:inkChg chg="del">
          <ac:chgData name="于 心瑞 Xinrui YU" userId="e6fcc6d4-2b88-4beb-95d7-57ae4d33a768" providerId="ADAL" clId="{E15C3DE8-5AE3-45CB-A150-A6E9FDAED7DE}" dt="2025-06-20T11:41:51.471" v="1129" actId="33639"/>
          <ac:inkMkLst>
            <pc:docMk/>
            <pc:sldMk cId="496750405" sldId="304"/>
            <ac:inkMk id="9" creationId="{A3AB86FB-B64C-0A37-6197-A0342352DCDD}"/>
          </ac:inkMkLst>
        </pc:inkChg>
        <pc:inkChg chg="del">
          <ac:chgData name="于 心瑞 Xinrui YU" userId="e6fcc6d4-2b88-4beb-95d7-57ae4d33a768" providerId="ADAL" clId="{E15C3DE8-5AE3-45CB-A150-A6E9FDAED7DE}" dt="2025-06-20T11:41:51.471" v="1129" actId="33639"/>
          <ac:inkMkLst>
            <pc:docMk/>
            <pc:sldMk cId="496750405" sldId="304"/>
            <ac:inkMk id="10" creationId="{5BC77221-E51C-51F8-2026-E4D73C8B5F9C}"/>
          </ac:inkMkLst>
        </pc:inkChg>
        <pc:inkChg chg="del topLvl">
          <ac:chgData name="于 心瑞 Xinrui YU" userId="e6fcc6d4-2b88-4beb-95d7-57ae4d33a768" providerId="ADAL" clId="{E15C3DE8-5AE3-45CB-A150-A6E9FDAED7DE}" dt="2025-06-20T11:41:51.471" v="1129" actId="33639"/>
          <ac:inkMkLst>
            <pc:docMk/>
            <pc:sldMk cId="496750405" sldId="304"/>
            <ac:inkMk id="11" creationId="{C9BB091A-C531-2332-E221-61A2CDF0924D}"/>
          </ac:inkMkLst>
        </pc:inkChg>
        <pc:inkChg chg="del topLvl">
          <ac:chgData name="于 心瑞 Xinrui YU" userId="e6fcc6d4-2b88-4beb-95d7-57ae4d33a768" providerId="ADAL" clId="{E15C3DE8-5AE3-45CB-A150-A6E9FDAED7DE}" dt="2025-06-20T11:41:51.471" v="1129" actId="33639"/>
          <ac:inkMkLst>
            <pc:docMk/>
            <pc:sldMk cId="496750405" sldId="304"/>
            <ac:inkMk id="12" creationId="{199D276F-9123-68F2-2FBF-57D07753B803}"/>
          </ac:inkMkLst>
        </pc:inkChg>
      </pc:sldChg>
      <pc:sldChg chg="del">
        <pc:chgData name="于 心瑞 Xinrui YU" userId="e6fcc6d4-2b88-4beb-95d7-57ae4d33a768" providerId="ADAL" clId="{E15C3DE8-5AE3-45CB-A150-A6E9FDAED7DE}" dt="2025-06-19T08:24:37.692" v="662" actId="47"/>
        <pc:sldMkLst>
          <pc:docMk/>
          <pc:sldMk cId="3146271754" sldId="304"/>
        </pc:sldMkLst>
      </pc:sldChg>
      <pc:sldChg chg="delSp add mod">
        <pc:chgData name="于 心瑞 Xinrui YU" userId="e6fcc6d4-2b88-4beb-95d7-57ae4d33a768" providerId="ADAL" clId="{E15C3DE8-5AE3-45CB-A150-A6E9FDAED7DE}" dt="2025-06-20T11:41:51.471" v="1129" actId="33639"/>
        <pc:sldMkLst>
          <pc:docMk/>
          <pc:sldMk cId="648557191" sldId="305"/>
        </pc:sldMkLst>
        <pc:grpChg chg="del">
          <ac:chgData name="于 心瑞 Xinrui YU" userId="e6fcc6d4-2b88-4beb-95d7-57ae4d33a768" providerId="ADAL" clId="{E15C3DE8-5AE3-45CB-A150-A6E9FDAED7DE}" dt="2025-06-20T11:41:51.471" v="1129" actId="33639"/>
          <ac:grpSpMkLst>
            <pc:docMk/>
            <pc:sldMk cId="648557191" sldId="305"/>
            <ac:grpSpMk id="10" creationId="{02785CCC-7C1A-D753-64C8-28EA4F4641D3}"/>
          </ac:grpSpMkLst>
        </pc:grpChg>
        <pc:inkChg chg="del">
          <ac:chgData name="于 心瑞 Xinrui YU" userId="e6fcc6d4-2b88-4beb-95d7-57ae4d33a768" providerId="ADAL" clId="{E15C3DE8-5AE3-45CB-A150-A6E9FDAED7DE}" dt="2025-06-20T11:41:51.471" v="1129" actId="33639"/>
          <ac:inkMkLst>
            <pc:docMk/>
            <pc:sldMk cId="648557191" sldId="305"/>
            <ac:inkMk id="4" creationId="{9E6C6BE0-0B39-132D-FDAD-78A9ABDDADCC}"/>
          </ac:inkMkLst>
        </pc:inkChg>
        <pc:inkChg chg="del">
          <ac:chgData name="于 心瑞 Xinrui YU" userId="e6fcc6d4-2b88-4beb-95d7-57ae4d33a768" providerId="ADAL" clId="{E15C3DE8-5AE3-45CB-A150-A6E9FDAED7DE}" dt="2025-06-20T11:41:51.471" v="1129" actId="33639"/>
          <ac:inkMkLst>
            <pc:docMk/>
            <pc:sldMk cId="648557191" sldId="305"/>
            <ac:inkMk id="6" creationId="{77F65D77-7BE2-F4EA-C66C-62DB99B3774D}"/>
          </ac:inkMkLst>
        </pc:inkChg>
        <pc:inkChg chg="del">
          <ac:chgData name="于 心瑞 Xinrui YU" userId="e6fcc6d4-2b88-4beb-95d7-57ae4d33a768" providerId="ADAL" clId="{E15C3DE8-5AE3-45CB-A150-A6E9FDAED7DE}" dt="2025-06-20T11:41:51.471" v="1129" actId="33639"/>
          <ac:inkMkLst>
            <pc:docMk/>
            <pc:sldMk cId="648557191" sldId="305"/>
            <ac:inkMk id="7" creationId="{95379A1E-E63E-E414-BDB4-868D8EC2A053}"/>
          </ac:inkMkLst>
        </pc:inkChg>
        <pc:inkChg chg="del topLvl">
          <ac:chgData name="于 心瑞 Xinrui YU" userId="e6fcc6d4-2b88-4beb-95d7-57ae4d33a768" providerId="ADAL" clId="{E15C3DE8-5AE3-45CB-A150-A6E9FDAED7DE}" dt="2025-06-20T11:41:51.471" v="1129" actId="33639"/>
          <ac:inkMkLst>
            <pc:docMk/>
            <pc:sldMk cId="648557191" sldId="305"/>
            <ac:inkMk id="8" creationId="{F25AA8CD-572E-4510-51F1-05BA2DB02959}"/>
          </ac:inkMkLst>
        </pc:inkChg>
        <pc:inkChg chg="del topLvl">
          <ac:chgData name="于 心瑞 Xinrui YU" userId="e6fcc6d4-2b88-4beb-95d7-57ae4d33a768" providerId="ADAL" clId="{E15C3DE8-5AE3-45CB-A150-A6E9FDAED7DE}" dt="2025-06-20T11:41:51.471" v="1129" actId="33639"/>
          <ac:inkMkLst>
            <pc:docMk/>
            <pc:sldMk cId="648557191" sldId="305"/>
            <ac:inkMk id="9" creationId="{0B7B3F7B-C335-060B-843A-AD36872075C2}"/>
          </ac:inkMkLst>
        </pc:inkChg>
      </pc:sldChg>
      <pc:sldChg chg="del">
        <pc:chgData name="于 心瑞 Xinrui YU" userId="e6fcc6d4-2b88-4beb-95d7-57ae4d33a768" providerId="ADAL" clId="{E15C3DE8-5AE3-45CB-A150-A6E9FDAED7DE}" dt="2025-06-19T08:24:41.733" v="663" actId="47"/>
        <pc:sldMkLst>
          <pc:docMk/>
          <pc:sldMk cId="1219355862" sldId="306"/>
        </pc:sldMkLst>
      </pc:sldChg>
      <pc:sldChg chg="delSp add mod">
        <pc:chgData name="于 心瑞 Xinrui YU" userId="e6fcc6d4-2b88-4beb-95d7-57ae4d33a768" providerId="ADAL" clId="{E15C3DE8-5AE3-45CB-A150-A6E9FDAED7DE}" dt="2025-06-20T11:41:51.471" v="1129" actId="33639"/>
        <pc:sldMkLst>
          <pc:docMk/>
          <pc:sldMk cId="1670642410" sldId="307"/>
        </pc:sldMkLst>
        <pc:inkChg chg="del">
          <ac:chgData name="于 心瑞 Xinrui YU" userId="e6fcc6d4-2b88-4beb-95d7-57ae4d33a768" providerId="ADAL" clId="{E15C3DE8-5AE3-45CB-A150-A6E9FDAED7DE}" dt="2025-06-20T11:41:51.471" v="1129" actId="33639"/>
          <ac:inkMkLst>
            <pc:docMk/>
            <pc:sldMk cId="1670642410" sldId="307"/>
            <ac:inkMk id="4" creationId="{AEBDD435-06FF-A71B-C551-E517FC85C95D}"/>
          </ac:inkMkLst>
        </pc:inkChg>
      </pc:sldChg>
      <pc:sldChg chg="del">
        <pc:chgData name="于 心瑞 Xinrui YU" userId="e6fcc6d4-2b88-4beb-95d7-57ae4d33a768" providerId="ADAL" clId="{E15C3DE8-5AE3-45CB-A150-A6E9FDAED7DE}" dt="2025-06-19T08:24:43.113" v="664" actId="47"/>
        <pc:sldMkLst>
          <pc:docMk/>
          <pc:sldMk cId="3158993379" sldId="307"/>
        </pc:sldMkLst>
      </pc:sldChg>
      <pc:sldChg chg="delSp add mod">
        <pc:chgData name="于 心瑞 Xinrui YU" userId="e6fcc6d4-2b88-4beb-95d7-57ae4d33a768" providerId="ADAL" clId="{E15C3DE8-5AE3-45CB-A150-A6E9FDAED7DE}" dt="2025-06-20T11:41:51.471" v="1129" actId="33639"/>
        <pc:sldMkLst>
          <pc:docMk/>
          <pc:sldMk cId="2832510181" sldId="308"/>
        </pc:sldMkLst>
        <pc:grpChg chg="del">
          <ac:chgData name="于 心瑞 Xinrui YU" userId="e6fcc6d4-2b88-4beb-95d7-57ae4d33a768" providerId="ADAL" clId="{E15C3DE8-5AE3-45CB-A150-A6E9FDAED7DE}" dt="2025-06-20T11:41:51.471" v="1129" actId="33639"/>
          <ac:grpSpMkLst>
            <pc:docMk/>
            <pc:sldMk cId="2832510181" sldId="308"/>
            <ac:grpSpMk id="23" creationId="{157A5720-12A5-036D-D459-9CC99C1E37FF}"/>
          </ac:grpSpMkLst>
        </pc:grpChg>
        <pc:grpChg chg="del">
          <ac:chgData name="于 心瑞 Xinrui YU" userId="e6fcc6d4-2b88-4beb-95d7-57ae4d33a768" providerId="ADAL" clId="{E15C3DE8-5AE3-45CB-A150-A6E9FDAED7DE}" dt="2025-06-20T11:41:51.471" v="1129" actId="33639"/>
          <ac:grpSpMkLst>
            <pc:docMk/>
            <pc:sldMk cId="2832510181" sldId="308"/>
            <ac:grpSpMk id="33" creationId="{62A79EA2-9078-3900-F3FA-9130C8C55759}"/>
          </ac:grpSpMkLst>
        </pc:grpChg>
        <pc:inkChg chg="del">
          <ac:chgData name="于 心瑞 Xinrui YU" userId="e6fcc6d4-2b88-4beb-95d7-57ae4d33a768" providerId="ADAL" clId="{E15C3DE8-5AE3-45CB-A150-A6E9FDAED7DE}" dt="2025-06-20T11:41:51.471" v="1129" actId="33639"/>
          <ac:inkMkLst>
            <pc:docMk/>
            <pc:sldMk cId="2832510181" sldId="308"/>
            <ac:inkMk id="4" creationId="{26196484-32F7-8116-49B3-C1540AD7A99F}"/>
          </ac:inkMkLst>
        </pc:inkChg>
        <pc:inkChg chg="del">
          <ac:chgData name="于 心瑞 Xinrui YU" userId="e6fcc6d4-2b88-4beb-95d7-57ae4d33a768" providerId="ADAL" clId="{E15C3DE8-5AE3-45CB-A150-A6E9FDAED7DE}" dt="2025-06-20T11:41:51.471" v="1129" actId="33639"/>
          <ac:inkMkLst>
            <pc:docMk/>
            <pc:sldMk cId="2832510181" sldId="308"/>
            <ac:inkMk id="6" creationId="{264B3515-79F7-E835-53D0-300615750D63}"/>
          </ac:inkMkLst>
        </pc:inkChg>
        <pc:inkChg chg="del topLvl">
          <ac:chgData name="于 心瑞 Xinrui YU" userId="e6fcc6d4-2b88-4beb-95d7-57ae4d33a768" providerId="ADAL" clId="{E15C3DE8-5AE3-45CB-A150-A6E9FDAED7DE}" dt="2025-06-20T11:41:51.471" v="1129" actId="33639"/>
          <ac:inkMkLst>
            <pc:docMk/>
            <pc:sldMk cId="2832510181" sldId="308"/>
            <ac:inkMk id="9" creationId="{855CB5B9-7AC3-B76C-E68E-7B01CA1513B2}"/>
          </ac:inkMkLst>
        </pc:inkChg>
        <pc:inkChg chg="del">
          <ac:chgData name="于 心瑞 Xinrui YU" userId="e6fcc6d4-2b88-4beb-95d7-57ae4d33a768" providerId="ADAL" clId="{E15C3DE8-5AE3-45CB-A150-A6E9FDAED7DE}" dt="2025-06-20T11:41:51.471" v="1129" actId="33639"/>
          <ac:inkMkLst>
            <pc:docMk/>
            <pc:sldMk cId="2832510181" sldId="308"/>
            <ac:inkMk id="12" creationId="{9F7B026D-CBFB-33A8-AC63-B8480DE95793}"/>
          </ac:inkMkLst>
        </pc:inkChg>
        <pc:inkChg chg="del">
          <ac:chgData name="于 心瑞 Xinrui YU" userId="e6fcc6d4-2b88-4beb-95d7-57ae4d33a768" providerId="ADAL" clId="{E15C3DE8-5AE3-45CB-A150-A6E9FDAED7DE}" dt="2025-06-20T11:41:51.471" v="1129" actId="33639"/>
          <ac:inkMkLst>
            <pc:docMk/>
            <pc:sldMk cId="2832510181" sldId="308"/>
            <ac:inkMk id="19" creationId="{5DAC8801-2A05-F60B-731A-3A48A8434EF6}"/>
          </ac:inkMkLst>
        </pc:inkChg>
        <pc:inkChg chg="del">
          <ac:chgData name="于 心瑞 Xinrui YU" userId="e6fcc6d4-2b88-4beb-95d7-57ae4d33a768" providerId="ADAL" clId="{E15C3DE8-5AE3-45CB-A150-A6E9FDAED7DE}" dt="2025-06-20T11:41:51.471" v="1129" actId="33639"/>
          <ac:inkMkLst>
            <pc:docMk/>
            <pc:sldMk cId="2832510181" sldId="308"/>
            <ac:inkMk id="21" creationId="{BBFCFEF8-A8F6-136B-7542-12E95F5CA43E}"/>
          </ac:inkMkLst>
        </pc:inkChg>
        <pc:inkChg chg="del">
          <ac:chgData name="于 心瑞 Xinrui YU" userId="e6fcc6d4-2b88-4beb-95d7-57ae4d33a768" providerId="ADAL" clId="{E15C3DE8-5AE3-45CB-A150-A6E9FDAED7DE}" dt="2025-06-20T11:41:51.471" v="1129" actId="33639"/>
          <ac:inkMkLst>
            <pc:docMk/>
            <pc:sldMk cId="2832510181" sldId="308"/>
            <ac:inkMk id="25" creationId="{BB6989D7-B266-EC5C-01FD-313B322D312C}"/>
          </ac:inkMkLst>
        </pc:inkChg>
        <pc:inkChg chg="del">
          <ac:chgData name="于 心瑞 Xinrui YU" userId="e6fcc6d4-2b88-4beb-95d7-57ae4d33a768" providerId="ADAL" clId="{E15C3DE8-5AE3-45CB-A150-A6E9FDAED7DE}" dt="2025-06-20T11:41:51.471" v="1129" actId="33639"/>
          <ac:inkMkLst>
            <pc:docMk/>
            <pc:sldMk cId="2832510181" sldId="308"/>
            <ac:inkMk id="35" creationId="{255A8ED9-88AB-9AC1-4AC3-750A3789FC20}"/>
          </ac:inkMkLst>
        </pc:inkChg>
      </pc:sldChg>
      <pc:sldChg chg="del">
        <pc:chgData name="于 心瑞 Xinrui YU" userId="e6fcc6d4-2b88-4beb-95d7-57ae4d33a768" providerId="ADAL" clId="{E15C3DE8-5AE3-45CB-A150-A6E9FDAED7DE}" dt="2025-06-19T08:24:43.993" v="665" actId="47"/>
        <pc:sldMkLst>
          <pc:docMk/>
          <pc:sldMk cId="4276345882" sldId="308"/>
        </pc:sldMkLst>
      </pc:sldChg>
      <pc:sldChg chg="del">
        <pc:chgData name="于 心瑞 Xinrui YU" userId="e6fcc6d4-2b88-4beb-95d7-57ae4d33a768" providerId="ADAL" clId="{E15C3DE8-5AE3-45CB-A150-A6E9FDAED7DE}" dt="2025-06-19T07:49:13.293" v="48" actId="47"/>
        <pc:sldMkLst>
          <pc:docMk/>
          <pc:sldMk cId="116251863" sldId="309"/>
        </pc:sldMkLst>
      </pc:sldChg>
      <pc:sldChg chg="add">
        <pc:chgData name="于 心瑞 Xinrui YU" userId="e6fcc6d4-2b88-4beb-95d7-57ae4d33a768" providerId="ADAL" clId="{E15C3DE8-5AE3-45CB-A150-A6E9FDAED7DE}" dt="2025-06-19T08:48:17.816" v="986"/>
        <pc:sldMkLst>
          <pc:docMk/>
          <pc:sldMk cId="1959743185" sldId="309"/>
        </pc:sldMkLst>
      </pc:sldChg>
      <pc:sldChg chg="delSp add mod">
        <pc:chgData name="于 心瑞 Xinrui YU" userId="e6fcc6d4-2b88-4beb-95d7-57ae4d33a768" providerId="ADAL" clId="{E15C3DE8-5AE3-45CB-A150-A6E9FDAED7DE}" dt="2025-06-20T11:41:51.471" v="1129" actId="33639"/>
        <pc:sldMkLst>
          <pc:docMk/>
          <pc:sldMk cId="1483790934" sldId="310"/>
        </pc:sldMkLst>
        <pc:inkChg chg="del">
          <ac:chgData name="于 心瑞 Xinrui YU" userId="e6fcc6d4-2b88-4beb-95d7-57ae4d33a768" providerId="ADAL" clId="{E15C3DE8-5AE3-45CB-A150-A6E9FDAED7DE}" dt="2025-06-20T11:41:51.471" v="1129" actId="33639"/>
          <ac:inkMkLst>
            <pc:docMk/>
            <pc:sldMk cId="1483790934" sldId="310"/>
            <ac:inkMk id="4" creationId="{5B856946-C293-05AA-6245-5AD7F837DD3A}"/>
          </ac:inkMkLst>
        </pc:inkChg>
      </pc:sldChg>
      <pc:sldChg chg="del">
        <pc:chgData name="于 心瑞 Xinrui YU" userId="e6fcc6d4-2b88-4beb-95d7-57ae4d33a768" providerId="ADAL" clId="{E15C3DE8-5AE3-45CB-A150-A6E9FDAED7DE}" dt="2025-06-19T08:22:02.208" v="646" actId="47"/>
        <pc:sldMkLst>
          <pc:docMk/>
          <pc:sldMk cId="3272621671" sldId="310"/>
        </pc:sldMkLst>
      </pc:sldChg>
      <pc:sldChg chg="del">
        <pc:chgData name="于 心瑞 Xinrui YU" userId="e6fcc6d4-2b88-4beb-95d7-57ae4d33a768" providerId="ADAL" clId="{E15C3DE8-5AE3-45CB-A150-A6E9FDAED7DE}" dt="2025-06-19T08:22:02.947" v="647" actId="47"/>
        <pc:sldMkLst>
          <pc:docMk/>
          <pc:sldMk cId="1575869233" sldId="311"/>
        </pc:sldMkLst>
      </pc:sldChg>
      <pc:sldChg chg="delSp add mod">
        <pc:chgData name="于 心瑞 Xinrui YU" userId="e6fcc6d4-2b88-4beb-95d7-57ae4d33a768" providerId="ADAL" clId="{E15C3DE8-5AE3-45CB-A150-A6E9FDAED7DE}" dt="2025-06-20T11:41:51.471" v="1129" actId="33639"/>
        <pc:sldMkLst>
          <pc:docMk/>
          <pc:sldMk cId="2063239242" sldId="311"/>
        </pc:sldMkLst>
        <pc:inkChg chg="del">
          <ac:chgData name="于 心瑞 Xinrui YU" userId="e6fcc6d4-2b88-4beb-95d7-57ae4d33a768" providerId="ADAL" clId="{E15C3DE8-5AE3-45CB-A150-A6E9FDAED7DE}" dt="2025-06-20T11:41:51.471" v="1129" actId="33639"/>
          <ac:inkMkLst>
            <pc:docMk/>
            <pc:sldMk cId="2063239242" sldId="311"/>
            <ac:inkMk id="4" creationId="{A0793AF6-C37B-72B3-622A-239CDF321CA6}"/>
          </ac:inkMkLst>
        </pc:inkChg>
      </pc:sldChg>
      <pc:sldChg chg="delSp add mod">
        <pc:chgData name="于 心瑞 Xinrui YU" userId="e6fcc6d4-2b88-4beb-95d7-57ae4d33a768" providerId="ADAL" clId="{E15C3DE8-5AE3-45CB-A150-A6E9FDAED7DE}" dt="2025-06-20T11:41:51.471" v="1129" actId="33639"/>
        <pc:sldMkLst>
          <pc:docMk/>
          <pc:sldMk cId="3846865963" sldId="312"/>
        </pc:sldMkLst>
        <pc:inkChg chg="del">
          <ac:chgData name="于 心瑞 Xinrui YU" userId="e6fcc6d4-2b88-4beb-95d7-57ae4d33a768" providerId="ADAL" clId="{E15C3DE8-5AE3-45CB-A150-A6E9FDAED7DE}" dt="2025-06-20T11:41:51.471" v="1129" actId="33639"/>
          <ac:inkMkLst>
            <pc:docMk/>
            <pc:sldMk cId="3846865963" sldId="312"/>
            <ac:inkMk id="4" creationId="{2F986353-60A8-9735-188B-A1AB599F15C5}"/>
          </ac:inkMkLst>
        </pc:inkChg>
      </pc:sldChg>
      <pc:sldChg chg="del">
        <pc:chgData name="于 心瑞 Xinrui YU" userId="e6fcc6d4-2b88-4beb-95d7-57ae4d33a768" providerId="ADAL" clId="{E15C3DE8-5AE3-45CB-A150-A6E9FDAED7DE}" dt="2025-06-19T08:33:56.952" v="768" actId="47"/>
        <pc:sldMkLst>
          <pc:docMk/>
          <pc:sldMk cId="478129639" sldId="313"/>
        </pc:sldMkLst>
      </pc:sldChg>
      <pc:sldChg chg="del">
        <pc:chgData name="于 心瑞 Xinrui YU" userId="e6fcc6d4-2b88-4beb-95d7-57ae4d33a768" providerId="ADAL" clId="{E15C3DE8-5AE3-45CB-A150-A6E9FDAED7DE}" dt="2025-06-19T08:34:01.453" v="769" actId="47"/>
        <pc:sldMkLst>
          <pc:docMk/>
          <pc:sldMk cId="244367245" sldId="314"/>
        </pc:sldMkLst>
      </pc:sldChg>
      <pc:sldChg chg="del">
        <pc:chgData name="于 心瑞 Xinrui YU" userId="e6fcc6d4-2b88-4beb-95d7-57ae4d33a768" providerId="ADAL" clId="{E15C3DE8-5AE3-45CB-A150-A6E9FDAED7DE}" dt="2025-06-19T07:48:56" v="46" actId="47"/>
        <pc:sldMkLst>
          <pc:docMk/>
          <pc:sldMk cId="2417473514" sldId="315"/>
        </pc:sldMkLst>
      </pc:sldChg>
      <pc:sldChg chg="delSp add mod">
        <pc:chgData name="于 心瑞 Xinrui YU" userId="e6fcc6d4-2b88-4beb-95d7-57ae4d33a768" providerId="ADAL" clId="{E15C3DE8-5AE3-45CB-A150-A6E9FDAED7DE}" dt="2025-06-20T11:41:51.471" v="1129" actId="33639"/>
        <pc:sldMkLst>
          <pc:docMk/>
          <pc:sldMk cId="2684694545" sldId="335"/>
        </pc:sldMkLst>
        <pc:inkChg chg="del">
          <ac:chgData name="于 心瑞 Xinrui YU" userId="e6fcc6d4-2b88-4beb-95d7-57ae4d33a768" providerId="ADAL" clId="{E15C3DE8-5AE3-45CB-A150-A6E9FDAED7DE}" dt="2025-06-20T11:41:51.471" v="1129" actId="33639"/>
          <ac:inkMkLst>
            <pc:docMk/>
            <pc:sldMk cId="2684694545" sldId="335"/>
            <ac:inkMk id="4" creationId="{9FD33AB2-2DFC-6665-FF3E-833150823776}"/>
          </ac:inkMkLst>
        </pc:inkChg>
      </pc:sldChg>
      <pc:sldChg chg="delSp add mod">
        <pc:chgData name="于 心瑞 Xinrui YU" userId="e6fcc6d4-2b88-4beb-95d7-57ae4d33a768" providerId="ADAL" clId="{E15C3DE8-5AE3-45CB-A150-A6E9FDAED7DE}" dt="2025-06-20T11:41:51.471" v="1129" actId="33639"/>
        <pc:sldMkLst>
          <pc:docMk/>
          <pc:sldMk cId="2453558215" sldId="338"/>
        </pc:sldMkLst>
        <pc:inkChg chg="del">
          <ac:chgData name="于 心瑞 Xinrui YU" userId="e6fcc6d4-2b88-4beb-95d7-57ae4d33a768" providerId="ADAL" clId="{E15C3DE8-5AE3-45CB-A150-A6E9FDAED7DE}" dt="2025-06-20T11:41:51.471" v="1129" actId="33639"/>
          <ac:inkMkLst>
            <pc:docMk/>
            <pc:sldMk cId="2453558215" sldId="338"/>
            <ac:inkMk id="4" creationId="{4A08DA02-3CB8-4D82-E5D1-6C3D5B2109A8}"/>
          </ac:inkMkLst>
        </pc:inkChg>
      </pc:sldChg>
      <pc:sldChg chg="delSp add mod">
        <pc:chgData name="于 心瑞 Xinrui YU" userId="e6fcc6d4-2b88-4beb-95d7-57ae4d33a768" providerId="ADAL" clId="{E15C3DE8-5AE3-45CB-A150-A6E9FDAED7DE}" dt="2025-06-20T11:41:51.471" v="1129" actId="33639"/>
        <pc:sldMkLst>
          <pc:docMk/>
          <pc:sldMk cId="2373277609" sldId="340"/>
        </pc:sldMkLst>
        <pc:inkChg chg="del">
          <ac:chgData name="于 心瑞 Xinrui YU" userId="e6fcc6d4-2b88-4beb-95d7-57ae4d33a768" providerId="ADAL" clId="{E15C3DE8-5AE3-45CB-A150-A6E9FDAED7DE}" dt="2025-06-20T11:41:51.471" v="1129" actId="33639"/>
          <ac:inkMkLst>
            <pc:docMk/>
            <pc:sldMk cId="2373277609" sldId="340"/>
            <ac:inkMk id="4" creationId="{3D0A4492-1691-6D31-E77E-CF00ED5E2399}"/>
          </ac:inkMkLst>
        </pc:inkChg>
      </pc:sldChg>
      <pc:sldChg chg="delSp add mod">
        <pc:chgData name="于 心瑞 Xinrui YU" userId="e6fcc6d4-2b88-4beb-95d7-57ae4d33a768" providerId="ADAL" clId="{E15C3DE8-5AE3-45CB-A150-A6E9FDAED7DE}" dt="2025-06-20T11:41:51.471" v="1129" actId="33639"/>
        <pc:sldMkLst>
          <pc:docMk/>
          <pc:sldMk cId="1376479347" sldId="341"/>
        </pc:sldMkLst>
        <pc:inkChg chg="del">
          <ac:chgData name="于 心瑞 Xinrui YU" userId="e6fcc6d4-2b88-4beb-95d7-57ae4d33a768" providerId="ADAL" clId="{E15C3DE8-5AE3-45CB-A150-A6E9FDAED7DE}" dt="2025-06-20T11:41:51.471" v="1129" actId="33639"/>
          <ac:inkMkLst>
            <pc:docMk/>
            <pc:sldMk cId="1376479347" sldId="341"/>
            <ac:inkMk id="4" creationId="{8026D305-A6DB-D6B9-5C9E-31AFC6D40B64}"/>
          </ac:inkMkLst>
        </pc:inkChg>
        <pc:inkChg chg="del">
          <ac:chgData name="于 心瑞 Xinrui YU" userId="e6fcc6d4-2b88-4beb-95d7-57ae4d33a768" providerId="ADAL" clId="{E15C3DE8-5AE3-45CB-A150-A6E9FDAED7DE}" dt="2025-06-20T11:41:51.471" v="1129" actId="33639"/>
          <ac:inkMkLst>
            <pc:docMk/>
            <pc:sldMk cId="1376479347" sldId="341"/>
            <ac:inkMk id="5" creationId="{45CB03B8-F8AD-5E8B-3830-C29289055535}"/>
          </ac:inkMkLst>
        </pc:inkChg>
      </pc:sldChg>
      <pc:sldChg chg="delSp modSp mod">
        <pc:chgData name="于 心瑞 Xinrui YU" userId="e6fcc6d4-2b88-4beb-95d7-57ae4d33a768" providerId="ADAL" clId="{E15C3DE8-5AE3-45CB-A150-A6E9FDAED7DE}" dt="2025-06-19T07:11:01.021" v="45" actId="20577"/>
        <pc:sldMkLst>
          <pc:docMk/>
          <pc:sldMk cId="3252378307" sldId="550"/>
        </pc:sldMkLst>
        <pc:spChg chg="mod">
          <ac:chgData name="于 心瑞 Xinrui YU" userId="e6fcc6d4-2b88-4beb-95d7-57ae4d33a768" providerId="ADAL" clId="{E15C3DE8-5AE3-45CB-A150-A6E9FDAED7DE}" dt="2025-06-19T07:11:01.021" v="45" actId="20577"/>
          <ac:spMkLst>
            <pc:docMk/>
            <pc:sldMk cId="3252378307" sldId="550"/>
            <ac:spMk id="2" creationId="{F472E598-3A9F-494B-94CA-04DD070C9E1E}"/>
          </ac:spMkLst>
        </pc:spChg>
        <pc:spChg chg="del">
          <ac:chgData name="于 心瑞 Xinrui YU" userId="e6fcc6d4-2b88-4beb-95d7-57ae4d33a768" providerId="ADAL" clId="{E15C3DE8-5AE3-45CB-A150-A6E9FDAED7DE}" dt="2025-06-19T07:10:41.491" v="0" actId="478"/>
          <ac:spMkLst>
            <pc:docMk/>
            <pc:sldMk cId="3252378307" sldId="550"/>
            <ac:spMk id="6" creationId="{560295C1-F360-969B-CAD6-84672DB67467}"/>
          </ac:spMkLst>
        </pc:spChg>
      </pc:sldChg>
      <pc:sldChg chg="modSp mod">
        <pc:chgData name="于 心瑞 Xinrui YU" userId="e6fcc6d4-2b88-4beb-95d7-57ae4d33a768" providerId="ADAL" clId="{E15C3DE8-5AE3-45CB-A150-A6E9FDAED7DE}" dt="2025-06-19T08:16:36.312" v="551" actId="20577"/>
        <pc:sldMkLst>
          <pc:docMk/>
          <pc:sldMk cId="2813855076" sldId="551"/>
        </pc:sldMkLst>
        <pc:spChg chg="mod">
          <ac:chgData name="于 心瑞 Xinrui YU" userId="e6fcc6d4-2b88-4beb-95d7-57ae4d33a768" providerId="ADAL" clId="{E15C3DE8-5AE3-45CB-A150-A6E9FDAED7DE}" dt="2025-06-19T08:16:36.312" v="551" actId="20577"/>
          <ac:spMkLst>
            <pc:docMk/>
            <pc:sldMk cId="2813855076" sldId="551"/>
            <ac:spMk id="3" creationId="{0B7916F0-D050-8F73-5665-6DE113AFF514}"/>
          </ac:spMkLst>
        </pc:spChg>
      </pc:sldChg>
      <pc:sldChg chg="modSp new mod">
        <pc:chgData name="于 心瑞 Xinrui YU" userId="e6fcc6d4-2b88-4beb-95d7-57ae4d33a768" providerId="ADAL" clId="{E15C3DE8-5AE3-45CB-A150-A6E9FDAED7DE}" dt="2025-06-19T08:12:47.621" v="542" actId="20577"/>
        <pc:sldMkLst>
          <pc:docMk/>
          <pc:sldMk cId="1241821857" sldId="552"/>
        </pc:sldMkLst>
        <pc:spChg chg="mod">
          <ac:chgData name="于 心瑞 Xinrui YU" userId="e6fcc6d4-2b88-4beb-95d7-57ae4d33a768" providerId="ADAL" clId="{E15C3DE8-5AE3-45CB-A150-A6E9FDAED7DE}" dt="2025-06-19T08:07:49.241" v="63" actId="20577"/>
          <ac:spMkLst>
            <pc:docMk/>
            <pc:sldMk cId="1241821857" sldId="552"/>
            <ac:spMk id="2" creationId="{63C7A2A6-6FE6-5F43-5622-3803DB48608B}"/>
          </ac:spMkLst>
        </pc:spChg>
        <pc:spChg chg="mod">
          <ac:chgData name="于 心瑞 Xinrui YU" userId="e6fcc6d4-2b88-4beb-95d7-57ae4d33a768" providerId="ADAL" clId="{E15C3DE8-5AE3-45CB-A150-A6E9FDAED7DE}" dt="2025-06-19T08:12:47.621" v="542" actId="20577"/>
          <ac:spMkLst>
            <pc:docMk/>
            <pc:sldMk cId="1241821857" sldId="552"/>
            <ac:spMk id="3" creationId="{87809B96-557A-F996-E545-CBB7001849B9}"/>
          </ac:spMkLst>
        </pc:spChg>
      </pc:sldChg>
      <pc:sldChg chg="addSp delSp new mod">
        <pc:chgData name="于 心瑞 Xinrui YU" userId="e6fcc6d4-2b88-4beb-95d7-57ae4d33a768" providerId="ADAL" clId="{E15C3DE8-5AE3-45CB-A150-A6E9FDAED7DE}" dt="2025-06-19T08:07:35.423" v="53" actId="22"/>
        <pc:sldMkLst>
          <pc:docMk/>
          <pc:sldMk cId="2189645321" sldId="553"/>
        </pc:sldMkLst>
        <pc:spChg chg="del">
          <ac:chgData name="于 心瑞 Xinrui YU" userId="e6fcc6d4-2b88-4beb-95d7-57ae4d33a768" providerId="ADAL" clId="{E15C3DE8-5AE3-45CB-A150-A6E9FDAED7DE}" dt="2025-06-19T08:07:34.383" v="52" actId="478"/>
          <ac:spMkLst>
            <pc:docMk/>
            <pc:sldMk cId="2189645321" sldId="553"/>
            <ac:spMk id="2" creationId="{3E9D8EBD-2CAC-3C85-40AB-F42A0EA92BE5}"/>
          </ac:spMkLst>
        </pc:spChg>
        <pc:spChg chg="del">
          <ac:chgData name="于 心瑞 Xinrui YU" userId="e6fcc6d4-2b88-4beb-95d7-57ae4d33a768" providerId="ADAL" clId="{E15C3DE8-5AE3-45CB-A150-A6E9FDAED7DE}" dt="2025-06-19T08:07:34.383" v="52" actId="478"/>
          <ac:spMkLst>
            <pc:docMk/>
            <pc:sldMk cId="2189645321" sldId="553"/>
            <ac:spMk id="3" creationId="{B2A2A77B-51B1-E32D-AB0A-D9DCE513BF19}"/>
          </ac:spMkLst>
        </pc:spChg>
        <pc:picChg chg="add">
          <ac:chgData name="于 心瑞 Xinrui YU" userId="e6fcc6d4-2b88-4beb-95d7-57ae4d33a768" providerId="ADAL" clId="{E15C3DE8-5AE3-45CB-A150-A6E9FDAED7DE}" dt="2025-06-19T08:07:35.423" v="53" actId="22"/>
          <ac:picMkLst>
            <pc:docMk/>
            <pc:sldMk cId="2189645321" sldId="553"/>
            <ac:picMk id="5" creationId="{16E7D6F1-3770-9F34-42B7-C31289EE4EDD}"/>
          </ac:picMkLst>
        </pc:picChg>
      </pc:sldChg>
      <pc:sldChg chg="delSp modSp new mod">
        <pc:chgData name="于 心瑞 Xinrui YU" userId="e6fcc6d4-2b88-4beb-95d7-57ae4d33a768" providerId="ADAL" clId="{E15C3DE8-5AE3-45CB-A150-A6E9FDAED7DE}" dt="2025-06-19T08:35:53.633" v="849" actId="207"/>
        <pc:sldMkLst>
          <pc:docMk/>
          <pc:sldMk cId="2171544931" sldId="554"/>
        </pc:sldMkLst>
        <pc:spChg chg="mod">
          <ac:chgData name="于 心瑞 Xinrui YU" userId="e6fcc6d4-2b88-4beb-95d7-57ae4d33a768" providerId="ADAL" clId="{E15C3DE8-5AE3-45CB-A150-A6E9FDAED7DE}" dt="2025-06-19T08:35:53.633" v="849" actId="207"/>
          <ac:spMkLst>
            <pc:docMk/>
            <pc:sldMk cId="2171544931" sldId="554"/>
            <ac:spMk id="2" creationId="{063569D3-A244-8213-5246-F4C5C1646671}"/>
          </ac:spMkLst>
        </pc:spChg>
        <pc:spChg chg="del">
          <ac:chgData name="于 心瑞 Xinrui YU" userId="e6fcc6d4-2b88-4beb-95d7-57ae4d33a768" providerId="ADAL" clId="{E15C3DE8-5AE3-45CB-A150-A6E9FDAED7DE}" dt="2025-06-19T08:11:41.283" v="446" actId="478"/>
          <ac:spMkLst>
            <pc:docMk/>
            <pc:sldMk cId="2171544931" sldId="554"/>
            <ac:spMk id="3" creationId="{403B2D50-47AD-0C71-C32C-9B7F4F43D097}"/>
          </ac:spMkLst>
        </pc:spChg>
      </pc:sldChg>
      <pc:sldChg chg="addSp delSp modSp new mod modAnim">
        <pc:chgData name="于 心瑞 Xinrui YU" userId="e6fcc6d4-2b88-4beb-95d7-57ae4d33a768" providerId="ADAL" clId="{E15C3DE8-5AE3-45CB-A150-A6E9FDAED7DE}" dt="2025-06-20T11:41:51.471" v="1129" actId="33639"/>
        <pc:sldMkLst>
          <pc:docMk/>
          <pc:sldMk cId="2505947745" sldId="555"/>
        </pc:sldMkLst>
        <pc:spChg chg="mod">
          <ac:chgData name="于 心瑞 Xinrui YU" userId="e6fcc6d4-2b88-4beb-95d7-57ae4d33a768" providerId="ADAL" clId="{E15C3DE8-5AE3-45CB-A150-A6E9FDAED7DE}" dt="2025-06-19T08:19:06.767" v="622" actId="20577"/>
          <ac:spMkLst>
            <pc:docMk/>
            <pc:sldMk cId="2505947745" sldId="555"/>
            <ac:spMk id="2" creationId="{DC22EABE-ABF3-BDEB-829E-0EB46BD32411}"/>
          </ac:spMkLst>
        </pc:spChg>
        <pc:spChg chg="del">
          <ac:chgData name="于 心瑞 Xinrui YU" userId="e6fcc6d4-2b88-4beb-95d7-57ae4d33a768" providerId="ADAL" clId="{E15C3DE8-5AE3-45CB-A150-A6E9FDAED7DE}" dt="2025-06-19T08:18:11.652" v="553"/>
          <ac:spMkLst>
            <pc:docMk/>
            <pc:sldMk cId="2505947745" sldId="555"/>
            <ac:spMk id="3" creationId="{3E15D23B-7A4F-F9D0-A487-596B62A3FDFA}"/>
          </ac:spMkLst>
        </pc:spChg>
        <pc:spChg chg="add mod">
          <ac:chgData name="于 心瑞 Xinrui YU" userId="e6fcc6d4-2b88-4beb-95d7-57ae4d33a768" providerId="ADAL" clId="{E15C3DE8-5AE3-45CB-A150-A6E9FDAED7DE}" dt="2025-06-19T08:19:34.490" v="626"/>
          <ac:spMkLst>
            <pc:docMk/>
            <pc:sldMk cId="2505947745" sldId="555"/>
            <ac:spMk id="6" creationId="{97AA27A2-B52A-79C1-5BFE-B638F9768F90}"/>
          </ac:spMkLst>
        </pc:spChg>
        <pc:spChg chg="add mod">
          <ac:chgData name="于 心瑞 Xinrui YU" userId="e6fcc6d4-2b88-4beb-95d7-57ae4d33a768" providerId="ADAL" clId="{E15C3DE8-5AE3-45CB-A150-A6E9FDAED7DE}" dt="2025-06-19T08:21:17.998" v="643" actId="1076"/>
          <ac:spMkLst>
            <pc:docMk/>
            <pc:sldMk cId="2505947745" sldId="555"/>
            <ac:spMk id="9" creationId="{4EA5413B-F7C6-FB25-9658-97AEF207464B}"/>
          </ac:spMkLst>
        </pc:spChg>
        <pc:graphicFrameChg chg="add mod modGraphic">
          <ac:chgData name="于 心瑞 Xinrui YU" userId="e6fcc6d4-2b88-4beb-95d7-57ae4d33a768" providerId="ADAL" clId="{E15C3DE8-5AE3-45CB-A150-A6E9FDAED7DE}" dt="2025-06-19T08:18:25.897" v="560" actId="14100"/>
          <ac:graphicFrameMkLst>
            <pc:docMk/>
            <pc:sldMk cId="2505947745" sldId="555"/>
            <ac:graphicFrameMk id="4" creationId="{00A6B511-D712-DAB4-3260-937AFE6987F2}"/>
          </ac:graphicFrameMkLst>
        </pc:graphicFrameChg>
        <pc:graphicFrameChg chg="add mod">
          <ac:chgData name="于 心瑞 Xinrui YU" userId="e6fcc6d4-2b88-4beb-95d7-57ae4d33a768" providerId="ADAL" clId="{E15C3DE8-5AE3-45CB-A150-A6E9FDAED7DE}" dt="2025-06-19T08:19:30.961" v="624" actId="14100"/>
          <ac:graphicFrameMkLst>
            <pc:docMk/>
            <pc:sldMk cId="2505947745" sldId="555"/>
            <ac:graphicFrameMk id="5" creationId="{8660F7D0-D6E9-3F1D-D4FF-99263AA18231}"/>
          </ac:graphicFrameMkLst>
        </pc:graphicFrameChg>
        <pc:picChg chg="add mod modCrop">
          <ac:chgData name="于 心瑞 Xinrui YU" userId="e6fcc6d4-2b88-4beb-95d7-57ae4d33a768" providerId="ADAL" clId="{E15C3DE8-5AE3-45CB-A150-A6E9FDAED7DE}" dt="2025-06-19T08:21:12.627" v="642" actId="1076"/>
          <ac:picMkLst>
            <pc:docMk/>
            <pc:sldMk cId="2505947745" sldId="555"/>
            <ac:picMk id="7" creationId="{13D42E90-8ABE-B7A2-D23E-2FD4FE8831D4}"/>
          </ac:picMkLst>
        </pc:picChg>
        <pc:inkChg chg="del">
          <ac:chgData name="于 心瑞 Xinrui YU" userId="e6fcc6d4-2b88-4beb-95d7-57ae4d33a768" providerId="ADAL" clId="{E15C3DE8-5AE3-45CB-A150-A6E9FDAED7DE}" dt="2025-06-20T11:41:51.471" v="1129" actId="33639"/>
          <ac:inkMkLst>
            <pc:docMk/>
            <pc:sldMk cId="2505947745" sldId="555"/>
            <ac:inkMk id="3" creationId="{C66E20B6-C846-722B-E267-7D5CDEA77D12}"/>
          </ac:inkMkLst>
        </pc:inkChg>
      </pc:sldChg>
      <pc:sldChg chg="addSp delSp modSp add mod delAnim modAnim">
        <pc:chgData name="于 心瑞 Xinrui YU" userId="e6fcc6d4-2b88-4beb-95d7-57ae4d33a768" providerId="ADAL" clId="{E15C3DE8-5AE3-45CB-A150-A6E9FDAED7DE}" dt="2025-06-20T11:41:51.471" v="1129" actId="33639"/>
        <pc:sldMkLst>
          <pc:docMk/>
          <pc:sldMk cId="2756363502" sldId="556"/>
        </pc:sldMkLst>
        <pc:spChg chg="mod">
          <ac:chgData name="于 心瑞 Xinrui YU" userId="e6fcc6d4-2b88-4beb-95d7-57ae4d33a768" providerId="ADAL" clId="{E15C3DE8-5AE3-45CB-A150-A6E9FDAED7DE}" dt="2025-06-19T08:28:11.819" v="729" actId="404"/>
          <ac:spMkLst>
            <pc:docMk/>
            <pc:sldMk cId="2756363502" sldId="556"/>
            <ac:spMk id="2" creationId="{2D83C03C-38FD-5C40-23E0-CC535AF774D7}"/>
          </ac:spMkLst>
        </pc:spChg>
        <pc:spChg chg="add del mod">
          <ac:chgData name="于 心瑞 Xinrui YU" userId="e6fcc6d4-2b88-4beb-95d7-57ae4d33a768" providerId="ADAL" clId="{E15C3DE8-5AE3-45CB-A150-A6E9FDAED7DE}" dt="2025-06-19T08:30:39.389" v="739"/>
          <ac:spMkLst>
            <pc:docMk/>
            <pc:sldMk cId="2756363502" sldId="556"/>
            <ac:spMk id="5" creationId="{B3D3F8F7-3C6B-4020-93E2-842AC67499B5}"/>
          </ac:spMkLst>
        </pc:spChg>
        <pc:spChg chg="mod">
          <ac:chgData name="于 心瑞 Xinrui YU" userId="e6fcc6d4-2b88-4beb-95d7-57ae4d33a768" providerId="ADAL" clId="{E15C3DE8-5AE3-45CB-A150-A6E9FDAED7DE}" dt="2025-06-19T08:31:40.998" v="761" actId="20577"/>
          <ac:spMkLst>
            <pc:docMk/>
            <pc:sldMk cId="2756363502" sldId="556"/>
            <ac:spMk id="9" creationId="{BFE55A06-6F34-A764-A0E7-08FD8412DCFE}"/>
          </ac:spMkLst>
        </pc:spChg>
        <pc:graphicFrameChg chg="del">
          <ac:chgData name="于 心瑞 Xinrui YU" userId="e6fcc6d4-2b88-4beb-95d7-57ae4d33a768" providerId="ADAL" clId="{E15C3DE8-5AE3-45CB-A150-A6E9FDAED7DE}" dt="2025-06-19T08:30:38.936" v="738" actId="478"/>
          <ac:graphicFrameMkLst>
            <pc:docMk/>
            <pc:sldMk cId="2756363502" sldId="556"/>
            <ac:graphicFrameMk id="4" creationId="{7B3C462F-4AFA-753A-962A-0938145B0DD3}"/>
          </ac:graphicFrameMkLst>
        </pc:graphicFrameChg>
        <pc:graphicFrameChg chg="add mod modGraphic">
          <ac:chgData name="于 心瑞 Xinrui YU" userId="e6fcc6d4-2b88-4beb-95d7-57ae4d33a768" providerId="ADAL" clId="{E15C3DE8-5AE3-45CB-A150-A6E9FDAED7DE}" dt="2025-06-19T08:30:50.063" v="747" actId="403"/>
          <ac:graphicFrameMkLst>
            <pc:docMk/>
            <pc:sldMk cId="2756363502" sldId="556"/>
            <ac:graphicFrameMk id="6" creationId="{7F979D61-DCC3-7E40-B5DA-D0ED578037F8}"/>
          </ac:graphicFrameMkLst>
        </pc:graphicFrameChg>
        <pc:picChg chg="del">
          <ac:chgData name="于 心瑞 Xinrui YU" userId="e6fcc6d4-2b88-4beb-95d7-57ae4d33a768" providerId="ADAL" clId="{E15C3DE8-5AE3-45CB-A150-A6E9FDAED7DE}" dt="2025-06-19T08:30:57.585" v="748" actId="478"/>
          <ac:picMkLst>
            <pc:docMk/>
            <pc:sldMk cId="2756363502" sldId="556"/>
            <ac:picMk id="7" creationId="{83A57D62-49C0-5E28-AE3A-8A09586292AE}"/>
          </ac:picMkLst>
        </pc:picChg>
        <pc:picChg chg="add mod modCrop">
          <ac:chgData name="于 心瑞 Xinrui YU" userId="e6fcc6d4-2b88-4beb-95d7-57ae4d33a768" providerId="ADAL" clId="{E15C3DE8-5AE3-45CB-A150-A6E9FDAED7DE}" dt="2025-06-19T08:31:16.432" v="754" actId="1076"/>
          <ac:picMkLst>
            <pc:docMk/>
            <pc:sldMk cId="2756363502" sldId="556"/>
            <ac:picMk id="8" creationId="{3EE1D502-CF39-7DAD-7844-1FD65A04C785}"/>
          </ac:picMkLst>
        </pc:picChg>
        <pc:picChg chg="add mod">
          <ac:chgData name="于 心瑞 Xinrui YU" userId="e6fcc6d4-2b88-4beb-95d7-57ae4d33a768" providerId="ADAL" clId="{E15C3DE8-5AE3-45CB-A150-A6E9FDAED7DE}" dt="2025-06-19T08:29:57.276" v="734" actId="14100"/>
          <ac:picMkLst>
            <pc:docMk/>
            <pc:sldMk cId="2756363502" sldId="556"/>
            <ac:picMk id="2050" creationId="{045997B9-427C-0FF6-8135-065981A96B65}"/>
          </ac:picMkLst>
        </pc:picChg>
        <pc:picChg chg="add mod">
          <ac:chgData name="于 心瑞 Xinrui YU" userId="e6fcc6d4-2b88-4beb-95d7-57ae4d33a768" providerId="ADAL" clId="{E15C3DE8-5AE3-45CB-A150-A6E9FDAED7DE}" dt="2025-06-19T08:30:21.815" v="737" actId="14100"/>
          <ac:picMkLst>
            <pc:docMk/>
            <pc:sldMk cId="2756363502" sldId="556"/>
            <ac:picMk id="2052" creationId="{A952873B-C882-D8D7-C80C-01B63A927084}"/>
          </ac:picMkLst>
        </pc:picChg>
        <pc:inkChg chg="del">
          <ac:chgData name="于 心瑞 Xinrui YU" userId="e6fcc6d4-2b88-4beb-95d7-57ae4d33a768" providerId="ADAL" clId="{E15C3DE8-5AE3-45CB-A150-A6E9FDAED7DE}" dt="2025-06-20T11:41:51.471" v="1129" actId="33639"/>
          <ac:inkMkLst>
            <pc:docMk/>
            <pc:sldMk cId="2756363502" sldId="556"/>
            <ac:inkMk id="3" creationId="{D1337B8B-FB54-C0F5-5EA8-DA33B5D7B14E}"/>
          </ac:inkMkLst>
        </pc:inkChg>
      </pc:sldChg>
      <pc:sldChg chg="modSp add del mod">
        <pc:chgData name="于 心瑞 Xinrui YU" userId="e6fcc6d4-2b88-4beb-95d7-57ae4d33a768" providerId="ADAL" clId="{E15C3DE8-5AE3-45CB-A150-A6E9FDAED7DE}" dt="2025-06-19T08:36:33.590" v="853" actId="47"/>
        <pc:sldMkLst>
          <pc:docMk/>
          <pc:sldMk cId="1661026189" sldId="557"/>
        </pc:sldMkLst>
        <pc:spChg chg="mod">
          <ac:chgData name="于 心瑞 Xinrui YU" userId="e6fcc6d4-2b88-4beb-95d7-57ae4d33a768" providerId="ADAL" clId="{E15C3DE8-5AE3-45CB-A150-A6E9FDAED7DE}" dt="2025-06-19T08:34:23.401" v="772" actId="20577"/>
          <ac:spMkLst>
            <pc:docMk/>
            <pc:sldMk cId="1661026189" sldId="557"/>
            <ac:spMk id="2" creationId="{B4D73EB4-1390-A902-3DED-0756B19539C4}"/>
          </ac:spMkLst>
        </pc:spChg>
      </pc:sldChg>
      <pc:sldChg chg="modSp add mod ord">
        <pc:chgData name="于 心瑞 Xinrui YU" userId="e6fcc6d4-2b88-4beb-95d7-57ae4d33a768" providerId="ADAL" clId="{E15C3DE8-5AE3-45CB-A150-A6E9FDAED7DE}" dt="2025-06-19T08:54:28.084" v="1089" actId="20577"/>
        <pc:sldMkLst>
          <pc:docMk/>
          <pc:sldMk cId="636301792" sldId="558"/>
        </pc:sldMkLst>
        <pc:spChg chg="mod">
          <ac:chgData name="于 心瑞 Xinrui YU" userId="e6fcc6d4-2b88-4beb-95d7-57ae4d33a768" providerId="ADAL" clId="{E15C3DE8-5AE3-45CB-A150-A6E9FDAED7DE}" dt="2025-06-19T08:54:28.084" v="1089" actId="20577"/>
          <ac:spMkLst>
            <pc:docMk/>
            <pc:sldMk cId="636301792" sldId="558"/>
            <ac:spMk id="2" creationId="{B8C54A58-B426-2380-5D60-AE324AF69CA0}"/>
          </ac:spMkLst>
        </pc:spChg>
      </pc:sldChg>
      <pc:sldChg chg="addSp delSp modSp new mod modNotesTx">
        <pc:chgData name="于 心瑞 Xinrui YU" userId="e6fcc6d4-2b88-4beb-95d7-57ae4d33a768" providerId="ADAL" clId="{E15C3DE8-5AE3-45CB-A150-A6E9FDAED7DE}" dt="2025-06-19T08:45:18.910" v="983" actId="207"/>
        <pc:sldMkLst>
          <pc:docMk/>
          <pc:sldMk cId="3116997005" sldId="559"/>
        </pc:sldMkLst>
        <pc:spChg chg="mod">
          <ac:chgData name="于 心瑞 Xinrui YU" userId="e6fcc6d4-2b88-4beb-95d7-57ae4d33a768" providerId="ADAL" clId="{E15C3DE8-5AE3-45CB-A150-A6E9FDAED7DE}" dt="2025-06-19T08:45:18.910" v="983" actId="207"/>
          <ac:spMkLst>
            <pc:docMk/>
            <pc:sldMk cId="3116997005" sldId="559"/>
            <ac:spMk id="2" creationId="{2BC53141-3981-B38D-35F7-08932B0CE916}"/>
          </ac:spMkLst>
        </pc:spChg>
        <pc:spChg chg="del">
          <ac:chgData name="于 心瑞 Xinrui YU" userId="e6fcc6d4-2b88-4beb-95d7-57ae4d33a768" providerId="ADAL" clId="{E15C3DE8-5AE3-45CB-A150-A6E9FDAED7DE}" dt="2025-06-19T08:44:08.541" v="924" actId="478"/>
          <ac:spMkLst>
            <pc:docMk/>
            <pc:sldMk cId="3116997005" sldId="559"/>
            <ac:spMk id="3" creationId="{9D4A03DD-DF0F-1019-40DF-BCFBAB9F529B}"/>
          </ac:spMkLst>
        </pc:spChg>
        <pc:spChg chg="add">
          <ac:chgData name="于 心瑞 Xinrui YU" userId="e6fcc6d4-2b88-4beb-95d7-57ae4d33a768" providerId="ADAL" clId="{E15C3DE8-5AE3-45CB-A150-A6E9FDAED7DE}" dt="2025-06-19T08:41:30.379" v="899"/>
          <ac:spMkLst>
            <pc:docMk/>
            <pc:sldMk cId="3116997005" sldId="559"/>
            <ac:spMk id="4" creationId="{B425172C-8245-572E-6966-34B3D84A1E7D}"/>
          </ac:spMkLst>
        </pc:spChg>
        <pc:spChg chg="add del">
          <ac:chgData name="于 心瑞 Xinrui YU" userId="e6fcc6d4-2b88-4beb-95d7-57ae4d33a768" providerId="ADAL" clId="{E15C3DE8-5AE3-45CB-A150-A6E9FDAED7DE}" dt="2025-06-19T08:43:09.940" v="918" actId="22"/>
          <ac:spMkLst>
            <pc:docMk/>
            <pc:sldMk cId="3116997005" sldId="559"/>
            <ac:spMk id="6" creationId="{F00AD3F4-A2F9-5D99-C215-6D240BA0EDFB}"/>
          </ac:spMkLst>
        </pc:spChg>
        <pc:spChg chg="add mod">
          <ac:chgData name="于 心瑞 Xinrui YU" userId="e6fcc6d4-2b88-4beb-95d7-57ae4d33a768" providerId="ADAL" clId="{E15C3DE8-5AE3-45CB-A150-A6E9FDAED7DE}" dt="2025-06-19T08:43:21.118" v="920"/>
          <ac:spMkLst>
            <pc:docMk/>
            <pc:sldMk cId="3116997005" sldId="559"/>
            <ac:spMk id="7" creationId="{99B91CC9-1EAB-BC69-767F-1219D3D4BB29}"/>
          </ac:spMkLst>
        </pc:spChg>
        <pc:spChg chg="add mod">
          <ac:chgData name="于 心瑞 Xinrui YU" userId="e6fcc6d4-2b88-4beb-95d7-57ae4d33a768" providerId="ADAL" clId="{E15C3DE8-5AE3-45CB-A150-A6E9FDAED7DE}" dt="2025-06-19T08:44:37.367" v="930" actId="1076"/>
          <ac:spMkLst>
            <pc:docMk/>
            <pc:sldMk cId="3116997005" sldId="559"/>
            <ac:spMk id="10" creationId="{56249010-8BAD-DF47-5A5B-A951D31A6BAF}"/>
          </ac:spMkLst>
        </pc:spChg>
        <pc:picChg chg="add mod">
          <ac:chgData name="于 心瑞 Xinrui YU" userId="e6fcc6d4-2b88-4beb-95d7-57ae4d33a768" providerId="ADAL" clId="{E15C3DE8-5AE3-45CB-A150-A6E9FDAED7DE}" dt="2025-06-19T08:44:06.630" v="923" actId="1076"/>
          <ac:picMkLst>
            <pc:docMk/>
            <pc:sldMk cId="3116997005" sldId="559"/>
            <ac:picMk id="9" creationId="{E21A0B5B-4DA4-B0FE-2BD8-FB20E7FF65A9}"/>
          </ac:picMkLst>
        </pc:picChg>
        <pc:picChg chg="add mod">
          <ac:chgData name="于 心瑞 Xinrui YU" userId="e6fcc6d4-2b88-4beb-95d7-57ae4d33a768" providerId="ADAL" clId="{E15C3DE8-5AE3-45CB-A150-A6E9FDAED7DE}" dt="2025-06-19T08:40:32.307" v="898" actId="1076"/>
          <ac:picMkLst>
            <pc:docMk/>
            <pc:sldMk cId="3116997005" sldId="559"/>
            <ac:picMk id="3074" creationId="{A029E45C-BDA9-4FA1-F9EC-FD268501C463}"/>
          </ac:picMkLst>
        </pc:picChg>
      </pc:sldChg>
      <pc:sldChg chg="add">
        <pc:chgData name="于 心瑞 Xinrui YU" userId="e6fcc6d4-2b88-4beb-95d7-57ae4d33a768" providerId="ADAL" clId="{E15C3DE8-5AE3-45CB-A150-A6E9FDAED7DE}" dt="2025-06-19T08:46:14.453" v="984"/>
        <pc:sldMkLst>
          <pc:docMk/>
          <pc:sldMk cId="2436752863" sldId="560"/>
        </pc:sldMkLst>
      </pc:sldChg>
      <pc:sldChg chg="delSp add mod">
        <pc:chgData name="于 心瑞 Xinrui YU" userId="e6fcc6d4-2b88-4beb-95d7-57ae4d33a768" providerId="ADAL" clId="{E15C3DE8-5AE3-45CB-A150-A6E9FDAED7DE}" dt="2025-06-20T11:41:51.471" v="1129" actId="33639"/>
        <pc:sldMkLst>
          <pc:docMk/>
          <pc:sldMk cId="1515002512" sldId="561"/>
        </pc:sldMkLst>
        <pc:inkChg chg="del">
          <ac:chgData name="于 心瑞 Xinrui YU" userId="e6fcc6d4-2b88-4beb-95d7-57ae4d33a768" providerId="ADAL" clId="{E15C3DE8-5AE3-45CB-A150-A6E9FDAED7DE}" dt="2025-06-20T11:41:51.471" v="1129" actId="33639"/>
          <ac:inkMkLst>
            <pc:docMk/>
            <pc:sldMk cId="1515002512" sldId="561"/>
            <ac:inkMk id="5" creationId="{91D7EA38-3411-A2D0-3B7C-1706EC61194C}"/>
          </ac:inkMkLst>
        </pc:inkChg>
        <pc:inkChg chg="del">
          <ac:chgData name="于 心瑞 Xinrui YU" userId="e6fcc6d4-2b88-4beb-95d7-57ae4d33a768" providerId="ADAL" clId="{E15C3DE8-5AE3-45CB-A150-A6E9FDAED7DE}" dt="2025-06-20T11:41:51.471" v="1129" actId="33639"/>
          <ac:inkMkLst>
            <pc:docMk/>
            <pc:sldMk cId="1515002512" sldId="561"/>
            <ac:inkMk id="6" creationId="{0373BBA8-E0EF-3BB3-AAFC-ACF505A29AF2}"/>
          </ac:inkMkLst>
        </pc:inkChg>
      </pc:sldChg>
      <pc:sldChg chg="add">
        <pc:chgData name="于 心瑞 Xinrui YU" userId="e6fcc6d4-2b88-4beb-95d7-57ae4d33a768" providerId="ADAL" clId="{E15C3DE8-5AE3-45CB-A150-A6E9FDAED7DE}" dt="2025-06-19T08:46:36.702" v="985"/>
        <pc:sldMkLst>
          <pc:docMk/>
          <pc:sldMk cId="3691882386" sldId="562"/>
        </pc:sldMkLst>
      </pc:sldChg>
      <pc:sldChg chg="delSp add mod">
        <pc:chgData name="于 心瑞 Xinrui YU" userId="e6fcc6d4-2b88-4beb-95d7-57ae4d33a768" providerId="ADAL" clId="{E15C3DE8-5AE3-45CB-A150-A6E9FDAED7DE}" dt="2025-06-20T11:41:51.471" v="1129" actId="33639"/>
        <pc:sldMkLst>
          <pc:docMk/>
          <pc:sldMk cId="1102766489" sldId="563"/>
        </pc:sldMkLst>
        <pc:inkChg chg="del">
          <ac:chgData name="于 心瑞 Xinrui YU" userId="e6fcc6d4-2b88-4beb-95d7-57ae4d33a768" providerId="ADAL" clId="{E15C3DE8-5AE3-45CB-A150-A6E9FDAED7DE}" dt="2025-06-20T11:41:51.471" v="1129" actId="33639"/>
          <ac:inkMkLst>
            <pc:docMk/>
            <pc:sldMk cId="1102766489" sldId="563"/>
            <ac:inkMk id="4" creationId="{82E9EB78-FCD5-A9CA-EE22-E4CBFD7FB367}"/>
          </ac:inkMkLst>
        </pc:inkChg>
      </pc:sldChg>
      <pc:sldChg chg="delSp add mod">
        <pc:chgData name="于 心瑞 Xinrui YU" userId="e6fcc6d4-2b88-4beb-95d7-57ae4d33a768" providerId="ADAL" clId="{E15C3DE8-5AE3-45CB-A150-A6E9FDAED7DE}" dt="2025-06-20T11:41:51.471" v="1129" actId="33639"/>
        <pc:sldMkLst>
          <pc:docMk/>
          <pc:sldMk cId="3438320944" sldId="564"/>
        </pc:sldMkLst>
        <pc:inkChg chg="del">
          <ac:chgData name="于 心瑞 Xinrui YU" userId="e6fcc6d4-2b88-4beb-95d7-57ae4d33a768" providerId="ADAL" clId="{E15C3DE8-5AE3-45CB-A150-A6E9FDAED7DE}" dt="2025-06-20T11:41:51.471" v="1129" actId="33639"/>
          <ac:inkMkLst>
            <pc:docMk/>
            <pc:sldMk cId="3438320944" sldId="564"/>
            <ac:inkMk id="4" creationId="{D9A84810-3C73-D1EE-639A-27DDB64CE8CD}"/>
          </ac:inkMkLst>
        </pc:inkChg>
      </pc:sldChg>
      <pc:sldChg chg="modSp add mod">
        <pc:chgData name="于 心瑞 Xinrui YU" userId="e6fcc6d4-2b88-4beb-95d7-57ae4d33a768" providerId="ADAL" clId="{E15C3DE8-5AE3-45CB-A150-A6E9FDAED7DE}" dt="2025-06-19T08:59:32.175" v="1123" actId="20577"/>
        <pc:sldMkLst>
          <pc:docMk/>
          <pc:sldMk cId="3937414092" sldId="565"/>
        </pc:sldMkLst>
        <pc:spChg chg="mod">
          <ac:chgData name="于 心瑞 Xinrui YU" userId="e6fcc6d4-2b88-4beb-95d7-57ae4d33a768" providerId="ADAL" clId="{E15C3DE8-5AE3-45CB-A150-A6E9FDAED7DE}" dt="2025-06-19T08:59:32.175" v="1123" actId="20577"/>
          <ac:spMkLst>
            <pc:docMk/>
            <pc:sldMk cId="3937414092" sldId="565"/>
            <ac:spMk id="2" creationId="{BF06A5EE-0495-B8B3-589A-B18FDAF2D9CF}"/>
          </ac:spMkLst>
        </pc:spChg>
      </pc:sldChg>
      <pc:sldChg chg="modSp add mod">
        <pc:chgData name="于 心瑞 Xinrui YU" userId="e6fcc6d4-2b88-4beb-95d7-57ae4d33a768" providerId="ADAL" clId="{E15C3DE8-5AE3-45CB-A150-A6E9FDAED7DE}" dt="2025-06-19T09:01:49.541" v="1126" actId="27636"/>
        <pc:sldMkLst>
          <pc:docMk/>
          <pc:sldMk cId="784421490" sldId="566"/>
        </pc:sldMkLst>
        <pc:spChg chg="mod">
          <ac:chgData name="于 心瑞 Xinrui YU" userId="e6fcc6d4-2b88-4beb-95d7-57ae4d33a768" providerId="ADAL" clId="{E15C3DE8-5AE3-45CB-A150-A6E9FDAED7DE}" dt="2025-06-19T09:01:49.541" v="1126" actId="27636"/>
          <ac:spMkLst>
            <pc:docMk/>
            <pc:sldMk cId="784421490" sldId="566"/>
            <ac:spMk id="3" creationId="{2425F833-F48A-41AB-BDF3-AE0A36E8B10B}"/>
          </ac:spMkLst>
        </pc:spChg>
      </pc:sldChg>
      <pc:sldChg chg="delSp add mod">
        <pc:chgData name="于 心瑞 Xinrui YU" userId="e6fcc6d4-2b88-4beb-95d7-57ae4d33a768" providerId="ADAL" clId="{E15C3DE8-5AE3-45CB-A150-A6E9FDAED7DE}" dt="2025-06-20T11:41:51.471" v="1129" actId="33639"/>
        <pc:sldMkLst>
          <pc:docMk/>
          <pc:sldMk cId="2518422930" sldId="567"/>
        </pc:sldMkLst>
        <pc:inkChg chg="del">
          <ac:chgData name="于 心瑞 Xinrui YU" userId="e6fcc6d4-2b88-4beb-95d7-57ae4d33a768" providerId="ADAL" clId="{E15C3DE8-5AE3-45CB-A150-A6E9FDAED7DE}" dt="2025-06-20T11:41:51.471" v="1129" actId="33639"/>
          <ac:inkMkLst>
            <pc:docMk/>
            <pc:sldMk cId="2518422930" sldId="567"/>
            <ac:inkMk id="4" creationId="{8A4B9422-5F69-E446-B588-7F3AEC6ECDF6}"/>
          </ac:inkMkLst>
        </pc:inkChg>
      </pc:sldChg>
      <pc:sldChg chg="delSp add mod">
        <pc:chgData name="于 心瑞 Xinrui YU" userId="e6fcc6d4-2b88-4beb-95d7-57ae4d33a768" providerId="ADAL" clId="{E15C3DE8-5AE3-45CB-A150-A6E9FDAED7DE}" dt="2025-06-20T11:41:51.471" v="1129" actId="33639"/>
        <pc:sldMkLst>
          <pc:docMk/>
          <pc:sldMk cId="739058745" sldId="568"/>
        </pc:sldMkLst>
        <pc:inkChg chg="del">
          <ac:chgData name="于 心瑞 Xinrui YU" userId="e6fcc6d4-2b88-4beb-95d7-57ae4d33a768" providerId="ADAL" clId="{E15C3DE8-5AE3-45CB-A150-A6E9FDAED7DE}" dt="2025-06-20T11:41:51.471" v="1129" actId="33639"/>
          <ac:inkMkLst>
            <pc:docMk/>
            <pc:sldMk cId="739058745" sldId="568"/>
            <ac:inkMk id="4" creationId="{291EC9D8-F268-7E60-BF6F-F5E33B9A82B7}"/>
          </ac:inkMkLst>
        </pc:inkChg>
      </pc:sldChg>
      <pc:sldChg chg="delSp add mod">
        <pc:chgData name="于 心瑞 Xinrui YU" userId="e6fcc6d4-2b88-4beb-95d7-57ae4d33a768" providerId="ADAL" clId="{E15C3DE8-5AE3-45CB-A150-A6E9FDAED7DE}" dt="2025-06-20T11:41:51.471" v="1129" actId="33639"/>
        <pc:sldMkLst>
          <pc:docMk/>
          <pc:sldMk cId="2120495719" sldId="569"/>
        </pc:sldMkLst>
        <pc:inkChg chg="del">
          <ac:chgData name="于 心瑞 Xinrui YU" userId="e6fcc6d4-2b88-4beb-95d7-57ae4d33a768" providerId="ADAL" clId="{E15C3DE8-5AE3-45CB-A150-A6E9FDAED7DE}" dt="2025-06-20T11:41:51.471" v="1129" actId="33639"/>
          <ac:inkMkLst>
            <pc:docMk/>
            <pc:sldMk cId="2120495719" sldId="569"/>
            <ac:inkMk id="4" creationId="{718DE69F-5D2A-3CA7-6D98-9C5F054AF127}"/>
          </ac:inkMkLst>
        </pc:inkChg>
      </pc:sldChg>
      <pc:sldChg chg="delSp add mod">
        <pc:chgData name="于 心瑞 Xinrui YU" userId="e6fcc6d4-2b88-4beb-95d7-57ae4d33a768" providerId="ADAL" clId="{E15C3DE8-5AE3-45CB-A150-A6E9FDAED7DE}" dt="2025-06-20T11:41:51.471" v="1129" actId="33639"/>
        <pc:sldMkLst>
          <pc:docMk/>
          <pc:sldMk cId="4085919228" sldId="570"/>
        </pc:sldMkLst>
        <pc:inkChg chg="del">
          <ac:chgData name="于 心瑞 Xinrui YU" userId="e6fcc6d4-2b88-4beb-95d7-57ae4d33a768" providerId="ADAL" clId="{E15C3DE8-5AE3-45CB-A150-A6E9FDAED7DE}" dt="2025-06-20T11:41:51.471" v="1129" actId="33639"/>
          <ac:inkMkLst>
            <pc:docMk/>
            <pc:sldMk cId="4085919228" sldId="570"/>
            <ac:inkMk id="4" creationId="{430FF99F-2949-42DA-4C34-6A94A2BE268B}"/>
          </ac:inkMkLst>
        </pc:inkChg>
        <pc:inkChg chg="del">
          <ac:chgData name="于 心瑞 Xinrui YU" userId="e6fcc6d4-2b88-4beb-95d7-57ae4d33a768" providerId="ADAL" clId="{E15C3DE8-5AE3-45CB-A150-A6E9FDAED7DE}" dt="2025-06-20T11:41:51.471" v="1129" actId="33639"/>
          <ac:inkMkLst>
            <pc:docMk/>
            <pc:sldMk cId="4085919228" sldId="570"/>
            <ac:inkMk id="5" creationId="{22983225-7697-D791-7793-59DD25F7C43B}"/>
          </ac:inkMkLst>
        </pc:inkChg>
      </pc:sldChg>
      <pc:sldChg chg="delSp add mod">
        <pc:chgData name="于 心瑞 Xinrui YU" userId="e6fcc6d4-2b88-4beb-95d7-57ae4d33a768" providerId="ADAL" clId="{E15C3DE8-5AE3-45CB-A150-A6E9FDAED7DE}" dt="2025-06-20T11:41:51.471" v="1129" actId="33639"/>
        <pc:sldMkLst>
          <pc:docMk/>
          <pc:sldMk cId="3496613635" sldId="571"/>
        </pc:sldMkLst>
        <pc:inkChg chg="del">
          <ac:chgData name="于 心瑞 Xinrui YU" userId="e6fcc6d4-2b88-4beb-95d7-57ae4d33a768" providerId="ADAL" clId="{E15C3DE8-5AE3-45CB-A150-A6E9FDAED7DE}" dt="2025-06-20T11:41:51.471" v="1129" actId="33639"/>
          <ac:inkMkLst>
            <pc:docMk/>
            <pc:sldMk cId="3496613635" sldId="571"/>
            <ac:inkMk id="4" creationId="{6CF1D55E-09FD-F944-7C7F-9A90EC1CCAD3}"/>
          </ac:inkMkLst>
        </pc:inkChg>
      </pc:sldChg>
      <pc:sldChg chg="add">
        <pc:chgData name="于 心瑞 Xinrui YU" userId="e6fcc6d4-2b88-4beb-95d7-57ae4d33a768" providerId="ADAL" clId="{E15C3DE8-5AE3-45CB-A150-A6E9FDAED7DE}" dt="2025-06-19T09:05:23.671" v="1128"/>
        <pc:sldMkLst>
          <pc:docMk/>
          <pc:sldMk cId="1540119890" sldId="572"/>
        </pc:sldMkLst>
      </pc:sldChg>
      <pc:sldChg chg="add">
        <pc:chgData name="于 心瑞 Xinrui YU" userId="e6fcc6d4-2b88-4beb-95d7-57ae4d33a768" providerId="ADAL" clId="{E15C3DE8-5AE3-45CB-A150-A6E9FDAED7DE}" dt="2025-06-19T09:05:23.671" v="1128"/>
        <pc:sldMkLst>
          <pc:docMk/>
          <pc:sldMk cId="4031119032" sldId="573"/>
        </pc:sldMkLst>
      </pc:sldChg>
      <pc:sldChg chg="delSp mod">
        <pc:chgData name="于 心瑞 Xinrui YU" userId="e6fcc6d4-2b88-4beb-95d7-57ae4d33a768" providerId="ADAL" clId="{E15C3DE8-5AE3-45CB-A150-A6E9FDAED7DE}" dt="2025-06-20T11:41:51.471" v="1129" actId="33639"/>
        <pc:sldMkLst>
          <pc:docMk/>
          <pc:sldMk cId="740267960" sldId="574"/>
        </pc:sldMkLst>
        <pc:inkChg chg="del">
          <ac:chgData name="于 心瑞 Xinrui YU" userId="e6fcc6d4-2b88-4beb-95d7-57ae4d33a768" providerId="ADAL" clId="{E15C3DE8-5AE3-45CB-A150-A6E9FDAED7DE}" dt="2025-06-20T11:41:51.471" v="1129" actId="33639"/>
          <ac:inkMkLst>
            <pc:docMk/>
            <pc:sldMk cId="740267960" sldId="574"/>
            <ac:inkMk id="4" creationId="{4487CB7F-4A8F-E413-9B67-4797662C484A}"/>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4D0BB-5522-4C10-8135-53B21677EA29}" type="datetimeFigureOut">
              <a:rPr lang="en-US" smtClean="0"/>
              <a:t>6/20/2025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299D46-16F3-4057-B356-6BA1F3AC74E9}" type="slidenum">
              <a:rPr lang="en-US" smtClean="0"/>
              <a:t>‹#›</a:t>
            </a:fld>
            <a:endParaRPr lang="en-US"/>
          </a:p>
        </p:txBody>
      </p:sp>
    </p:spTree>
    <p:extLst>
      <p:ext uri="{BB962C8B-B14F-4D97-AF65-F5344CB8AC3E}">
        <p14:creationId xmlns:p14="http://schemas.microsoft.com/office/powerpoint/2010/main" val="3516992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4</a:t>
            </a:fld>
            <a:endParaRPr lang="en-US"/>
          </a:p>
        </p:txBody>
      </p:sp>
    </p:spTree>
    <p:extLst>
      <p:ext uri="{BB962C8B-B14F-4D97-AF65-F5344CB8AC3E}">
        <p14:creationId xmlns:p14="http://schemas.microsoft.com/office/powerpoint/2010/main" val="1251261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多程序设计</a:t>
            </a:r>
            <a:endParaRPr lang="en-US" altLang="zh-CN" dirty="0"/>
          </a:p>
          <a:p>
            <a:r>
              <a:rPr lang="zh-CN" altLang="en-US" dirty="0"/>
              <a:t>分时系统</a:t>
            </a:r>
            <a:endParaRPr lang="en-US" altLang="zh-CN" dirty="0"/>
          </a:p>
          <a:p>
            <a:r>
              <a:rPr lang="zh-CN" altLang="en-US" dirty="0"/>
              <a:t>上下文（运行环境）切换</a:t>
            </a:r>
            <a:endParaRPr lang="en-US" altLang="zh-CN" dirty="0"/>
          </a:p>
          <a:p>
            <a:r>
              <a:rPr lang="en-US" dirty="0"/>
              <a:t>To avoid idleness</a:t>
            </a:r>
          </a:p>
        </p:txBody>
      </p:sp>
      <p:sp>
        <p:nvSpPr>
          <p:cNvPr id="4" name="Slide Number Placeholder 3"/>
          <p:cNvSpPr>
            <a:spLocks noGrp="1"/>
          </p:cNvSpPr>
          <p:nvPr>
            <p:ph type="sldNum" sz="quarter" idx="5"/>
          </p:nvPr>
        </p:nvSpPr>
        <p:spPr/>
        <p:txBody>
          <a:bodyPr/>
          <a:lstStyle/>
          <a:p>
            <a:fld id="{20299D46-16F3-4057-B356-6BA1F3AC74E9}" type="slidenum">
              <a:rPr lang="en-US" smtClean="0"/>
              <a:t>5</a:t>
            </a:fld>
            <a:endParaRPr lang="en-US"/>
          </a:p>
        </p:txBody>
      </p:sp>
    </p:spTree>
    <p:extLst>
      <p:ext uri="{BB962C8B-B14F-4D97-AF65-F5344CB8AC3E}">
        <p14:creationId xmlns:p14="http://schemas.microsoft.com/office/powerpoint/2010/main" val="4229425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20299D46-16F3-4057-B356-6BA1F3AC74E9}" type="slidenum">
              <a:rPr lang="en-US" smtClean="0"/>
              <a:t>6</a:t>
            </a:fld>
            <a:endParaRPr lang="en-US"/>
          </a:p>
        </p:txBody>
      </p:sp>
    </p:spTree>
    <p:extLst>
      <p:ext uri="{BB962C8B-B14F-4D97-AF65-F5344CB8AC3E}">
        <p14:creationId xmlns:p14="http://schemas.microsoft.com/office/powerpoint/2010/main" val="2553933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zh-CN" altLang="en-US" dirty="0"/>
              <a:t>微内核系统</a:t>
            </a:r>
            <a:endParaRPr lang="en-US" altLang="zh-CN" dirty="0"/>
          </a:p>
          <a:p>
            <a:pPr marL="0" indent="0">
              <a:buFontTx/>
              <a:buNone/>
            </a:pPr>
            <a:r>
              <a:rPr lang="zh-CN" altLang="en-US" dirty="0"/>
              <a:t>宏内核系统</a:t>
            </a:r>
            <a:r>
              <a:rPr lang="en-US" altLang="zh-CN" dirty="0"/>
              <a:t>/</a:t>
            </a:r>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7</a:t>
            </a:fld>
            <a:endParaRPr lang="en-US"/>
          </a:p>
        </p:txBody>
      </p:sp>
    </p:spTree>
    <p:extLst>
      <p:ext uri="{BB962C8B-B14F-4D97-AF65-F5344CB8AC3E}">
        <p14:creationId xmlns:p14="http://schemas.microsoft.com/office/powerpoint/2010/main" val="241386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56D90-0C12-B9B2-236B-C8CE90D14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ACA49-466E-E003-DFF8-2E464AF513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3A368-6C2A-F9D2-F1FA-7802D2D333D9}"/>
              </a:ext>
            </a:extLst>
          </p:cNvPr>
          <p:cNvSpPr>
            <a:spLocks noGrp="1"/>
          </p:cNvSpPr>
          <p:nvPr>
            <p:ph type="body" idx="1"/>
          </p:nvPr>
        </p:nvSpPr>
        <p:spPr/>
        <p:txBody>
          <a:bodyPr/>
          <a:lstStyle/>
          <a:p>
            <a:pPr marL="0" indent="0">
              <a:buFontTx/>
              <a:buNone/>
            </a:pPr>
            <a:r>
              <a:rPr lang="zh-CN" altLang="en-US" dirty="0"/>
              <a:t>微内核系统</a:t>
            </a:r>
            <a:endParaRPr lang="en-US" altLang="zh-CN" dirty="0"/>
          </a:p>
          <a:p>
            <a:pPr marL="0" indent="0">
              <a:buFontTx/>
              <a:buNone/>
            </a:pPr>
            <a:r>
              <a:rPr lang="zh-CN" altLang="en-US" dirty="0"/>
              <a:t>宏内核系统</a:t>
            </a:r>
            <a:r>
              <a:rPr lang="en-US" altLang="zh-CN" dirty="0"/>
              <a:t>/</a:t>
            </a:r>
            <a:endParaRPr lang="en-US" dirty="0"/>
          </a:p>
        </p:txBody>
      </p:sp>
      <p:sp>
        <p:nvSpPr>
          <p:cNvPr id="4" name="Slide Number Placeholder 3">
            <a:extLst>
              <a:ext uri="{FF2B5EF4-FFF2-40B4-BE49-F238E27FC236}">
                <a16:creationId xmlns:a16="http://schemas.microsoft.com/office/drawing/2014/main" id="{BED88D7B-143C-44F4-1556-27992E93EF7A}"/>
              </a:ext>
            </a:extLst>
          </p:cNvPr>
          <p:cNvSpPr>
            <a:spLocks noGrp="1"/>
          </p:cNvSpPr>
          <p:nvPr>
            <p:ph type="sldNum" sz="quarter" idx="5"/>
          </p:nvPr>
        </p:nvSpPr>
        <p:spPr/>
        <p:txBody>
          <a:bodyPr/>
          <a:lstStyle/>
          <a:p>
            <a:fld id="{20299D46-16F3-4057-B356-6BA1F3AC74E9}" type="slidenum">
              <a:rPr lang="en-US" smtClean="0"/>
              <a:t>8</a:t>
            </a:fld>
            <a:endParaRPr lang="en-US"/>
          </a:p>
        </p:txBody>
      </p:sp>
    </p:spTree>
    <p:extLst>
      <p:ext uri="{BB962C8B-B14F-4D97-AF65-F5344CB8AC3E}">
        <p14:creationId xmlns:p14="http://schemas.microsoft.com/office/powerpoint/2010/main" val="1711348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轮转</a:t>
            </a:r>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13</a:t>
            </a:fld>
            <a:endParaRPr lang="en-US"/>
          </a:p>
        </p:txBody>
      </p:sp>
    </p:spTree>
    <p:extLst>
      <p:ext uri="{BB962C8B-B14F-4D97-AF65-F5344CB8AC3E}">
        <p14:creationId xmlns:p14="http://schemas.microsoft.com/office/powerpoint/2010/main" val="183594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14</a:t>
            </a:fld>
            <a:endParaRPr lang="en-US"/>
          </a:p>
        </p:txBody>
      </p:sp>
    </p:spTree>
    <p:extLst>
      <p:ext uri="{BB962C8B-B14F-4D97-AF65-F5344CB8AC3E}">
        <p14:creationId xmlns:p14="http://schemas.microsoft.com/office/powerpoint/2010/main" val="305088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0D978-8FF5-D0F9-DABA-7BC22FBF0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ABBAE-77FD-80DE-FB0D-4E5FF0967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657EF-B305-36FE-4674-6076A8CB4B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DFC427-B0C8-454B-947F-DE016E72FE4A}"/>
              </a:ext>
            </a:extLst>
          </p:cNvPr>
          <p:cNvSpPr>
            <a:spLocks noGrp="1"/>
          </p:cNvSpPr>
          <p:nvPr>
            <p:ph type="sldNum" sz="quarter" idx="5"/>
          </p:nvPr>
        </p:nvSpPr>
        <p:spPr/>
        <p:txBody>
          <a:bodyPr/>
          <a:lstStyle/>
          <a:p>
            <a:fld id="{20299D46-16F3-4057-B356-6BA1F3AC74E9}" type="slidenum">
              <a:rPr lang="en-US" smtClean="0"/>
              <a:t>15</a:t>
            </a:fld>
            <a:endParaRPr lang="en-US"/>
          </a:p>
        </p:txBody>
      </p:sp>
    </p:spTree>
    <p:extLst>
      <p:ext uri="{BB962C8B-B14F-4D97-AF65-F5344CB8AC3E}">
        <p14:creationId xmlns:p14="http://schemas.microsoft.com/office/powerpoint/2010/main" val="2639634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89E18-9FF9-6415-B76F-C5401B979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2FCBB-6C29-5347-2682-6587C24DE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F32CF-163F-09A7-7875-68D2CFF799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223BB4-8731-D106-577A-5BCC76BB2499}"/>
              </a:ext>
            </a:extLst>
          </p:cNvPr>
          <p:cNvSpPr>
            <a:spLocks noGrp="1"/>
          </p:cNvSpPr>
          <p:nvPr>
            <p:ph type="sldNum" sz="quarter" idx="5"/>
          </p:nvPr>
        </p:nvSpPr>
        <p:spPr/>
        <p:txBody>
          <a:bodyPr/>
          <a:lstStyle/>
          <a:p>
            <a:fld id="{20299D46-16F3-4057-B356-6BA1F3AC74E9}" type="slidenum">
              <a:rPr lang="en-US" smtClean="0"/>
              <a:t>29</a:t>
            </a:fld>
            <a:endParaRPr lang="en-US"/>
          </a:p>
        </p:txBody>
      </p:sp>
    </p:spTree>
    <p:extLst>
      <p:ext uri="{BB962C8B-B14F-4D97-AF65-F5344CB8AC3E}">
        <p14:creationId xmlns:p14="http://schemas.microsoft.com/office/powerpoint/2010/main" val="3398208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Nei-monic</a:t>
            </a:r>
          </a:p>
        </p:txBody>
      </p:sp>
      <p:sp>
        <p:nvSpPr>
          <p:cNvPr id="4" name="Slide Number Placeholder 3"/>
          <p:cNvSpPr>
            <a:spLocks noGrp="1"/>
          </p:cNvSpPr>
          <p:nvPr>
            <p:ph type="sldNum" sz="quarter" idx="5"/>
          </p:nvPr>
        </p:nvSpPr>
        <p:spPr/>
        <p:txBody>
          <a:bodyPr/>
          <a:lstStyle/>
          <a:p>
            <a:fld id="{20299D46-16F3-4057-B356-6BA1F3AC74E9}" type="slidenum">
              <a:rPr lang="en-US" smtClean="0"/>
              <a:t>32</a:t>
            </a:fld>
            <a:endParaRPr lang="en-US"/>
          </a:p>
        </p:txBody>
      </p:sp>
    </p:spTree>
    <p:extLst>
      <p:ext uri="{BB962C8B-B14F-4D97-AF65-F5344CB8AC3E}">
        <p14:creationId xmlns:p14="http://schemas.microsoft.com/office/powerpoint/2010/main" val="3438253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33</a:t>
            </a:fld>
            <a:endParaRPr lang="en-US"/>
          </a:p>
        </p:txBody>
      </p:sp>
    </p:spTree>
    <p:extLst>
      <p:ext uri="{BB962C8B-B14F-4D97-AF65-F5344CB8AC3E}">
        <p14:creationId xmlns:p14="http://schemas.microsoft.com/office/powerpoint/2010/main" val="1740653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20299D46-16F3-4057-B356-6BA1F3AC74E9}" type="slidenum">
              <a:rPr lang="en-US" smtClean="0"/>
              <a:t>34</a:t>
            </a:fld>
            <a:endParaRPr lang="en-US"/>
          </a:p>
        </p:txBody>
      </p:sp>
    </p:spTree>
    <p:extLst>
      <p:ext uri="{BB962C8B-B14F-4D97-AF65-F5344CB8AC3E}">
        <p14:creationId xmlns:p14="http://schemas.microsoft.com/office/powerpoint/2010/main" val="1199667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135D-B5FE-040D-898B-900049687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AC4C0-306F-0A6A-6474-9C4DF002B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C0C8F-DDB7-DF46-C51E-4064E3003A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773C15-9942-DEBB-871E-FF8DFD68EBC7}"/>
              </a:ext>
            </a:extLst>
          </p:cNvPr>
          <p:cNvSpPr>
            <a:spLocks noGrp="1"/>
          </p:cNvSpPr>
          <p:nvPr>
            <p:ph type="sldNum" sz="quarter" idx="5"/>
          </p:nvPr>
        </p:nvSpPr>
        <p:spPr/>
        <p:txBody>
          <a:bodyPr/>
          <a:lstStyle/>
          <a:p>
            <a:fld id="{20299D46-16F3-4057-B356-6BA1F3AC74E9}" type="slidenum">
              <a:rPr lang="en-US" smtClean="0"/>
              <a:t>52</a:t>
            </a:fld>
            <a:endParaRPr lang="en-US"/>
          </a:p>
        </p:txBody>
      </p:sp>
    </p:spTree>
    <p:extLst>
      <p:ext uri="{BB962C8B-B14F-4D97-AF65-F5344CB8AC3E}">
        <p14:creationId xmlns:p14="http://schemas.microsoft.com/office/powerpoint/2010/main" val="2216317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552B-82FF-4AB4-9609-C7A7D3BD15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AACFFC-15DD-45C9-8591-64FB971AF4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250A81-BD6A-4705-B1A1-53C59C7A7855}"/>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5" name="Footer Placeholder 4">
            <a:extLst>
              <a:ext uri="{FF2B5EF4-FFF2-40B4-BE49-F238E27FC236}">
                <a16:creationId xmlns:a16="http://schemas.microsoft.com/office/drawing/2014/main" id="{9AC757A9-5704-449B-95E2-D0CCC051E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94D6D-FCEB-4AB3-A5AF-D02DB65DB74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476077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FBB47-85D7-4C03-AFE8-AE56293CEB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2069EB-CBF3-4983-BD1A-BE58482CA1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77482-8B8C-4ECB-BD8F-227C120E4857}"/>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5" name="Footer Placeholder 4">
            <a:extLst>
              <a:ext uri="{FF2B5EF4-FFF2-40B4-BE49-F238E27FC236}">
                <a16:creationId xmlns:a16="http://schemas.microsoft.com/office/drawing/2014/main" id="{8F589392-4818-4C89-9DFA-A27DAB760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93950-D55E-4C81-B644-450FE394640D}"/>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11114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DB90-BB39-4756-8952-3A1C2DB83A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B32473-D10D-42DD-BA3D-583595F89D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CA9556-2CB1-48A8-B892-A9C6196400E4}"/>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5" name="Footer Placeholder 4">
            <a:extLst>
              <a:ext uri="{FF2B5EF4-FFF2-40B4-BE49-F238E27FC236}">
                <a16:creationId xmlns:a16="http://schemas.microsoft.com/office/drawing/2014/main" id="{E24C7B00-C4F2-4A0E-94EE-D6A849306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89A8A-E754-4481-87DD-5324EE60DA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97071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AC46B-657D-4B96-AF11-2F595FCF31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E23D2-5632-40CB-8093-37AFF79E26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FF951-8D8F-459D-8863-B8A35EF88E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E4D493-34D8-43AD-8A01-CE212CE9D558}"/>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6" name="Footer Placeholder 5">
            <a:extLst>
              <a:ext uri="{FF2B5EF4-FFF2-40B4-BE49-F238E27FC236}">
                <a16:creationId xmlns:a16="http://schemas.microsoft.com/office/drawing/2014/main" id="{30BFC614-C652-4266-8E09-E7370A0CC2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7BA22F-6DAB-4A37-91AA-96D2E04F1B17}"/>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760558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51189-EB22-47FF-B37D-14AADFFD0A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C39329-89A8-40CC-B8D1-C0D2D3463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47A9D-9C23-42EF-8B31-98A681808C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596BC8-4529-4594-A62A-B0490D8B9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69B1F9-831C-4959-9FAC-00D6420CA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7478D-9499-493E-87D6-4D06F7A00298}"/>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8" name="Footer Placeholder 7">
            <a:extLst>
              <a:ext uri="{FF2B5EF4-FFF2-40B4-BE49-F238E27FC236}">
                <a16:creationId xmlns:a16="http://schemas.microsoft.com/office/drawing/2014/main" id="{55F3CEA6-3C43-4928-97C7-2D92EACADA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04DCCD-B828-4CFA-B830-C481107BEDB8}"/>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34341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E580-3584-400F-82B4-86B1D3BA11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F27705-C5F9-457F-BFEC-F13A44823CB5}"/>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4" name="Footer Placeholder 3">
            <a:extLst>
              <a:ext uri="{FF2B5EF4-FFF2-40B4-BE49-F238E27FC236}">
                <a16:creationId xmlns:a16="http://schemas.microsoft.com/office/drawing/2014/main" id="{B7D4B83A-7635-4D97-B096-219D7DB7CD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472993-E0E3-4A12-8240-710606F6CCDF}"/>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552738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4D6E1-7F80-40E1-BF2F-B05F1E975988}"/>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3" name="Footer Placeholder 2">
            <a:extLst>
              <a:ext uri="{FF2B5EF4-FFF2-40B4-BE49-F238E27FC236}">
                <a16:creationId xmlns:a16="http://schemas.microsoft.com/office/drawing/2014/main" id="{6F612BDF-9915-4950-ACA4-33E3BB3BB3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86EA4C-F843-4446-A7B6-4A4B85783716}"/>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68844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D886-60B2-4DD3-8E28-4E27ADA5E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7BCEA3-FD12-4E89-8543-AD44DB0432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91A5EA-5B38-48D1-878E-F4B7E54C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9C3C98-0E0F-4D52-B760-26791C9289AF}"/>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6" name="Footer Placeholder 5">
            <a:extLst>
              <a:ext uri="{FF2B5EF4-FFF2-40B4-BE49-F238E27FC236}">
                <a16:creationId xmlns:a16="http://schemas.microsoft.com/office/drawing/2014/main" id="{ED522735-0599-4C70-AF7B-5A867BE6A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CA1B80-CA4F-418D-B784-E06AD1677909}"/>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218447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E478-4348-499F-93A8-209D59372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211465-A55C-43F8-BC8B-65C908BBC1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4AA8CF-35C7-4E7A-8CF2-DD1B31289F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EA830D-05B3-4113-A934-CE046200FF41}"/>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6" name="Footer Placeholder 5">
            <a:extLst>
              <a:ext uri="{FF2B5EF4-FFF2-40B4-BE49-F238E27FC236}">
                <a16:creationId xmlns:a16="http://schemas.microsoft.com/office/drawing/2014/main" id="{1AFE2548-ED48-4FDD-9329-54769D0AB9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DCEB7C-F788-43DF-85B5-0DBA7C07CE44}"/>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3607691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F941-46EF-4311-AED7-D0BB663691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FD0C78-72E8-42D8-A8A3-0BD58C4C3B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4E8BB-B3FA-45D6-98E9-9C11F14E2DF8}"/>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5" name="Footer Placeholder 4">
            <a:extLst>
              <a:ext uri="{FF2B5EF4-FFF2-40B4-BE49-F238E27FC236}">
                <a16:creationId xmlns:a16="http://schemas.microsoft.com/office/drawing/2014/main" id="{DA8EC78D-3294-4990-8C81-80D15BB97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4B28C-5C64-478B-A901-757A858E5D35}"/>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149872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86A487-2590-4615-B417-E2168DE65D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C70FE8-B807-4A10-88EE-5557BDB62C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BCCCA-6C6B-4B0E-BBAD-24322C9E264F}"/>
              </a:ext>
            </a:extLst>
          </p:cNvPr>
          <p:cNvSpPr>
            <a:spLocks noGrp="1"/>
          </p:cNvSpPr>
          <p:nvPr>
            <p:ph type="dt" sz="half" idx="10"/>
          </p:nvPr>
        </p:nvSpPr>
        <p:spPr/>
        <p:txBody>
          <a:bodyPr/>
          <a:lstStyle/>
          <a:p>
            <a:fld id="{92CC8182-8A53-4BCE-8F74-6947BE705CD4}" type="datetimeFigureOut">
              <a:rPr lang="en-US" smtClean="0"/>
              <a:t>6/20/2025</a:t>
            </a:fld>
            <a:endParaRPr lang="en-US"/>
          </a:p>
        </p:txBody>
      </p:sp>
      <p:sp>
        <p:nvSpPr>
          <p:cNvPr id="5" name="Footer Placeholder 4">
            <a:extLst>
              <a:ext uri="{FF2B5EF4-FFF2-40B4-BE49-F238E27FC236}">
                <a16:creationId xmlns:a16="http://schemas.microsoft.com/office/drawing/2014/main" id="{777A20AF-9B80-4FBF-9840-ACF1BF231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92727-D5B7-4EF1-B44C-581A9DA0903B}"/>
              </a:ext>
            </a:extLst>
          </p:cNvPr>
          <p:cNvSpPr>
            <a:spLocks noGrp="1"/>
          </p:cNvSpPr>
          <p:nvPr>
            <p:ph type="sldNum" sz="quarter" idx="12"/>
          </p:nvPr>
        </p:nvSpPr>
        <p:spPr/>
        <p:txBody>
          <a:bodyPr/>
          <a:lstStyle/>
          <a:p>
            <a:fld id="{1F023CDD-6085-4522-82B4-4228FE4EDFFA}" type="slidenum">
              <a:rPr lang="en-US" smtClean="0"/>
              <a:t>‹#›</a:t>
            </a:fld>
            <a:endParaRPr lang="en-US"/>
          </a:p>
        </p:txBody>
      </p:sp>
    </p:spTree>
    <p:extLst>
      <p:ext uri="{BB962C8B-B14F-4D97-AF65-F5344CB8AC3E}">
        <p14:creationId xmlns:p14="http://schemas.microsoft.com/office/powerpoint/2010/main" val="86329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B331-D111-4B58-8269-2659FD678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A94232-12F2-4F6F-8D85-CA6F56708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DCF1BF-9115-4CA0-9F58-D0A674347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C8182-8A53-4BCE-8F74-6947BE705CD4}" type="datetimeFigureOut">
              <a:rPr lang="en-US" smtClean="0"/>
              <a:t>6/20/2025</a:t>
            </a:fld>
            <a:endParaRPr lang="en-US"/>
          </a:p>
        </p:txBody>
      </p:sp>
      <p:sp>
        <p:nvSpPr>
          <p:cNvPr id="5" name="Footer Placeholder 4">
            <a:extLst>
              <a:ext uri="{FF2B5EF4-FFF2-40B4-BE49-F238E27FC236}">
                <a16:creationId xmlns:a16="http://schemas.microsoft.com/office/drawing/2014/main" id="{BFF3B8B1-D0DD-4F6A-9A0C-E4BAD55617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C3B089-E9D4-4D61-92EB-9C11EA500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23CDD-6085-4522-82B4-4228FE4EDFFA}" type="slidenum">
              <a:rPr lang="en-US" smtClean="0"/>
              <a:t>‹#›</a:t>
            </a:fld>
            <a:endParaRPr lang="en-US"/>
          </a:p>
        </p:txBody>
      </p:sp>
    </p:spTree>
    <p:extLst>
      <p:ext uri="{BB962C8B-B14F-4D97-AF65-F5344CB8AC3E}">
        <p14:creationId xmlns:p14="http://schemas.microsoft.com/office/powerpoint/2010/main" val="1742187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wmf"/><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1" descr="Text, letter&#10;&#10;Description automatically generated">
            <a:extLst>
              <a:ext uri="{FF2B5EF4-FFF2-40B4-BE49-F238E27FC236}">
                <a16:creationId xmlns:a16="http://schemas.microsoft.com/office/drawing/2014/main" id="{E00B5315-1DCF-0FCD-0AF4-436BC7B08E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303" y="1122232"/>
            <a:ext cx="5982803" cy="2213635"/>
          </a:xfrm>
          <a:prstGeom prst="rect">
            <a:avLst/>
          </a:prstGeom>
        </p:spPr>
      </p:pic>
      <p:sp>
        <p:nvSpPr>
          <p:cNvPr id="2" name="Title 1">
            <a:extLst>
              <a:ext uri="{FF2B5EF4-FFF2-40B4-BE49-F238E27FC236}">
                <a16:creationId xmlns:a16="http://schemas.microsoft.com/office/drawing/2014/main" id="{F472E598-3A9F-494B-94CA-04DD070C9E1E}"/>
              </a:ext>
            </a:extLst>
          </p:cNvPr>
          <p:cNvSpPr>
            <a:spLocks noGrp="1"/>
          </p:cNvSpPr>
          <p:nvPr>
            <p:ph type="ctrTitle"/>
          </p:nvPr>
        </p:nvSpPr>
        <p:spPr>
          <a:xfrm>
            <a:off x="1289303" y="3429000"/>
            <a:ext cx="10080312" cy="1713305"/>
          </a:xfrm>
        </p:spPr>
        <p:txBody>
          <a:bodyPr anchor="b">
            <a:normAutofit/>
          </a:bodyPr>
          <a:lstStyle/>
          <a:p>
            <a:pPr algn="l"/>
            <a:r>
              <a:rPr lang="en-US" sz="3800" dirty="0"/>
              <a:t>ISE 218: Fundamentals of Information Technology</a:t>
            </a:r>
            <a:br>
              <a:rPr lang="en-US" sz="3800" dirty="0"/>
            </a:br>
            <a:r>
              <a:rPr lang="en-US" sz="3800" dirty="0"/>
              <a:t>Final Review: Units 7, 8, and 9</a:t>
            </a:r>
          </a:p>
        </p:txBody>
      </p:sp>
      <p:sp>
        <p:nvSpPr>
          <p:cNvPr id="7" name="Google Shape;90;p1">
            <a:extLst>
              <a:ext uri="{FF2B5EF4-FFF2-40B4-BE49-F238E27FC236}">
                <a16:creationId xmlns:a16="http://schemas.microsoft.com/office/drawing/2014/main" id="{883A5DE1-0824-6D12-D38B-9B67966E7321}"/>
              </a:ext>
            </a:extLst>
          </p:cNvPr>
          <p:cNvSpPr txBox="1">
            <a:spLocks/>
          </p:cNvSpPr>
          <p:nvPr/>
        </p:nvSpPr>
        <p:spPr>
          <a:xfrm>
            <a:off x="1289303" y="5142305"/>
            <a:ext cx="7321200" cy="1096800"/>
          </a:xfrm>
          <a:prstGeom prst="rect">
            <a:avLst/>
          </a:prstGeom>
          <a:noFill/>
          <a:ln>
            <a:noFill/>
          </a:ln>
        </p:spPr>
        <p:txBody>
          <a:bodyPr spcFirstLastPara="1" vert="horz" wrap="square" lIns="91425" tIns="45700" rIns="91425" bIns="45700" rtlCol="0" anchor="t"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buClr>
                <a:schemeClr val="dk1"/>
              </a:buClr>
              <a:buSzPts val="1900"/>
            </a:pPr>
            <a:r>
              <a:rPr lang="en-US" sz="1800" dirty="0"/>
              <a:t>Spring 2025</a:t>
            </a:r>
          </a:p>
          <a:p>
            <a:pPr algn="l">
              <a:buClr>
                <a:schemeClr val="dk1"/>
              </a:buClr>
              <a:buSzPts val="1900"/>
            </a:pPr>
            <a:r>
              <a:rPr lang="en-US" sz="1800" dirty="0"/>
              <a:t>Instructor: Abid Malik</a:t>
            </a:r>
          </a:p>
          <a:p>
            <a:pPr algn="l">
              <a:buClr>
                <a:schemeClr val="dk1"/>
              </a:buClr>
              <a:buSzPts val="1900"/>
            </a:pPr>
            <a:r>
              <a:rPr lang="en-US" sz="1800" dirty="0"/>
              <a:t>co-Instructor: Xinrui Yu</a:t>
            </a:r>
          </a:p>
        </p:txBody>
      </p:sp>
    </p:spTree>
    <p:extLst>
      <p:ext uri="{BB962C8B-B14F-4D97-AF65-F5344CB8AC3E}">
        <p14:creationId xmlns:p14="http://schemas.microsoft.com/office/powerpoint/2010/main" val="325237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7A2A6-6FE6-5F43-5622-3803DB48608B}"/>
              </a:ext>
            </a:extLst>
          </p:cNvPr>
          <p:cNvSpPr>
            <a:spLocks noGrp="1"/>
          </p:cNvSpPr>
          <p:nvPr>
            <p:ph type="title"/>
          </p:nvPr>
        </p:nvSpPr>
        <p:spPr/>
        <p:txBody>
          <a:bodyPr/>
          <a:lstStyle/>
          <a:p>
            <a:r>
              <a:rPr lang="en-US" dirty="0"/>
              <a:t>Final Exam</a:t>
            </a:r>
          </a:p>
        </p:txBody>
      </p:sp>
      <p:sp>
        <p:nvSpPr>
          <p:cNvPr id="3" name="Content Placeholder 2">
            <a:extLst>
              <a:ext uri="{FF2B5EF4-FFF2-40B4-BE49-F238E27FC236}">
                <a16:creationId xmlns:a16="http://schemas.microsoft.com/office/drawing/2014/main" id="{87809B96-557A-F996-E545-CBB7001849B9}"/>
              </a:ext>
            </a:extLst>
          </p:cNvPr>
          <p:cNvSpPr>
            <a:spLocks noGrp="1"/>
          </p:cNvSpPr>
          <p:nvPr>
            <p:ph idx="1"/>
          </p:nvPr>
        </p:nvSpPr>
        <p:spPr/>
        <p:txBody>
          <a:bodyPr>
            <a:normAutofit lnSpcReduction="10000"/>
          </a:bodyPr>
          <a:lstStyle/>
          <a:p>
            <a:r>
              <a:rPr lang="en-US" dirty="0"/>
              <a:t>06/29, 16:00 – 18:00,</a:t>
            </a:r>
            <a:r>
              <a:rPr lang="zh-CN" altLang="en-US" dirty="0"/>
              <a:t> </a:t>
            </a:r>
            <a:r>
              <a:rPr lang="en-US" dirty="0" err="1"/>
              <a:t>Hulian</a:t>
            </a:r>
            <a:r>
              <a:rPr lang="en-US" dirty="0"/>
              <a:t> Building, CLOSED-BOOK, CLOSED-NOTES</a:t>
            </a:r>
          </a:p>
          <a:p>
            <a:r>
              <a:rPr lang="en-US" dirty="0"/>
              <a:t>Scope: Unit 07, 08, and 09</a:t>
            </a:r>
          </a:p>
          <a:p>
            <a:r>
              <a:rPr lang="en-US" dirty="0"/>
              <a:t>Bring your 2B pencils</a:t>
            </a:r>
          </a:p>
          <a:p>
            <a:endParaRPr lang="en-US" dirty="0"/>
          </a:p>
          <a:p>
            <a:r>
              <a:rPr lang="en-US" dirty="0"/>
              <a:t>41 multiple choice questions (select </a:t>
            </a:r>
            <a:r>
              <a:rPr lang="en-US" b="1" dirty="0"/>
              <a:t>one single </a:t>
            </a:r>
            <a:r>
              <a:rPr lang="en-US" dirty="0"/>
              <a:t>option)</a:t>
            </a:r>
          </a:p>
          <a:p>
            <a:r>
              <a:rPr lang="en-US" dirty="0"/>
              <a:t>First 25 questions (50 points) will be about concepts</a:t>
            </a:r>
          </a:p>
          <a:p>
            <a:r>
              <a:rPr lang="en-US" dirty="0"/>
              <a:t>Remaining 16 questions (50 points) will be calculations</a:t>
            </a:r>
          </a:p>
          <a:p>
            <a:endParaRPr lang="en-US" dirty="0"/>
          </a:p>
          <a:p>
            <a:r>
              <a:rPr lang="en-US" dirty="0"/>
              <a:t>Some equations and information will be available (see next slide)</a:t>
            </a:r>
          </a:p>
        </p:txBody>
      </p:sp>
    </p:spTree>
    <p:extLst>
      <p:ext uri="{BB962C8B-B14F-4D97-AF65-F5344CB8AC3E}">
        <p14:creationId xmlns:p14="http://schemas.microsoft.com/office/powerpoint/2010/main" val="1241821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E7D6F1-3770-9F34-42B7-C31289EE4EDD}"/>
              </a:ext>
            </a:extLst>
          </p:cNvPr>
          <p:cNvPicPr>
            <a:picLocks noChangeAspect="1"/>
          </p:cNvPicPr>
          <p:nvPr/>
        </p:nvPicPr>
        <p:blipFill>
          <a:blip r:embed="rId2"/>
          <a:stretch>
            <a:fillRect/>
          </a:stretch>
        </p:blipFill>
        <p:spPr>
          <a:xfrm>
            <a:off x="192309" y="0"/>
            <a:ext cx="11807382" cy="6858000"/>
          </a:xfrm>
          <a:prstGeom prst="rect">
            <a:avLst/>
          </a:prstGeom>
        </p:spPr>
      </p:pic>
    </p:spTree>
    <p:extLst>
      <p:ext uri="{BB962C8B-B14F-4D97-AF65-F5344CB8AC3E}">
        <p14:creationId xmlns:p14="http://schemas.microsoft.com/office/powerpoint/2010/main" val="2189645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69D3-A244-8213-5246-F4C5C1646671}"/>
              </a:ext>
            </a:extLst>
          </p:cNvPr>
          <p:cNvSpPr>
            <a:spLocks noGrp="1"/>
          </p:cNvSpPr>
          <p:nvPr>
            <p:ph type="title"/>
          </p:nvPr>
        </p:nvSpPr>
        <p:spPr>
          <a:xfrm>
            <a:off x="838200" y="2766218"/>
            <a:ext cx="10515600" cy="1325563"/>
          </a:xfrm>
        </p:spPr>
        <p:txBody>
          <a:bodyPr>
            <a:normAutofit fontScale="90000"/>
          </a:bodyPr>
          <a:lstStyle/>
          <a:p>
            <a:pPr algn="ctr"/>
            <a:r>
              <a:rPr lang="en-US" sz="7200" b="1" dirty="0"/>
              <a:t>Unit 07 System Software</a:t>
            </a:r>
            <a:br>
              <a:rPr lang="en-US" sz="7200" b="1" dirty="0"/>
            </a:br>
            <a:r>
              <a:rPr lang="en-US" sz="3600" b="1" dirty="0">
                <a:solidFill>
                  <a:srgbClr val="0070C0"/>
                </a:solidFill>
              </a:rPr>
              <a:t>OS, K</a:t>
            </a:r>
            <a:r>
              <a:rPr lang="en-US" altLang="zh-CN" sz="3600" b="1" dirty="0">
                <a:solidFill>
                  <a:srgbClr val="0070C0"/>
                </a:solidFill>
              </a:rPr>
              <a:t>ernel, Process Scheduling and Programming Languages</a:t>
            </a:r>
            <a:r>
              <a:rPr lang="en-US" sz="3600" b="1" dirty="0">
                <a:solidFill>
                  <a:srgbClr val="0070C0"/>
                </a:solidFill>
              </a:rPr>
              <a:t> </a:t>
            </a:r>
            <a:endParaRPr lang="en-US" sz="7200" b="1" dirty="0">
              <a:solidFill>
                <a:srgbClr val="0070C0"/>
              </a:solidFill>
            </a:endParaRPr>
          </a:p>
        </p:txBody>
      </p:sp>
    </p:spTree>
    <p:extLst>
      <p:ext uri="{BB962C8B-B14F-4D97-AF65-F5344CB8AC3E}">
        <p14:creationId xmlns:p14="http://schemas.microsoft.com/office/powerpoint/2010/main" val="2171544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 Quick History of Operating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As more sophistication crept into resident monitors – starting/stopping jobs, handling I/O, switching between jobs – monitors evolved into more complex </a:t>
            </a:r>
            <a:r>
              <a:rPr lang="en-US" b="1" dirty="0"/>
              <a:t>operating systems</a:t>
            </a:r>
            <a:r>
              <a:rPr lang="en-US" dirty="0"/>
              <a:t> more like OSes of today</a:t>
            </a:r>
          </a:p>
          <a:p>
            <a:r>
              <a:rPr lang="en-US" dirty="0"/>
              <a:t>In the 1960s, hardware had become powerful enough to accommodate </a:t>
            </a:r>
            <a:r>
              <a:rPr lang="en-US" b="1" dirty="0"/>
              <a:t>multiprogramming</a:t>
            </a:r>
            <a:r>
              <a:rPr lang="en-US" dirty="0"/>
              <a:t>, the concurrent execution of more than one task.</a:t>
            </a:r>
          </a:p>
          <a:p>
            <a:r>
              <a:rPr lang="en-US" dirty="0"/>
              <a:t>Multiprogramming is achieved by allocating each process a given portion of CPU time (a </a:t>
            </a:r>
            <a:r>
              <a:rPr lang="en-US" b="1" dirty="0"/>
              <a:t>time slice</a:t>
            </a:r>
            <a:r>
              <a:rPr lang="en-US" dirty="0"/>
              <a:t>).</a:t>
            </a:r>
          </a:p>
          <a:p>
            <a:r>
              <a:rPr lang="en-US" dirty="0"/>
              <a:t>Interactive multiprogramming systems were called </a:t>
            </a:r>
            <a:r>
              <a:rPr lang="en-US" b="1" dirty="0"/>
              <a:t>timesharing</a:t>
            </a:r>
            <a:r>
              <a:rPr lang="en-US" dirty="0"/>
              <a:t> systems.</a:t>
            </a:r>
          </a:p>
          <a:p>
            <a:pPr lvl="1"/>
            <a:r>
              <a:rPr lang="en-US" dirty="0"/>
              <a:t>Multiple, concurrent users connect to the computer via </a:t>
            </a:r>
            <a:r>
              <a:rPr lang="en-US" b="1" dirty="0"/>
              <a:t>terminals</a:t>
            </a:r>
          </a:p>
          <a:p>
            <a:pPr lvl="1"/>
            <a:r>
              <a:rPr lang="en-US" dirty="0"/>
              <a:t>When a process is taken from the CPU and replaced by another, we say that a </a:t>
            </a:r>
            <a:r>
              <a:rPr lang="en-US" b="1" dirty="0"/>
              <a:t>context switch</a:t>
            </a:r>
            <a:r>
              <a:rPr lang="en-US" dirty="0"/>
              <a:t> has occurred.</a:t>
            </a:r>
          </a:p>
          <a:p>
            <a:endParaRPr lang="en-US" dirty="0"/>
          </a:p>
        </p:txBody>
      </p:sp>
    </p:spTree>
    <p:extLst>
      <p:ext uri="{BB962C8B-B14F-4D97-AF65-F5344CB8AC3E}">
        <p14:creationId xmlns:p14="http://schemas.microsoft.com/office/powerpoint/2010/main" val="300311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A Quick History of Operating Systems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Today, </a:t>
            </a:r>
            <a:r>
              <a:rPr lang="en-US" b="1" dirty="0"/>
              <a:t>multiprocessor</a:t>
            </a:r>
            <a:r>
              <a:rPr lang="en-US" dirty="0"/>
              <a:t> systems have become commonplace. </a:t>
            </a:r>
          </a:p>
          <a:p>
            <a:pPr lvl="1"/>
            <a:r>
              <a:rPr lang="en-US" dirty="0"/>
              <a:t>They present an array of challenges to the operating system designer, including the manner in which the processors will be synchronized, and how to keep their activities from interfering with each other.</a:t>
            </a:r>
          </a:p>
          <a:p>
            <a:r>
              <a:rPr lang="en-US" b="1" dirty="0"/>
              <a:t>Tightly coupled multiprocessor</a:t>
            </a:r>
            <a:r>
              <a:rPr lang="en-US" dirty="0"/>
              <a:t> systems share a common memory and the same set of I/O devices.</a:t>
            </a:r>
          </a:p>
          <a:p>
            <a:pPr lvl="1"/>
            <a:r>
              <a:rPr lang="en-US" b="1" dirty="0"/>
              <a:t>Symmetric multiprocessor</a:t>
            </a:r>
            <a:r>
              <a:rPr lang="en-US" dirty="0"/>
              <a:t> (SMP) systems are tightly coupled and </a:t>
            </a:r>
            <a:r>
              <a:rPr lang="en-US" b="1" dirty="0"/>
              <a:t>load balanced</a:t>
            </a:r>
            <a:r>
              <a:rPr lang="en-US" dirty="0"/>
              <a:t>. All processors work on a common task together.</a:t>
            </a:r>
          </a:p>
          <a:p>
            <a:r>
              <a:rPr lang="en-US" b="1" dirty="0"/>
              <a:t>Loosely coupled multiprocessor</a:t>
            </a:r>
            <a:r>
              <a:rPr lang="en-US" dirty="0"/>
              <a:t> systems have physically separate memory. </a:t>
            </a:r>
          </a:p>
          <a:p>
            <a:pPr lvl="1"/>
            <a:r>
              <a:rPr lang="en-US" dirty="0"/>
              <a:t>These are often called </a:t>
            </a:r>
            <a:r>
              <a:rPr lang="en-US" b="1" dirty="0"/>
              <a:t>distributed systems</a:t>
            </a:r>
            <a:r>
              <a:rPr lang="en-US" dirty="0"/>
              <a:t>.</a:t>
            </a:r>
          </a:p>
          <a:p>
            <a:pPr lvl="1"/>
            <a:r>
              <a:rPr lang="en-US" dirty="0"/>
              <a:t>Another type of distributed system is a </a:t>
            </a:r>
            <a:r>
              <a:rPr lang="en-US" b="1" dirty="0"/>
              <a:t>networked system</a:t>
            </a:r>
            <a:r>
              <a:rPr lang="en-US" dirty="0"/>
              <a:t>, which consists of a collection of interconnected, collaborating workstations.</a:t>
            </a:r>
          </a:p>
          <a:p>
            <a:endParaRPr lang="en-US" dirty="0"/>
          </a:p>
        </p:txBody>
      </p:sp>
    </p:spTree>
    <p:extLst>
      <p:ext uri="{BB962C8B-B14F-4D97-AF65-F5344CB8AC3E}">
        <p14:creationId xmlns:p14="http://schemas.microsoft.com/office/powerpoint/2010/main" val="2572393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Operating System Design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Two operating system components are crucial: the </a:t>
            </a:r>
            <a:r>
              <a:rPr lang="en-US" b="1" dirty="0"/>
              <a:t>kernel</a:t>
            </a:r>
            <a:r>
              <a:rPr lang="en-US" dirty="0"/>
              <a:t> and the system programs.</a:t>
            </a:r>
          </a:p>
          <a:p>
            <a:r>
              <a:rPr lang="en-US" dirty="0"/>
              <a:t>As the core of the operating system, the kernel performs scheduling, synchronization, memory management, interrupt handling and also provides security and protection.</a:t>
            </a:r>
          </a:p>
          <a:p>
            <a:r>
              <a:rPr lang="en-US" b="1" dirty="0"/>
              <a:t>Microkernel</a:t>
            </a:r>
            <a:r>
              <a:rPr lang="en-US" dirty="0"/>
              <a:t> systems provide minimal functionality, with most services carried out by external programs.</a:t>
            </a:r>
          </a:p>
          <a:p>
            <a:r>
              <a:rPr lang="en-US" b="1" dirty="0"/>
              <a:t>Monolithic</a:t>
            </a:r>
            <a:r>
              <a:rPr lang="en-US" dirty="0"/>
              <a:t> systems provide most of their services </a:t>
            </a:r>
          </a:p>
          <a:p>
            <a:pPr marL="0" indent="0">
              <a:buNone/>
            </a:pPr>
            <a:r>
              <a:rPr lang="en-US" dirty="0"/>
              <a:t>within a single operating system program.</a:t>
            </a:r>
          </a:p>
          <a:p>
            <a:pPr marL="0" indent="0">
              <a:buNone/>
            </a:pPr>
            <a:r>
              <a:rPr lang="en-US" dirty="0"/>
              <a:t>Mono: single 	Lith: stone</a:t>
            </a:r>
          </a:p>
          <a:p>
            <a:endParaRPr lang="en-US" dirty="0"/>
          </a:p>
        </p:txBody>
      </p:sp>
      <p:pic>
        <p:nvPicPr>
          <p:cNvPr id="1028" name="Picture 4" descr="See the source image">
            <a:extLst>
              <a:ext uri="{FF2B5EF4-FFF2-40B4-BE49-F238E27FC236}">
                <a16:creationId xmlns:a16="http://schemas.microsoft.com/office/drawing/2014/main" id="{4BCFDE2F-CF3C-0A99-950C-D75FBD5FF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3019" y="4453517"/>
            <a:ext cx="3608982" cy="2404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03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F5058-4F5C-EA84-AFC9-7170B114C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C1CB5-A06C-0067-17BD-2BF467F30C20}"/>
              </a:ext>
            </a:extLst>
          </p:cNvPr>
          <p:cNvSpPr>
            <a:spLocks noGrp="1"/>
          </p:cNvSpPr>
          <p:nvPr>
            <p:ph type="title"/>
          </p:nvPr>
        </p:nvSpPr>
        <p:spPr/>
        <p:txBody>
          <a:bodyPr/>
          <a:lstStyle/>
          <a:p>
            <a:r>
              <a:rPr lang="en-US" dirty="0"/>
              <a:t>Operating System Design</a:t>
            </a:r>
          </a:p>
        </p:txBody>
      </p:sp>
      <p:sp>
        <p:nvSpPr>
          <p:cNvPr id="3" name="Content Placeholder 2">
            <a:extLst>
              <a:ext uri="{FF2B5EF4-FFF2-40B4-BE49-F238E27FC236}">
                <a16:creationId xmlns:a16="http://schemas.microsoft.com/office/drawing/2014/main" id="{0B7916F0-D050-8F73-5665-6DE113AFF514}"/>
              </a:ext>
            </a:extLst>
          </p:cNvPr>
          <p:cNvSpPr>
            <a:spLocks noGrp="1"/>
          </p:cNvSpPr>
          <p:nvPr>
            <p:ph idx="1"/>
          </p:nvPr>
        </p:nvSpPr>
        <p:spPr/>
        <p:txBody>
          <a:bodyPr>
            <a:normAutofit fontScale="92500" lnSpcReduction="10000"/>
          </a:bodyPr>
          <a:lstStyle/>
          <a:p>
            <a:pPr>
              <a:lnSpc>
                <a:spcPct val="110000"/>
              </a:lnSpc>
            </a:pPr>
            <a:r>
              <a:rPr lang="en-US" sz="2400" dirty="0">
                <a:solidFill>
                  <a:srgbClr val="000000"/>
                </a:solidFill>
              </a:rPr>
              <a:t>Microkernel systems provide better security, easier maintenance, and portability at the expense of execution speed. (Examples: MINIX, Mach, QNX.)</a:t>
            </a:r>
          </a:p>
          <a:p>
            <a:pPr lvl="1">
              <a:lnSpc>
                <a:spcPct val="110000"/>
              </a:lnSpc>
            </a:pPr>
            <a:r>
              <a:rPr lang="en-US" dirty="0">
                <a:solidFill>
                  <a:srgbClr val="000000"/>
                </a:solidFill>
              </a:rPr>
              <a:t>SMP computers are ideal platforms for microkernel operating systems because they consist of small services that can run independently</a:t>
            </a:r>
          </a:p>
          <a:p>
            <a:pPr>
              <a:lnSpc>
                <a:spcPct val="110000"/>
              </a:lnSpc>
            </a:pPr>
            <a:r>
              <a:rPr lang="en-US" sz="2400" dirty="0">
                <a:solidFill>
                  <a:srgbClr val="000000"/>
                </a:solidFill>
              </a:rPr>
              <a:t>Monolithic systems give faster execution speed, but are difficult to port from one architecture to another. (Examples: Linux, MacOS, and DOS.)</a:t>
            </a:r>
          </a:p>
          <a:p>
            <a:pPr>
              <a:lnSpc>
                <a:spcPct val="110000"/>
              </a:lnSpc>
            </a:pPr>
            <a:r>
              <a:rPr lang="en-US" sz="2400" dirty="0">
                <a:solidFill>
                  <a:srgbClr val="000000"/>
                </a:solidFill>
              </a:rPr>
              <a:t>Windows has a hybrid kernel with aspects of both microkernels and monolithic kernels</a:t>
            </a:r>
          </a:p>
          <a:p>
            <a:pPr lvl="1">
              <a:lnSpc>
                <a:spcPct val="110000"/>
              </a:lnSpc>
            </a:pPr>
            <a:r>
              <a:rPr lang="en-US" dirty="0">
                <a:solidFill>
                  <a:srgbClr val="000000"/>
                </a:solidFill>
              </a:rPr>
              <a:t>The Windows OS consists of many modules that communicate with the main part of the kernel.  This is basically how a microkernel operates.</a:t>
            </a:r>
          </a:p>
          <a:p>
            <a:pPr lvl="1">
              <a:lnSpc>
                <a:spcPct val="110000"/>
              </a:lnSpc>
            </a:pPr>
            <a:r>
              <a:rPr lang="en-US" dirty="0">
                <a:solidFill>
                  <a:srgbClr val="000000"/>
                </a:solidFill>
              </a:rPr>
              <a:t>However, these modules share memory with the rest of the kernel, which is how a monolithic kernel is structured.</a:t>
            </a:r>
          </a:p>
        </p:txBody>
      </p:sp>
    </p:spTree>
    <p:extLst>
      <p:ext uri="{BB962C8B-B14F-4D97-AF65-F5344CB8AC3E}">
        <p14:creationId xmlns:p14="http://schemas.microsoft.com/office/powerpoint/2010/main" val="2813855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9ACC69-ADF2-492B-84C5-EA2CC1607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943276" y="712268"/>
            <a:ext cx="10410524" cy="1193533"/>
          </a:xfrm>
        </p:spPr>
        <p:txBody>
          <a:bodyPr>
            <a:normAutofit/>
          </a:bodyPr>
          <a:lstStyle/>
          <a:p>
            <a:r>
              <a:rPr lang="en-US">
                <a:solidFill>
                  <a:srgbClr val="FFFFFF"/>
                </a:solidFill>
              </a:rPr>
              <a:t>Operating System Services</a:t>
            </a:r>
          </a:p>
        </p:txBody>
      </p:sp>
      <p:cxnSp>
        <p:nvCxnSpPr>
          <p:cNvPr id="10" name="Straight Connector 9">
            <a:extLst>
              <a:ext uri="{FF2B5EF4-FFF2-40B4-BE49-F238E27FC236}">
                <a16:creationId xmlns:a16="http://schemas.microsoft.com/office/drawing/2014/main" id="{F2AE495E-2AAF-4BC1-87A5-331009D828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943276" y="2050181"/>
            <a:ext cx="10410524" cy="4126782"/>
          </a:xfrm>
        </p:spPr>
        <p:txBody>
          <a:bodyPr>
            <a:normAutofit/>
          </a:bodyPr>
          <a:lstStyle/>
          <a:p>
            <a:r>
              <a:rPr lang="en-US" sz="2400">
                <a:solidFill>
                  <a:srgbClr val="FFFFFF"/>
                </a:solidFill>
              </a:rPr>
              <a:t>What are some of the responsibilities or tasks of an operating system that you are familiar with?</a:t>
            </a:r>
          </a:p>
          <a:p>
            <a:r>
              <a:rPr lang="en-US" sz="2400">
                <a:solidFill>
                  <a:srgbClr val="FFFFFF"/>
                </a:solidFill>
              </a:rPr>
              <a:t>In other words, what are some basic tasks a computer can perform that are not necessarily associated with a single program or group of programs?</a:t>
            </a:r>
          </a:p>
          <a:p>
            <a:endParaRPr lang="en-US" sz="2400">
              <a:solidFill>
                <a:srgbClr val="FFFFFF"/>
              </a:solidFill>
            </a:endParaRPr>
          </a:p>
        </p:txBody>
      </p:sp>
    </p:spTree>
    <p:extLst>
      <p:ext uri="{BB962C8B-B14F-4D97-AF65-F5344CB8AC3E}">
        <p14:creationId xmlns:p14="http://schemas.microsoft.com/office/powerpoint/2010/main" val="1654237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838200" y="963877"/>
            <a:ext cx="3494362" cy="4930246"/>
          </a:xfrm>
        </p:spPr>
        <p:txBody>
          <a:bodyPr>
            <a:normAutofit/>
          </a:bodyPr>
          <a:lstStyle/>
          <a:p>
            <a:pPr algn="r"/>
            <a:r>
              <a:rPr lang="en-US">
                <a:solidFill>
                  <a:schemeClr val="accent1"/>
                </a:solidFill>
              </a:rPr>
              <a:t>Operating System Services</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4976031" y="963877"/>
            <a:ext cx="6377769" cy="4930246"/>
          </a:xfrm>
        </p:spPr>
        <p:txBody>
          <a:bodyPr anchor="ctr">
            <a:normAutofit/>
          </a:bodyPr>
          <a:lstStyle/>
          <a:p>
            <a:r>
              <a:rPr lang="en-US" sz="2400" b="1" dirty="0"/>
              <a:t>Process management</a:t>
            </a:r>
            <a:r>
              <a:rPr lang="en-US" sz="2400" dirty="0"/>
              <a:t> lies at the heart of operating system services.</a:t>
            </a:r>
          </a:p>
        </p:txBody>
      </p:sp>
    </p:spTree>
    <p:extLst>
      <p:ext uri="{BB962C8B-B14F-4D97-AF65-F5344CB8AC3E}">
        <p14:creationId xmlns:p14="http://schemas.microsoft.com/office/powerpoint/2010/main" val="187217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endParaRPr lang="en-US" dirty="0"/>
          </a:p>
        </p:txBody>
      </p:sp>
      <p:pic>
        <p:nvPicPr>
          <p:cNvPr id="9" name="Picture 6" descr="c10f08">
            <a:extLst>
              <a:ext uri="{FF2B5EF4-FFF2-40B4-BE49-F238E27FC236}">
                <a16:creationId xmlns:a16="http://schemas.microsoft.com/office/drawing/2014/main" id="{AAAEFEEC-E6A7-405B-9359-FABD00AC057E}"/>
              </a:ext>
            </a:extLst>
          </p:cNvPr>
          <p:cNvPicPr preferRelativeResize="0">
            <a:picLocks noChangeAspect="1" noChangeArrowheads="1"/>
          </p:cNvPicPr>
          <p:nvPr/>
        </p:nvPicPr>
        <p:blipFill>
          <a:blip r:embed="rId2" cstate="print"/>
          <a:srcRect/>
          <a:stretch>
            <a:fillRect/>
          </a:stretch>
        </p:blipFill>
        <p:spPr bwMode="auto">
          <a:xfrm>
            <a:off x="528428" y="863445"/>
            <a:ext cx="8831662" cy="4607451"/>
          </a:xfrm>
          <a:prstGeom prst="rect">
            <a:avLst/>
          </a:prstGeom>
          <a:noFill/>
          <a:ln w="9525">
            <a:noFill/>
            <a:miter lim="800000"/>
            <a:headEnd/>
            <a:tailEnd/>
          </a:ln>
          <a:effectLst/>
        </p:spPr>
      </p:pic>
      <p:pic>
        <p:nvPicPr>
          <p:cNvPr id="10" name="Picture 21" descr="C:\Users\Kevin McDonnell\AppData\Local\Microsoft\Windows\Temporary Internet Files\Content.IE5\44JIOPNE\MPj04230350000[1].jpg">
            <a:extLst>
              <a:ext uri="{FF2B5EF4-FFF2-40B4-BE49-F238E27FC236}">
                <a16:creationId xmlns:a16="http://schemas.microsoft.com/office/drawing/2014/main" id="{1C195A4E-6989-4752-BE48-BEEB5C12C6EF}"/>
              </a:ext>
            </a:extLst>
          </p:cNvPr>
          <p:cNvPicPr>
            <a:picLocks noChangeAspect="1" noChangeArrowheads="1"/>
          </p:cNvPicPr>
          <p:nvPr/>
        </p:nvPicPr>
        <p:blipFill>
          <a:blip r:embed="rId3" cstate="print"/>
          <a:srcRect/>
          <a:stretch>
            <a:fillRect/>
          </a:stretch>
        </p:blipFill>
        <p:spPr bwMode="auto">
          <a:xfrm>
            <a:off x="901890" y="5415886"/>
            <a:ext cx="989608" cy="989608"/>
          </a:xfrm>
          <a:prstGeom prst="rect">
            <a:avLst/>
          </a:prstGeom>
          <a:noFill/>
        </p:spPr>
      </p:pic>
      <p:pic>
        <p:nvPicPr>
          <p:cNvPr id="11" name="Picture 10" descr="MP900411833.JPG">
            <a:extLst>
              <a:ext uri="{FF2B5EF4-FFF2-40B4-BE49-F238E27FC236}">
                <a16:creationId xmlns:a16="http://schemas.microsoft.com/office/drawing/2014/main" id="{516E3FF0-35AD-4725-B30D-681A47E9AD2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786" r="11334" b="26261"/>
          <a:stretch/>
        </p:blipFill>
        <p:spPr>
          <a:xfrm>
            <a:off x="5248702" y="1483057"/>
            <a:ext cx="1016679" cy="1424904"/>
          </a:xfrm>
          <a:prstGeom prst="rect">
            <a:avLst/>
          </a:prstGeom>
        </p:spPr>
      </p:pic>
      <p:pic>
        <p:nvPicPr>
          <p:cNvPr id="12" name="Picture 11" descr="MP900442701.JPG">
            <a:extLst>
              <a:ext uri="{FF2B5EF4-FFF2-40B4-BE49-F238E27FC236}">
                <a16:creationId xmlns:a16="http://schemas.microsoft.com/office/drawing/2014/main" id="{757793CC-0589-43F6-8A3B-501E810E8C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4983" y="2717805"/>
            <a:ext cx="1044586" cy="1565033"/>
          </a:xfrm>
          <a:prstGeom prst="rect">
            <a:avLst/>
          </a:prstGeom>
        </p:spPr>
      </p:pic>
      <p:pic>
        <p:nvPicPr>
          <p:cNvPr id="13" name="Picture 12" descr="MP900442700.JPG">
            <a:extLst>
              <a:ext uri="{FF2B5EF4-FFF2-40B4-BE49-F238E27FC236}">
                <a16:creationId xmlns:a16="http://schemas.microsoft.com/office/drawing/2014/main" id="{83979109-8C1A-4ACB-8948-FD7BEE41686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8686" r="7560" b="15319"/>
          <a:stretch/>
        </p:blipFill>
        <p:spPr>
          <a:xfrm>
            <a:off x="7456070" y="2825086"/>
            <a:ext cx="1044586" cy="1582353"/>
          </a:xfrm>
          <a:prstGeom prst="rect">
            <a:avLst/>
          </a:prstGeom>
        </p:spPr>
      </p:pic>
      <p:pic>
        <p:nvPicPr>
          <p:cNvPr id="14" name="Picture 3" descr="C:\Users\Kevin McDonnell\AppData\Local\Microsoft\Windows\Temporary Internet Files\Content.IE5\3XCEGXBO\MC900238641[1].wmf">
            <a:extLst>
              <a:ext uri="{FF2B5EF4-FFF2-40B4-BE49-F238E27FC236}">
                <a16:creationId xmlns:a16="http://schemas.microsoft.com/office/drawing/2014/main" id="{3320FA0C-23E6-4279-8672-BBAA0F99CB7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772770" y="5455661"/>
            <a:ext cx="1455771" cy="10204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Process States</a:t>
            </a:r>
          </a:p>
        </p:txBody>
      </p:sp>
    </p:spTree>
    <p:extLst>
      <p:ext uri="{BB962C8B-B14F-4D97-AF65-F5344CB8AC3E}">
        <p14:creationId xmlns:p14="http://schemas.microsoft.com/office/powerpoint/2010/main" val="1020033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1179226" y="826680"/>
            <a:ext cx="9833548" cy="1325563"/>
          </a:xfrm>
        </p:spPr>
        <p:txBody>
          <a:bodyPr>
            <a:normAutofit/>
          </a:bodyPr>
          <a:lstStyle/>
          <a:p>
            <a:pPr algn="ctr"/>
            <a:r>
              <a:rPr lang="en-US" sz="4000">
                <a:solidFill>
                  <a:srgbClr val="FFFFFF"/>
                </a:solidFill>
              </a:rPr>
              <a:t>Process Scheduling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1179226" y="3092969"/>
            <a:ext cx="9833548" cy="3711737"/>
          </a:xfrm>
        </p:spPr>
        <p:txBody>
          <a:bodyPr>
            <a:normAutofit lnSpcReduction="10000"/>
          </a:bodyPr>
          <a:lstStyle/>
          <a:p>
            <a:r>
              <a:rPr lang="en-US" sz="2000" dirty="0">
                <a:solidFill>
                  <a:srgbClr val="000000"/>
                </a:solidFill>
              </a:rPr>
              <a:t>The operating system schedules process execution.</a:t>
            </a:r>
          </a:p>
          <a:p>
            <a:r>
              <a:rPr lang="en-US" sz="2000" dirty="0">
                <a:solidFill>
                  <a:srgbClr val="000000"/>
                </a:solidFill>
              </a:rPr>
              <a:t>First, the operating system determines which process shall be eventually granted access to the CPU. This is </a:t>
            </a:r>
            <a:r>
              <a:rPr lang="en-US" sz="2000" b="1" dirty="0">
                <a:solidFill>
                  <a:srgbClr val="000000"/>
                </a:solidFill>
              </a:rPr>
              <a:t>long-term scheduling</a:t>
            </a:r>
            <a:r>
              <a:rPr lang="en-US" sz="2000" dirty="0">
                <a:solidFill>
                  <a:srgbClr val="000000"/>
                </a:solidFill>
              </a:rPr>
              <a:t>.</a:t>
            </a:r>
          </a:p>
          <a:p>
            <a:r>
              <a:rPr lang="en-US" sz="2000" dirty="0">
                <a:solidFill>
                  <a:srgbClr val="000000"/>
                </a:solidFill>
              </a:rPr>
              <a:t>After a number of processes have been admitted, the operating system determines which one will have access to the CPU at any particular moment. This is </a:t>
            </a:r>
            <a:r>
              <a:rPr lang="en-US" sz="2000" b="1" dirty="0">
                <a:solidFill>
                  <a:srgbClr val="000000"/>
                </a:solidFill>
              </a:rPr>
              <a:t>short-term scheduling</a:t>
            </a:r>
            <a:r>
              <a:rPr lang="en-US" sz="2000" dirty="0">
                <a:solidFill>
                  <a:srgbClr val="000000"/>
                </a:solidFill>
              </a:rPr>
              <a:t>.</a:t>
            </a:r>
          </a:p>
          <a:p>
            <a:r>
              <a:rPr lang="en-US" sz="2000" dirty="0">
                <a:solidFill>
                  <a:srgbClr val="000000"/>
                </a:solidFill>
              </a:rPr>
              <a:t>A </a:t>
            </a:r>
            <a:r>
              <a:rPr lang="en-US" sz="2000" b="1" dirty="0">
                <a:solidFill>
                  <a:srgbClr val="000000"/>
                </a:solidFill>
              </a:rPr>
              <a:t>context switch</a:t>
            </a:r>
            <a:r>
              <a:rPr lang="en-US" sz="2000" dirty="0">
                <a:solidFill>
                  <a:srgbClr val="000000"/>
                </a:solidFill>
              </a:rPr>
              <a:t> occurs when a process is taken from the CPU and replaced by another process.</a:t>
            </a:r>
          </a:p>
          <a:p>
            <a:pPr lvl="1"/>
            <a:r>
              <a:rPr lang="en-US" sz="2000" dirty="0">
                <a:solidFill>
                  <a:srgbClr val="000000"/>
                </a:solidFill>
              </a:rPr>
              <a:t>Information relating to the state of the process is preserved during a context switch, such as the contents of registers and the page tables</a:t>
            </a:r>
          </a:p>
          <a:p>
            <a:pPr lvl="1"/>
            <a:r>
              <a:rPr lang="en-US" sz="2000" dirty="0">
                <a:solidFill>
                  <a:srgbClr val="000000"/>
                </a:solidFill>
              </a:rPr>
              <a:t>The state of the other process is restored and resumed</a:t>
            </a:r>
          </a:p>
          <a:p>
            <a:r>
              <a:rPr lang="en-US" sz="2000" dirty="0">
                <a:solidFill>
                  <a:srgbClr val="000000"/>
                </a:solidFill>
              </a:rPr>
              <a:t>This kind of bookkeeping is time-consuming and burns many CPU cycles</a:t>
            </a:r>
          </a:p>
        </p:txBody>
      </p:sp>
    </p:spTree>
    <p:extLst>
      <p:ext uri="{BB962C8B-B14F-4D97-AF65-F5344CB8AC3E}">
        <p14:creationId xmlns:p14="http://schemas.microsoft.com/office/powerpoint/2010/main" val="3271048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a:xfrm>
            <a:off x="1179226" y="826680"/>
            <a:ext cx="9833548" cy="1325563"/>
          </a:xfrm>
        </p:spPr>
        <p:txBody>
          <a:bodyPr>
            <a:normAutofit/>
          </a:bodyPr>
          <a:lstStyle/>
          <a:p>
            <a:pPr algn="ctr"/>
            <a:r>
              <a:rPr lang="en-US" sz="4000">
                <a:solidFill>
                  <a:srgbClr val="FFFFFF"/>
                </a:solidFill>
              </a:rPr>
              <a:t>Process Scheduling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1179226" y="2632965"/>
            <a:ext cx="9833548" cy="3807104"/>
          </a:xfrm>
        </p:spPr>
        <p:txBody>
          <a:bodyPr>
            <a:normAutofit/>
          </a:bodyPr>
          <a:lstStyle/>
          <a:p>
            <a:r>
              <a:rPr lang="en-US" sz="2000" dirty="0">
                <a:solidFill>
                  <a:srgbClr val="000000"/>
                </a:solidFill>
              </a:rPr>
              <a:t>Four approaches to CPU scheduling are:</a:t>
            </a:r>
          </a:p>
          <a:p>
            <a:pPr lvl="1"/>
            <a:r>
              <a:rPr lang="en-US" sz="2000" b="1" dirty="0">
                <a:solidFill>
                  <a:srgbClr val="000000"/>
                </a:solidFill>
              </a:rPr>
              <a:t>First-come, first-served</a:t>
            </a:r>
            <a:r>
              <a:rPr lang="en-US" sz="2000" dirty="0">
                <a:solidFill>
                  <a:srgbClr val="000000"/>
                </a:solidFill>
              </a:rPr>
              <a:t>: jobs are serviced in arrival sequence and run to completion if they have all of the resources they need.</a:t>
            </a:r>
          </a:p>
          <a:p>
            <a:pPr lvl="1"/>
            <a:r>
              <a:rPr lang="en-US" sz="2000" b="1" dirty="0">
                <a:solidFill>
                  <a:srgbClr val="000000"/>
                </a:solidFill>
              </a:rPr>
              <a:t>Shortest job first</a:t>
            </a:r>
            <a:r>
              <a:rPr lang="en-US" sz="2000" dirty="0">
                <a:solidFill>
                  <a:srgbClr val="000000"/>
                </a:solidFill>
              </a:rPr>
              <a:t>: the smallest jobs get scheduled first. (The trouble is in knowing which jobs are shortest!)</a:t>
            </a:r>
          </a:p>
          <a:p>
            <a:pPr lvl="1"/>
            <a:r>
              <a:rPr lang="en-US" sz="2000" b="1" dirty="0">
                <a:solidFill>
                  <a:srgbClr val="000000"/>
                </a:solidFill>
              </a:rPr>
              <a:t>Round robin scheduling</a:t>
            </a:r>
            <a:r>
              <a:rPr lang="en-US" sz="2000" dirty="0">
                <a:solidFill>
                  <a:srgbClr val="000000"/>
                </a:solidFill>
              </a:rPr>
              <a:t>: each job is allotted a certain amount of CPU time (called a </a:t>
            </a:r>
            <a:r>
              <a:rPr lang="en-US" sz="2000" b="1" dirty="0">
                <a:solidFill>
                  <a:srgbClr val="000000"/>
                </a:solidFill>
              </a:rPr>
              <a:t>time quantum</a:t>
            </a:r>
            <a:r>
              <a:rPr lang="en-US" sz="2000" dirty="0">
                <a:solidFill>
                  <a:srgbClr val="000000"/>
                </a:solidFill>
              </a:rPr>
              <a:t>). A context switch occurs when the time expires.</a:t>
            </a:r>
          </a:p>
          <a:p>
            <a:pPr lvl="1"/>
            <a:r>
              <a:rPr lang="en-US" sz="2000" b="1" dirty="0">
                <a:solidFill>
                  <a:srgbClr val="000000"/>
                </a:solidFill>
              </a:rPr>
              <a:t>Priority scheduling</a:t>
            </a:r>
            <a:r>
              <a:rPr lang="en-US" sz="2000" dirty="0">
                <a:solidFill>
                  <a:srgbClr val="000000"/>
                </a:solidFill>
              </a:rPr>
              <a:t>: preempts a job with a lower priority when a higher-priority job needs the CPU.</a:t>
            </a:r>
          </a:p>
          <a:p>
            <a:r>
              <a:rPr lang="en-US" sz="2000" dirty="0">
                <a:solidFill>
                  <a:srgbClr val="000000"/>
                </a:solidFill>
              </a:rPr>
              <a:t>Some process scheduling algorithms can cause </a:t>
            </a:r>
            <a:r>
              <a:rPr lang="en-US" sz="2000" b="1" dirty="0">
                <a:solidFill>
                  <a:srgbClr val="000000"/>
                </a:solidFill>
              </a:rPr>
              <a:t>starvation</a:t>
            </a:r>
            <a:r>
              <a:rPr lang="en-US" sz="2000" dirty="0">
                <a:solidFill>
                  <a:srgbClr val="000000"/>
                </a:solidFill>
              </a:rPr>
              <a:t>. This occurs when a process never gets a chance to run because other processes are continually being given preference. Which of the scheduling approaches could cause this?</a:t>
            </a:r>
          </a:p>
        </p:txBody>
      </p:sp>
    </p:spTree>
    <p:extLst>
      <p:ext uri="{BB962C8B-B14F-4D97-AF65-F5344CB8AC3E}">
        <p14:creationId xmlns:p14="http://schemas.microsoft.com/office/powerpoint/2010/main" val="2180539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2EABE-ABF3-BDEB-829E-0EB46BD32411}"/>
              </a:ext>
            </a:extLst>
          </p:cNvPr>
          <p:cNvSpPr>
            <a:spLocks noGrp="1"/>
          </p:cNvSpPr>
          <p:nvPr>
            <p:ph type="title"/>
          </p:nvPr>
        </p:nvSpPr>
        <p:spPr/>
        <p:txBody>
          <a:bodyPr/>
          <a:lstStyle/>
          <a:p>
            <a:r>
              <a:rPr lang="en-US" dirty="0"/>
              <a:t>Quiz 3 Question 1 – Shortest Time First</a:t>
            </a:r>
          </a:p>
        </p:txBody>
      </p:sp>
      <p:graphicFrame>
        <p:nvGraphicFramePr>
          <p:cNvPr id="4" name="Content Placeholder 3">
            <a:extLst>
              <a:ext uri="{FF2B5EF4-FFF2-40B4-BE49-F238E27FC236}">
                <a16:creationId xmlns:a16="http://schemas.microsoft.com/office/drawing/2014/main" id="{00A6B511-D712-DAB4-3260-937AFE6987F2}"/>
              </a:ext>
            </a:extLst>
          </p:cNvPr>
          <p:cNvGraphicFramePr>
            <a:graphicFrameLocks noGrp="1"/>
          </p:cNvGraphicFramePr>
          <p:nvPr>
            <p:ph idx="1"/>
            <p:extLst>
              <p:ext uri="{D42A27DB-BD31-4B8C-83A1-F6EECF244321}">
                <p14:modId xmlns:p14="http://schemas.microsoft.com/office/powerpoint/2010/main" val="3465412191"/>
              </p:ext>
            </p:extLst>
          </p:nvPr>
        </p:nvGraphicFramePr>
        <p:xfrm>
          <a:off x="838199" y="1941038"/>
          <a:ext cx="3394962" cy="1939360"/>
        </p:xfrm>
        <a:graphic>
          <a:graphicData uri="http://schemas.openxmlformats.org/drawingml/2006/table">
            <a:tbl>
              <a:tblPr firstRow="1" firstCol="1" bandRow="1">
                <a:tableStyleId>{5C22544A-7EE6-4342-B048-85BDC9FD1C3A}</a:tableStyleId>
              </a:tblPr>
              <a:tblGrid>
                <a:gridCol w="920044">
                  <a:extLst>
                    <a:ext uri="{9D8B030D-6E8A-4147-A177-3AD203B41FA5}">
                      <a16:colId xmlns:a16="http://schemas.microsoft.com/office/drawing/2014/main" val="1234803058"/>
                    </a:ext>
                  </a:extLst>
                </a:gridCol>
                <a:gridCol w="1315663">
                  <a:extLst>
                    <a:ext uri="{9D8B030D-6E8A-4147-A177-3AD203B41FA5}">
                      <a16:colId xmlns:a16="http://schemas.microsoft.com/office/drawing/2014/main" val="4178508006"/>
                    </a:ext>
                  </a:extLst>
                </a:gridCol>
                <a:gridCol w="1159255">
                  <a:extLst>
                    <a:ext uri="{9D8B030D-6E8A-4147-A177-3AD203B41FA5}">
                      <a16:colId xmlns:a16="http://schemas.microsoft.com/office/drawing/2014/main" val="4006353373"/>
                    </a:ext>
                  </a:extLst>
                </a:gridCol>
              </a:tblGrid>
              <a:tr h="387872">
                <a:tc>
                  <a:txBody>
                    <a:bodyPr/>
                    <a:lstStyle/>
                    <a:p>
                      <a:pPr marL="0" marR="0">
                        <a:lnSpc>
                          <a:spcPct val="107000"/>
                        </a:lnSpc>
                        <a:spcAft>
                          <a:spcPts val="800"/>
                        </a:spcAft>
                        <a:buNone/>
                      </a:pPr>
                      <a:r>
                        <a:rPr lang="en-US" sz="1800">
                          <a:effectLst/>
                        </a:rPr>
                        <a:t>Process</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Arrival Time</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Burst Time</a:t>
                      </a:r>
                      <a:endParaRPr lang="en-US" sz="180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1542811923"/>
                  </a:ext>
                </a:extLst>
              </a:tr>
              <a:tr h="387872">
                <a:tc>
                  <a:txBody>
                    <a:bodyPr/>
                    <a:lstStyle/>
                    <a:p>
                      <a:pPr marL="0" marR="0">
                        <a:lnSpc>
                          <a:spcPct val="107000"/>
                        </a:lnSpc>
                        <a:spcAft>
                          <a:spcPts val="800"/>
                        </a:spcAft>
                        <a:buNone/>
                      </a:pPr>
                      <a:r>
                        <a:rPr lang="en-US" sz="1800">
                          <a:effectLst/>
                        </a:rPr>
                        <a:t>P1</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0 ms</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10 ms</a:t>
                      </a:r>
                      <a:endParaRPr lang="en-US" sz="180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3256498764"/>
                  </a:ext>
                </a:extLst>
              </a:tr>
              <a:tr h="387872">
                <a:tc>
                  <a:txBody>
                    <a:bodyPr/>
                    <a:lstStyle/>
                    <a:p>
                      <a:pPr marL="0" marR="0">
                        <a:lnSpc>
                          <a:spcPct val="107000"/>
                        </a:lnSpc>
                        <a:spcAft>
                          <a:spcPts val="800"/>
                        </a:spcAft>
                        <a:buNone/>
                      </a:pPr>
                      <a:r>
                        <a:rPr lang="en-US" sz="1800">
                          <a:effectLst/>
                        </a:rPr>
                        <a:t>P2</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3 ms</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2 ms</a:t>
                      </a:r>
                      <a:endParaRPr lang="en-US" sz="180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829105855"/>
                  </a:ext>
                </a:extLst>
              </a:tr>
              <a:tr h="387872">
                <a:tc>
                  <a:txBody>
                    <a:bodyPr/>
                    <a:lstStyle/>
                    <a:p>
                      <a:pPr marL="0" marR="0">
                        <a:lnSpc>
                          <a:spcPct val="107000"/>
                        </a:lnSpc>
                        <a:spcAft>
                          <a:spcPts val="800"/>
                        </a:spcAft>
                        <a:buNone/>
                      </a:pPr>
                      <a:r>
                        <a:rPr lang="en-US" sz="1800">
                          <a:effectLst/>
                        </a:rPr>
                        <a:t>P3</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9 ms</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3 ms</a:t>
                      </a:r>
                      <a:endParaRPr lang="en-US" sz="180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462729803"/>
                  </a:ext>
                </a:extLst>
              </a:tr>
              <a:tr h="387872">
                <a:tc>
                  <a:txBody>
                    <a:bodyPr/>
                    <a:lstStyle/>
                    <a:p>
                      <a:pPr marL="0" marR="0">
                        <a:lnSpc>
                          <a:spcPct val="107000"/>
                        </a:lnSpc>
                        <a:spcAft>
                          <a:spcPts val="800"/>
                        </a:spcAft>
                        <a:buNone/>
                      </a:pPr>
                      <a:r>
                        <a:rPr lang="en-US" sz="1800">
                          <a:effectLst/>
                        </a:rPr>
                        <a:t>P4</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a:effectLst/>
                        </a:rPr>
                        <a:t>7 ms</a:t>
                      </a:r>
                      <a:endParaRPr lang="en-US" sz="18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1800" dirty="0">
                          <a:effectLst/>
                        </a:rPr>
                        <a:t>4 </a:t>
                      </a:r>
                      <a:r>
                        <a:rPr lang="en-US" sz="1800" dirty="0" err="1">
                          <a:effectLst/>
                        </a:rPr>
                        <a:t>ms</a:t>
                      </a:r>
                      <a:endParaRPr lang="en-US" sz="1800" dirty="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4063265214"/>
                  </a:ext>
                </a:extLst>
              </a:tr>
            </a:tbl>
          </a:graphicData>
        </a:graphic>
      </p:graphicFrame>
      <p:pic>
        <p:nvPicPr>
          <p:cNvPr id="7" name="Picture 6">
            <a:extLst>
              <a:ext uri="{FF2B5EF4-FFF2-40B4-BE49-F238E27FC236}">
                <a16:creationId xmlns:a16="http://schemas.microsoft.com/office/drawing/2014/main" id="{13D42E90-8ABE-B7A2-D23E-2FD4FE8831D4}"/>
              </a:ext>
            </a:extLst>
          </p:cNvPr>
          <p:cNvPicPr>
            <a:picLocks noChangeAspect="1"/>
          </p:cNvPicPr>
          <p:nvPr/>
        </p:nvPicPr>
        <p:blipFill>
          <a:blip r:embed="rId3"/>
          <a:srcRect l="10710" r="34422"/>
          <a:stretch>
            <a:fillRect/>
          </a:stretch>
        </p:blipFill>
        <p:spPr>
          <a:xfrm>
            <a:off x="801066" y="4189359"/>
            <a:ext cx="6093494" cy="809670"/>
          </a:xfrm>
          <a:prstGeom prst="rect">
            <a:avLst/>
          </a:prstGeom>
        </p:spPr>
      </p:pic>
      <p:sp>
        <p:nvSpPr>
          <p:cNvPr id="9" name="TextBox 8">
            <a:extLst>
              <a:ext uri="{FF2B5EF4-FFF2-40B4-BE49-F238E27FC236}">
                <a16:creationId xmlns:a16="http://schemas.microsoft.com/office/drawing/2014/main" id="{4EA5413B-F7C6-FB25-9658-97AEF207464B}"/>
              </a:ext>
            </a:extLst>
          </p:cNvPr>
          <p:cNvSpPr txBox="1"/>
          <p:nvPr/>
        </p:nvSpPr>
        <p:spPr>
          <a:xfrm>
            <a:off x="-126484" y="4999029"/>
            <a:ext cx="10194167" cy="1701107"/>
          </a:xfrm>
          <a:prstGeom prst="rect">
            <a:avLst/>
          </a:prstGeom>
          <a:noFill/>
        </p:spPr>
        <p:txBody>
          <a:bodyPr wrap="square">
            <a:spAutoFit/>
          </a:bodyPr>
          <a:lstStyle/>
          <a:p>
            <a:pPr marL="914400" marR="0">
              <a:lnSpc>
                <a:spcPct val="107000"/>
              </a:lnSpc>
              <a:spcAft>
                <a:spcPts val="800"/>
              </a:spcAft>
            </a:pPr>
            <a:r>
              <a:rPr lang="en-US" sz="2000" dirty="0">
                <a:solidFill>
                  <a:srgbClr val="0070C0"/>
                </a:solidFill>
                <a:effectLst/>
                <a:latin typeface="Times New Roman" panose="02020603050405020304" pitchFamily="18" charset="0"/>
                <a:ea typeface="DengXian" panose="02010600030101010101" pitchFamily="2" charset="-122"/>
              </a:rPr>
              <a:t>P1: 0ms	</a:t>
            </a:r>
          </a:p>
          <a:p>
            <a:pPr marL="914400" marR="0">
              <a:lnSpc>
                <a:spcPct val="107000"/>
              </a:lnSpc>
              <a:spcAft>
                <a:spcPts val="800"/>
              </a:spcAft>
            </a:pPr>
            <a:r>
              <a:rPr lang="en-US" sz="2000" dirty="0">
                <a:solidFill>
                  <a:srgbClr val="0070C0"/>
                </a:solidFill>
                <a:effectLst/>
                <a:latin typeface="Times New Roman" panose="02020603050405020304" pitchFamily="18" charset="0"/>
                <a:ea typeface="DengXian" panose="02010600030101010101" pitchFamily="2" charset="-122"/>
              </a:rPr>
              <a:t>P2: 10 – 3 = 7ms	</a:t>
            </a:r>
          </a:p>
          <a:p>
            <a:pPr marL="914400" marR="0">
              <a:lnSpc>
                <a:spcPct val="107000"/>
              </a:lnSpc>
              <a:spcAft>
                <a:spcPts val="800"/>
              </a:spcAft>
            </a:pPr>
            <a:r>
              <a:rPr lang="en-US" sz="2000" dirty="0">
                <a:solidFill>
                  <a:srgbClr val="0070C0"/>
                </a:solidFill>
                <a:effectLst/>
                <a:latin typeface="Times New Roman" panose="02020603050405020304" pitchFamily="18" charset="0"/>
                <a:ea typeface="DengXian" panose="02010600030101010101" pitchFamily="2" charset="-122"/>
              </a:rPr>
              <a:t>P3: 12 – 9 = 3ms	</a:t>
            </a:r>
          </a:p>
          <a:p>
            <a:pPr marL="914400" marR="0">
              <a:lnSpc>
                <a:spcPct val="107000"/>
              </a:lnSpc>
              <a:spcAft>
                <a:spcPts val="800"/>
              </a:spcAft>
            </a:pPr>
            <a:r>
              <a:rPr lang="en-US" sz="2000" dirty="0">
                <a:solidFill>
                  <a:srgbClr val="0070C0"/>
                </a:solidFill>
                <a:effectLst/>
                <a:latin typeface="Times New Roman" panose="02020603050405020304" pitchFamily="18" charset="0"/>
                <a:ea typeface="DengXian" panose="02010600030101010101" pitchFamily="2" charset="-122"/>
              </a:rPr>
              <a:t>P4: 15 – 7 = 8ms</a:t>
            </a:r>
            <a:endParaRPr lang="en-US" sz="2000" dirty="0">
              <a:effectLst/>
              <a:latin typeface="Calibri" panose="020F0502020204030204" pitchFamily="34" charset="0"/>
              <a:ea typeface="DengXian" panose="02010600030101010101" pitchFamily="2" charset="-122"/>
            </a:endParaRPr>
          </a:p>
        </p:txBody>
      </p:sp>
    </p:spTree>
    <p:extLst>
      <p:ext uri="{BB962C8B-B14F-4D97-AF65-F5344CB8AC3E}">
        <p14:creationId xmlns:p14="http://schemas.microsoft.com/office/powerpoint/2010/main" val="2505947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A8804-50F2-B702-249E-DEE4B196D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3C03C-38FD-5C40-23E0-CC535AF774D7}"/>
              </a:ext>
            </a:extLst>
          </p:cNvPr>
          <p:cNvSpPr>
            <a:spLocks noGrp="1"/>
          </p:cNvSpPr>
          <p:nvPr>
            <p:ph type="title"/>
          </p:nvPr>
        </p:nvSpPr>
        <p:spPr/>
        <p:txBody>
          <a:bodyPr/>
          <a:lstStyle/>
          <a:p>
            <a:r>
              <a:rPr lang="en-US" dirty="0"/>
              <a:t>Quiz 3 Question 2 – Round Robin</a:t>
            </a:r>
            <a:br>
              <a:rPr lang="en-US" dirty="0"/>
            </a:br>
            <a:r>
              <a:rPr lang="en-US" sz="3200" dirty="0"/>
              <a:t>(the name has nothing to do with the bird)</a:t>
            </a:r>
            <a:endParaRPr lang="en-US" dirty="0"/>
          </a:p>
        </p:txBody>
      </p:sp>
      <p:sp>
        <p:nvSpPr>
          <p:cNvPr id="9" name="TextBox 8">
            <a:extLst>
              <a:ext uri="{FF2B5EF4-FFF2-40B4-BE49-F238E27FC236}">
                <a16:creationId xmlns:a16="http://schemas.microsoft.com/office/drawing/2014/main" id="{BFE55A06-6F34-A764-A0E7-08FD8412DCFE}"/>
              </a:ext>
            </a:extLst>
          </p:cNvPr>
          <p:cNvSpPr txBox="1"/>
          <p:nvPr/>
        </p:nvSpPr>
        <p:spPr>
          <a:xfrm>
            <a:off x="-126484" y="4999029"/>
            <a:ext cx="10194167" cy="1701107"/>
          </a:xfrm>
          <a:prstGeom prst="rect">
            <a:avLst/>
          </a:prstGeom>
          <a:noFill/>
        </p:spPr>
        <p:txBody>
          <a:bodyPr wrap="square">
            <a:spAutoFit/>
          </a:bodyPr>
          <a:lstStyle/>
          <a:p>
            <a:pPr marL="685800" marR="0" indent="228600">
              <a:lnSpc>
                <a:spcPct val="107000"/>
              </a:lnSpc>
              <a:spcAft>
                <a:spcPts val="800"/>
              </a:spcAft>
            </a:pPr>
            <a:r>
              <a:rPr lang="en-US" sz="2000" dirty="0">
                <a:solidFill>
                  <a:srgbClr val="0070C0"/>
                </a:solidFill>
                <a:latin typeface="Times New Roman" panose="02020603050405020304" pitchFamily="18" charset="0"/>
                <a:ea typeface="DengXian" panose="02010600030101010101" pitchFamily="2" charset="-122"/>
              </a:rPr>
              <a:t>P1: 0 + (14 – 5) = 9ms		</a:t>
            </a:r>
          </a:p>
          <a:p>
            <a:pPr marL="685800" marR="0" indent="228600">
              <a:lnSpc>
                <a:spcPct val="107000"/>
              </a:lnSpc>
              <a:spcAft>
                <a:spcPts val="800"/>
              </a:spcAft>
            </a:pPr>
            <a:r>
              <a:rPr lang="en-US" sz="2000" dirty="0">
                <a:solidFill>
                  <a:srgbClr val="0070C0"/>
                </a:solidFill>
                <a:latin typeface="Times New Roman" panose="02020603050405020304" pitchFamily="18" charset="0"/>
                <a:ea typeface="DengXian" panose="02010600030101010101" pitchFamily="2" charset="-122"/>
              </a:rPr>
              <a:t>P2: 5ms		</a:t>
            </a:r>
          </a:p>
          <a:p>
            <a:pPr marL="685800" marR="0" indent="228600">
              <a:lnSpc>
                <a:spcPct val="107000"/>
              </a:lnSpc>
              <a:spcAft>
                <a:spcPts val="800"/>
              </a:spcAft>
            </a:pPr>
            <a:r>
              <a:rPr lang="en-US" sz="2000" dirty="0">
                <a:solidFill>
                  <a:srgbClr val="0070C0"/>
                </a:solidFill>
                <a:latin typeface="Times New Roman" panose="02020603050405020304" pitchFamily="18" charset="0"/>
                <a:ea typeface="DengXian" panose="02010600030101010101" pitchFamily="2" charset="-122"/>
              </a:rPr>
              <a:t>P3: 7ms		</a:t>
            </a:r>
          </a:p>
          <a:p>
            <a:pPr marL="685800" marR="0" indent="228600">
              <a:lnSpc>
                <a:spcPct val="107000"/>
              </a:lnSpc>
              <a:spcAft>
                <a:spcPts val="800"/>
              </a:spcAft>
            </a:pPr>
            <a:r>
              <a:rPr lang="en-US" sz="2000" dirty="0">
                <a:solidFill>
                  <a:srgbClr val="0070C0"/>
                </a:solidFill>
                <a:latin typeface="Times New Roman" panose="02020603050405020304" pitchFamily="18" charset="0"/>
                <a:ea typeface="DengXian" panose="02010600030101010101" pitchFamily="2" charset="-122"/>
              </a:rPr>
              <a:t>P4: 10ms</a:t>
            </a:r>
            <a:endParaRPr lang="en-US" sz="2000" dirty="0">
              <a:latin typeface="Calibri" panose="020F0502020204030204" pitchFamily="34" charset="0"/>
              <a:ea typeface="DengXian" panose="02010600030101010101" pitchFamily="2" charset="-122"/>
            </a:endParaRPr>
          </a:p>
        </p:txBody>
      </p:sp>
      <p:pic>
        <p:nvPicPr>
          <p:cNvPr id="2050" name="Picture 2" descr="round robin — Wordorigins.org">
            <a:extLst>
              <a:ext uri="{FF2B5EF4-FFF2-40B4-BE49-F238E27FC236}">
                <a16:creationId xmlns:a16="http://schemas.microsoft.com/office/drawing/2014/main" id="{045997B9-427C-0FF6-8135-065981A96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7790" y="0"/>
            <a:ext cx="3344210" cy="356012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ound Robin Scheduling and Disambiguation of Round Robin">
            <a:extLst>
              <a:ext uri="{FF2B5EF4-FFF2-40B4-BE49-F238E27FC236}">
                <a16:creationId xmlns:a16="http://schemas.microsoft.com/office/drawing/2014/main" id="{A952873B-C882-D8D7-C80C-01B63A9270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1340" y="3560126"/>
            <a:ext cx="3768999" cy="329787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Content Placeholder 5">
            <a:extLst>
              <a:ext uri="{FF2B5EF4-FFF2-40B4-BE49-F238E27FC236}">
                <a16:creationId xmlns:a16="http://schemas.microsoft.com/office/drawing/2014/main" id="{7F979D61-DCC3-7E40-B5DA-D0ED578037F8}"/>
              </a:ext>
            </a:extLst>
          </p:cNvPr>
          <p:cNvGraphicFramePr>
            <a:graphicFrameLocks noGrp="1"/>
          </p:cNvGraphicFramePr>
          <p:nvPr>
            <p:ph idx="1"/>
            <p:extLst>
              <p:ext uri="{D42A27DB-BD31-4B8C-83A1-F6EECF244321}">
                <p14:modId xmlns:p14="http://schemas.microsoft.com/office/powerpoint/2010/main" val="3104434417"/>
              </p:ext>
            </p:extLst>
          </p:nvPr>
        </p:nvGraphicFramePr>
        <p:xfrm>
          <a:off x="982831" y="1811391"/>
          <a:ext cx="2962549" cy="2175765"/>
        </p:xfrm>
        <a:graphic>
          <a:graphicData uri="http://schemas.openxmlformats.org/drawingml/2006/table">
            <a:tbl>
              <a:tblPr firstRow="1" firstCol="1" bandRow="1">
                <a:tableStyleId>{5C22544A-7EE6-4342-B048-85BDC9FD1C3A}</a:tableStyleId>
              </a:tblPr>
              <a:tblGrid>
                <a:gridCol w="1310862">
                  <a:extLst>
                    <a:ext uri="{9D8B030D-6E8A-4147-A177-3AD203B41FA5}">
                      <a16:colId xmlns:a16="http://schemas.microsoft.com/office/drawing/2014/main" val="2818277719"/>
                    </a:ext>
                  </a:extLst>
                </a:gridCol>
                <a:gridCol w="1651687">
                  <a:extLst>
                    <a:ext uri="{9D8B030D-6E8A-4147-A177-3AD203B41FA5}">
                      <a16:colId xmlns:a16="http://schemas.microsoft.com/office/drawing/2014/main" val="817716522"/>
                    </a:ext>
                  </a:extLst>
                </a:gridCol>
              </a:tblGrid>
              <a:tr h="435153">
                <a:tc>
                  <a:txBody>
                    <a:bodyPr/>
                    <a:lstStyle/>
                    <a:p>
                      <a:pPr marL="0" marR="0">
                        <a:lnSpc>
                          <a:spcPct val="107000"/>
                        </a:lnSpc>
                        <a:spcAft>
                          <a:spcPts val="800"/>
                        </a:spcAft>
                        <a:buNone/>
                      </a:pPr>
                      <a:r>
                        <a:rPr lang="en-US" sz="2400">
                          <a:effectLst/>
                        </a:rPr>
                        <a:t>Process</a:t>
                      </a:r>
                      <a:endParaRPr lang="en-US" sz="24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2400">
                          <a:effectLst/>
                        </a:rPr>
                        <a:t>Burst Time</a:t>
                      </a:r>
                      <a:endParaRPr lang="en-US" sz="240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2723199874"/>
                  </a:ext>
                </a:extLst>
              </a:tr>
              <a:tr h="435153">
                <a:tc>
                  <a:txBody>
                    <a:bodyPr/>
                    <a:lstStyle/>
                    <a:p>
                      <a:pPr marL="0" marR="0">
                        <a:lnSpc>
                          <a:spcPct val="107000"/>
                        </a:lnSpc>
                        <a:spcAft>
                          <a:spcPts val="800"/>
                        </a:spcAft>
                        <a:buNone/>
                      </a:pPr>
                      <a:r>
                        <a:rPr lang="en-US" sz="2400">
                          <a:effectLst/>
                        </a:rPr>
                        <a:t>P1</a:t>
                      </a:r>
                      <a:endParaRPr lang="en-US" sz="24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2400">
                          <a:effectLst/>
                        </a:rPr>
                        <a:t>10 ms</a:t>
                      </a:r>
                      <a:endParaRPr lang="en-US" sz="240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2245458780"/>
                  </a:ext>
                </a:extLst>
              </a:tr>
              <a:tr h="435153">
                <a:tc>
                  <a:txBody>
                    <a:bodyPr/>
                    <a:lstStyle/>
                    <a:p>
                      <a:pPr marL="0" marR="0">
                        <a:lnSpc>
                          <a:spcPct val="107000"/>
                        </a:lnSpc>
                        <a:spcAft>
                          <a:spcPts val="800"/>
                        </a:spcAft>
                        <a:buNone/>
                      </a:pPr>
                      <a:r>
                        <a:rPr lang="en-US" sz="2400">
                          <a:effectLst/>
                        </a:rPr>
                        <a:t>P2</a:t>
                      </a:r>
                      <a:endParaRPr lang="en-US" sz="24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2400">
                          <a:effectLst/>
                        </a:rPr>
                        <a:t>2 ms</a:t>
                      </a:r>
                      <a:endParaRPr lang="en-US" sz="240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906176463"/>
                  </a:ext>
                </a:extLst>
              </a:tr>
              <a:tr h="435153">
                <a:tc>
                  <a:txBody>
                    <a:bodyPr/>
                    <a:lstStyle/>
                    <a:p>
                      <a:pPr marL="0" marR="0">
                        <a:lnSpc>
                          <a:spcPct val="107000"/>
                        </a:lnSpc>
                        <a:spcAft>
                          <a:spcPts val="800"/>
                        </a:spcAft>
                        <a:buNone/>
                      </a:pPr>
                      <a:r>
                        <a:rPr lang="en-US" sz="2400">
                          <a:effectLst/>
                        </a:rPr>
                        <a:t>P3</a:t>
                      </a:r>
                      <a:endParaRPr lang="en-US" sz="24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2400">
                          <a:effectLst/>
                        </a:rPr>
                        <a:t>3 ms</a:t>
                      </a:r>
                      <a:endParaRPr lang="en-US" sz="240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773867101"/>
                  </a:ext>
                </a:extLst>
              </a:tr>
              <a:tr h="435153">
                <a:tc>
                  <a:txBody>
                    <a:bodyPr/>
                    <a:lstStyle/>
                    <a:p>
                      <a:pPr marL="0" marR="0">
                        <a:lnSpc>
                          <a:spcPct val="107000"/>
                        </a:lnSpc>
                        <a:spcAft>
                          <a:spcPts val="800"/>
                        </a:spcAft>
                        <a:buNone/>
                      </a:pPr>
                      <a:r>
                        <a:rPr lang="en-US" sz="2400">
                          <a:effectLst/>
                        </a:rPr>
                        <a:t>P4</a:t>
                      </a:r>
                      <a:endParaRPr lang="en-US" sz="2400">
                        <a:effectLst/>
                        <a:latin typeface="Calibri" panose="020F0502020204030204" pitchFamily="34" charset="0"/>
                        <a:ea typeface="DengXian" panose="02010600030101010101" pitchFamily="2" charset="-122"/>
                      </a:endParaRPr>
                    </a:p>
                  </a:txBody>
                  <a:tcPr marL="68580" marR="68580" marT="0" marB="0"/>
                </a:tc>
                <a:tc>
                  <a:txBody>
                    <a:bodyPr/>
                    <a:lstStyle/>
                    <a:p>
                      <a:pPr marL="0" marR="0">
                        <a:lnSpc>
                          <a:spcPct val="107000"/>
                        </a:lnSpc>
                        <a:spcAft>
                          <a:spcPts val="800"/>
                        </a:spcAft>
                        <a:buNone/>
                      </a:pPr>
                      <a:r>
                        <a:rPr lang="en-US" sz="2400" dirty="0">
                          <a:effectLst/>
                        </a:rPr>
                        <a:t>4 </a:t>
                      </a:r>
                      <a:r>
                        <a:rPr lang="en-US" sz="2400" dirty="0" err="1">
                          <a:effectLst/>
                        </a:rPr>
                        <a:t>ms</a:t>
                      </a:r>
                      <a:endParaRPr lang="en-US" sz="2400" dirty="0">
                        <a:effectLst/>
                        <a:latin typeface="Calibri" panose="020F0502020204030204" pitchFamily="34" charset="0"/>
                        <a:ea typeface="DengXian" panose="02010600030101010101" pitchFamily="2" charset="-122"/>
                      </a:endParaRPr>
                    </a:p>
                  </a:txBody>
                  <a:tcPr marL="68580" marR="68580" marT="0" marB="0"/>
                </a:tc>
                <a:extLst>
                  <a:ext uri="{0D108BD9-81ED-4DB2-BD59-A6C34878D82A}">
                    <a16:rowId xmlns:a16="http://schemas.microsoft.com/office/drawing/2014/main" val="298788662"/>
                  </a:ext>
                </a:extLst>
              </a:tr>
            </a:tbl>
          </a:graphicData>
        </a:graphic>
      </p:graphicFrame>
      <p:pic>
        <p:nvPicPr>
          <p:cNvPr id="8" name="Picture 7">
            <a:extLst>
              <a:ext uri="{FF2B5EF4-FFF2-40B4-BE49-F238E27FC236}">
                <a16:creationId xmlns:a16="http://schemas.microsoft.com/office/drawing/2014/main" id="{3EE1D502-CF39-7DAD-7844-1FD65A04C785}"/>
              </a:ext>
            </a:extLst>
          </p:cNvPr>
          <p:cNvPicPr>
            <a:picLocks noChangeAspect="1"/>
          </p:cNvPicPr>
          <p:nvPr/>
        </p:nvPicPr>
        <p:blipFill>
          <a:blip r:embed="rId5"/>
          <a:srcRect l="10291" r="20018"/>
          <a:stretch>
            <a:fillRect/>
          </a:stretch>
        </p:blipFill>
        <p:spPr>
          <a:xfrm>
            <a:off x="561636" y="4200719"/>
            <a:ext cx="7630985" cy="798310"/>
          </a:xfrm>
          <a:prstGeom prst="rect">
            <a:avLst/>
          </a:prstGeom>
        </p:spPr>
      </p:pic>
    </p:spTree>
    <p:extLst>
      <p:ext uri="{BB962C8B-B14F-4D97-AF65-F5344CB8AC3E}">
        <p14:creationId xmlns:p14="http://schemas.microsoft.com/office/powerpoint/2010/main" val="275636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fade">
                                      <p:cBhvr>
                                        <p:cTn id="12" dur="500"/>
                                        <p:tgtEl>
                                          <p:spTgt spid="20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Resource Management</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The OS manages the CPU via the process scheduler</a:t>
            </a:r>
          </a:p>
          <a:p>
            <a:r>
              <a:rPr lang="en-US" dirty="0"/>
              <a:t>It must also manage the main memory (e.g., virtual memory, paging, segmentation) and I/O devices</a:t>
            </a:r>
          </a:p>
          <a:p>
            <a:r>
              <a:rPr lang="en-US" dirty="0"/>
              <a:t>The OS must also protect the kernel from interference by user processes</a:t>
            </a:r>
          </a:p>
          <a:p>
            <a:r>
              <a:rPr lang="en-US" dirty="0"/>
              <a:t>For example, what if multiple processes want to transmit data over the network connection simultaneously? The OS has to mediate these requests and service them in some order.</a:t>
            </a:r>
          </a:p>
          <a:p>
            <a:r>
              <a:rPr lang="en-US" dirty="0"/>
              <a:t>The OS also manages the </a:t>
            </a:r>
            <a:r>
              <a:rPr lang="en-US" b="1" dirty="0"/>
              <a:t>filesystem</a:t>
            </a:r>
            <a:r>
              <a:rPr lang="en-US" dirty="0"/>
              <a:t>, the methods and structures used by the OS to organize and manage files stored on disk</a:t>
            </a:r>
          </a:p>
          <a:p>
            <a:endParaRPr lang="en-US" dirty="0"/>
          </a:p>
        </p:txBody>
      </p:sp>
    </p:spTree>
    <p:extLst>
      <p:ext uri="{BB962C8B-B14F-4D97-AF65-F5344CB8AC3E}">
        <p14:creationId xmlns:p14="http://schemas.microsoft.com/office/powerpoint/2010/main" val="4081337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Protected Environments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their role as resource managers and protectors, many operating systems provide protected environments that isolate processes, or groups of processes from each other. </a:t>
            </a:r>
          </a:p>
          <a:p>
            <a:r>
              <a:rPr lang="en-US" dirty="0"/>
              <a:t>Three common approaches to establishing protected environments are </a:t>
            </a:r>
            <a:r>
              <a:rPr lang="en-US" b="1" dirty="0"/>
              <a:t>virtual machines</a:t>
            </a:r>
            <a:r>
              <a:rPr lang="en-US" dirty="0"/>
              <a:t>, </a:t>
            </a:r>
            <a:r>
              <a:rPr lang="en-US" b="1" dirty="0"/>
              <a:t>subsystems</a:t>
            </a:r>
            <a:r>
              <a:rPr lang="en-US" dirty="0"/>
              <a:t>, and </a:t>
            </a:r>
            <a:r>
              <a:rPr lang="en-US" b="1" dirty="0"/>
              <a:t>partitions</a:t>
            </a:r>
            <a:r>
              <a:rPr lang="en-US" dirty="0"/>
              <a:t>.</a:t>
            </a:r>
          </a:p>
          <a:p>
            <a:r>
              <a:rPr lang="en-US" dirty="0"/>
              <a:t>These environments simplify system management and control, and can provide emulated machines to enable execution of programs that the system would otherwise be unable to run.</a:t>
            </a:r>
          </a:p>
          <a:p>
            <a:endParaRPr lang="en-US" dirty="0"/>
          </a:p>
        </p:txBody>
      </p:sp>
    </p:spTree>
    <p:extLst>
      <p:ext uri="{BB962C8B-B14F-4D97-AF65-F5344CB8AC3E}">
        <p14:creationId xmlns:p14="http://schemas.microsoft.com/office/powerpoint/2010/main" val="3188376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Virtual Machines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Virtual machines are a protected environment that presents an image of itself – or the image of a totally different architecture – to the processes that run within the environment.</a:t>
            </a:r>
          </a:p>
          <a:p>
            <a:r>
              <a:rPr lang="en-US" dirty="0"/>
              <a:t>A virtual machine is exactly that: an imaginary computer.</a:t>
            </a:r>
          </a:p>
          <a:p>
            <a:r>
              <a:rPr lang="en-US" dirty="0"/>
              <a:t>The underlying real machine is under the control of the kernel. The kernel receives and manages all resource requests that emit from processes running in the virtual environment.</a:t>
            </a:r>
          </a:p>
          <a:p>
            <a:r>
              <a:rPr lang="en-US" dirty="0"/>
              <a:t>VMs give one way of running untrusted software in a safe environment</a:t>
            </a:r>
          </a:p>
          <a:p>
            <a:r>
              <a:rPr lang="en-US" dirty="0"/>
              <a:t>The next slide provides an illustration. </a:t>
            </a:r>
          </a:p>
          <a:p>
            <a:endParaRPr lang="en-US" dirty="0"/>
          </a:p>
          <a:p>
            <a:endParaRPr lang="en-US" dirty="0"/>
          </a:p>
        </p:txBody>
      </p:sp>
    </p:spTree>
    <p:extLst>
      <p:ext uri="{BB962C8B-B14F-4D97-AF65-F5344CB8AC3E}">
        <p14:creationId xmlns:p14="http://schemas.microsoft.com/office/powerpoint/2010/main" val="2868594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Subsystems and Partitions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dirty="0"/>
              <a:t>Subsystems are another type of protected environment. </a:t>
            </a:r>
          </a:p>
          <a:p>
            <a:r>
              <a:rPr lang="en-US" dirty="0"/>
              <a:t>They provide logically distinct environments that can be individually controlled and managed. They can be started and stopped independently of each other.</a:t>
            </a:r>
          </a:p>
          <a:p>
            <a:r>
              <a:rPr lang="en-US" dirty="0"/>
              <a:t>Subsystems can have special purposes, such as controlling I/O or virtual machines. Others partition large application systems to make them more manageable.</a:t>
            </a:r>
          </a:p>
          <a:p>
            <a:r>
              <a:rPr lang="en-US" dirty="0"/>
              <a:t>In many cases, resources must be made visible to the subsystem before they can be accessed by the processes running within it.</a:t>
            </a:r>
          </a:p>
          <a:p>
            <a:r>
              <a:rPr lang="en-US" dirty="0"/>
              <a:t>The next slide provides an illustration. </a:t>
            </a:r>
          </a:p>
          <a:p>
            <a:endParaRPr lang="en-US" dirty="0"/>
          </a:p>
        </p:txBody>
      </p:sp>
    </p:spTree>
    <p:extLst>
      <p:ext uri="{BB962C8B-B14F-4D97-AF65-F5344CB8AC3E}">
        <p14:creationId xmlns:p14="http://schemas.microsoft.com/office/powerpoint/2010/main" val="1249213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Partitions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very large computers, subsystems do not go far enough to establish a protected environment.  </a:t>
            </a:r>
          </a:p>
          <a:p>
            <a:r>
              <a:rPr lang="en-US" b="1" dirty="0"/>
              <a:t>Logical partitions (LPARs)</a:t>
            </a:r>
            <a:r>
              <a:rPr lang="en-US" dirty="0"/>
              <a:t> provide much higher barriers: Processes running within a logical partition have no access to processes running in another partition unless a connection between them is explicitly established.</a:t>
            </a:r>
          </a:p>
          <a:p>
            <a:r>
              <a:rPr lang="en-US" dirty="0"/>
              <a:t>LPARs are an enabling technology for the recent trend of consolidating hundreds of small servers within the confines of a single large system.</a:t>
            </a:r>
          </a:p>
          <a:p>
            <a:r>
              <a:rPr lang="en-US" dirty="0"/>
              <a:t>The next slide provides an illustration. </a:t>
            </a:r>
          </a:p>
          <a:p>
            <a:endParaRPr lang="en-US" dirty="0"/>
          </a:p>
          <a:p>
            <a:endParaRPr lang="en-US" dirty="0"/>
          </a:p>
        </p:txBody>
      </p:sp>
    </p:spTree>
    <p:extLst>
      <p:ext uri="{BB962C8B-B14F-4D97-AF65-F5344CB8AC3E}">
        <p14:creationId xmlns:p14="http://schemas.microsoft.com/office/powerpoint/2010/main" val="1903972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Logical Partitions Example</a:t>
            </a:r>
          </a:p>
        </p:txBody>
      </p:sp>
      <p:pic>
        <p:nvPicPr>
          <p:cNvPr id="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76701" y="1244600"/>
            <a:ext cx="8077200" cy="561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8752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Logical Partitions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LPARs are good for creating “sandbox” environments</a:t>
            </a:r>
          </a:p>
          <a:p>
            <a:r>
              <a:rPr lang="en-US" dirty="0"/>
              <a:t>On one powerful server (or set of machines) we might have a copy of the released version of some software produced by a company</a:t>
            </a:r>
          </a:p>
          <a:p>
            <a:pPr lvl="1"/>
            <a:r>
              <a:rPr lang="en-US" dirty="0"/>
              <a:t>This version would run in its own partition</a:t>
            </a:r>
          </a:p>
          <a:p>
            <a:r>
              <a:rPr lang="en-US" dirty="0"/>
              <a:t>On the same server we might have a “development” version that programmers are using to work on the next version of the software</a:t>
            </a:r>
          </a:p>
          <a:p>
            <a:r>
              <a:rPr lang="en-US" dirty="0"/>
              <a:t>The two copies of the software can run and exist on the same computer(s) without interference from each other</a:t>
            </a:r>
          </a:p>
          <a:p>
            <a:endParaRPr lang="en-US" dirty="0"/>
          </a:p>
        </p:txBody>
      </p:sp>
    </p:spTree>
    <p:extLst>
      <p:ext uri="{BB962C8B-B14F-4D97-AF65-F5344CB8AC3E}">
        <p14:creationId xmlns:p14="http://schemas.microsoft.com/office/powerpoint/2010/main" val="2824736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Programming Tools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endParaRPr lang="en-US" dirty="0"/>
          </a:p>
        </p:txBody>
      </p:sp>
      <p:pic>
        <p:nvPicPr>
          <p:cNvPr id="4" name="Picture 5" descr="9781284033144_CH08_FIG08.jpg">
            <a:extLst>
              <a:ext uri="{FF2B5EF4-FFF2-40B4-BE49-F238E27FC236}">
                <a16:creationId xmlns:a16="http://schemas.microsoft.com/office/drawing/2014/main" id="{E4D310EB-4837-49E4-A533-321AB5AC767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1999" y="1163522"/>
            <a:ext cx="10083421" cy="5181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5831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Programming Tools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Programming tools carry out the mechanics of software creation within the confines of the operating system and hardware environment.</a:t>
            </a:r>
          </a:p>
          <a:p>
            <a:r>
              <a:rPr lang="en-US" b="1" dirty="0"/>
              <a:t>Assemblers</a:t>
            </a:r>
            <a:r>
              <a:rPr lang="en-US" dirty="0"/>
              <a:t> are the simplest of all programming tools. They translate </a:t>
            </a:r>
            <a:r>
              <a:rPr lang="en-US" b="1" dirty="0"/>
              <a:t>mnemonic</a:t>
            </a:r>
            <a:r>
              <a:rPr lang="en-US" dirty="0"/>
              <a:t> instructions to machine code.</a:t>
            </a:r>
          </a:p>
          <a:p>
            <a:r>
              <a:rPr lang="en-US" dirty="0"/>
              <a:t>Assembly language is considered a “second generation” programming language (2GL).</a:t>
            </a:r>
          </a:p>
          <a:p>
            <a:r>
              <a:rPr lang="en-US" b="1" dirty="0"/>
              <a:t>High-level programming languages</a:t>
            </a:r>
            <a:r>
              <a:rPr lang="en-US" dirty="0"/>
              <a:t>, such as C, C++, Pascal, and COBOL, are “third generation” languages (3GLs).</a:t>
            </a:r>
          </a:p>
          <a:p>
            <a:r>
              <a:rPr lang="en-US" dirty="0"/>
              <a:t>Each language generation presents problem solving tools that are closer to how people think and farther away from how the machine implements the solution.</a:t>
            </a:r>
          </a:p>
          <a:p>
            <a:endParaRPr lang="en-US" dirty="0"/>
          </a:p>
          <a:p>
            <a:endParaRPr lang="en-US" dirty="0"/>
          </a:p>
        </p:txBody>
      </p:sp>
    </p:spTree>
    <p:extLst>
      <p:ext uri="{BB962C8B-B14F-4D97-AF65-F5344CB8AC3E}">
        <p14:creationId xmlns:p14="http://schemas.microsoft.com/office/powerpoint/2010/main" val="3538688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Programming Tools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r>
              <a:rPr lang="en-US" b="1" dirty="0"/>
              <a:t>Compilers</a:t>
            </a:r>
            <a:r>
              <a:rPr lang="en-US" dirty="0"/>
              <a:t> bridge the semantic gap between the higher level language and the machine’s binary instructions.</a:t>
            </a:r>
          </a:p>
          <a:p>
            <a:r>
              <a:rPr lang="en-US" dirty="0"/>
              <a:t>A compiler takes the source code for a program as input and then outputs machine code for the target platform</a:t>
            </a:r>
          </a:p>
          <a:p>
            <a:r>
              <a:rPr lang="en-US" dirty="0"/>
              <a:t>This is a multi-step process that first analyzes the code for its structure and, assuming the code is </a:t>
            </a:r>
            <a:r>
              <a:rPr lang="en-US" i="1" dirty="0"/>
              <a:t>syntactically correct</a:t>
            </a:r>
            <a:r>
              <a:rPr lang="en-US" dirty="0"/>
              <a:t>, generates the machine code</a:t>
            </a:r>
          </a:p>
          <a:p>
            <a:r>
              <a:rPr lang="en-US" dirty="0"/>
              <a:t>Modern compilers also attempt to </a:t>
            </a:r>
            <a:r>
              <a:rPr lang="en-US" b="1" dirty="0"/>
              <a:t>optimize</a:t>
            </a:r>
            <a:r>
              <a:rPr lang="en-US" dirty="0"/>
              <a:t> the code so that the compiled program runs as fast as possible</a:t>
            </a:r>
          </a:p>
          <a:p>
            <a:r>
              <a:rPr lang="en-US" dirty="0"/>
              <a:t>Popular compiled languages include C, C++, Java</a:t>
            </a:r>
          </a:p>
        </p:txBody>
      </p:sp>
    </p:spTree>
    <p:extLst>
      <p:ext uri="{BB962C8B-B14F-4D97-AF65-F5344CB8AC3E}">
        <p14:creationId xmlns:p14="http://schemas.microsoft.com/office/powerpoint/2010/main" val="2071771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Programming Tools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b="1" dirty="0"/>
              <a:t>Interpreters</a:t>
            </a:r>
            <a:r>
              <a:rPr lang="en-US" dirty="0"/>
              <a:t> produce executable code from source code in real time, one line at a time.</a:t>
            </a:r>
          </a:p>
          <a:p>
            <a:r>
              <a:rPr lang="en-US" dirty="0"/>
              <a:t>Consequently, this not only makes interpreted languages slower than compiled languages but it also affords less opportunity for error checking.</a:t>
            </a:r>
          </a:p>
          <a:p>
            <a:r>
              <a:rPr lang="en-US" dirty="0"/>
              <a:t>Interpreted languages are, however, very useful for teaching programming concepts, because feedback is nearly instantaneous, and performance is rarely a concern.</a:t>
            </a:r>
          </a:p>
          <a:p>
            <a:r>
              <a:rPr lang="en-US" dirty="0"/>
              <a:t>Also, in software development, interpreted languages are very useful when the underlying code needs to be changed frequently</a:t>
            </a:r>
          </a:p>
          <a:p>
            <a:r>
              <a:rPr lang="en-US" dirty="0"/>
              <a:t>Popular interpreted languages include JavaScript (for the web), Python, Ruby, Java</a:t>
            </a:r>
          </a:p>
          <a:p>
            <a:r>
              <a:rPr lang="en-US" dirty="0"/>
              <a:t>Wait…I thought Java was compiled?</a:t>
            </a:r>
          </a:p>
        </p:txBody>
      </p:sp>
    </p:spTree>
    <p:extLst>
      <p:ext uri="{BB962C8B-B14F-4D97-AF65-F5344CB8AC3E}">
        <p14:creationId xmlns:p14="http://schemas.microsoft.com/office/powerpoint/2010/main" val="3113955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Java: </a:t>
            </a:r>
            <a:r>
              <a:rPr lang="en-US" strike="sngStrike" dirty="0"/>
              <a:t>All</a:t>
            </a:r>
            <a:r>
              <a:rPr lang="en-US" dirty="0"/>
              <a:t> Most of the Above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20000"/>
          </a:bodyPr>
          <a:lstStyle/>
          <a:p>
            <a:r>
              <a:rPr lang="en-US" dirty="0"/>
              <a:t>The Java programming language exemplifies many of the concepts that we have discussed so far in this Unit</a:t>
            </a:r>
          </a:p>
          <a:p>
            <a:r>
              <a:rPr lang="en-US" dirty="0"/>
              <a:t>Java programs execute within a virtual machine, the </a:t>
            </a:r>
            <a:r>
              <a:rPr lang="en-US" b="1" dirty="0"/>
              <a:t>Java Virtual Machine</a:t>
            </a:r>
            <a:r>
              <a:rPr lang="en-US" dirty="0"/>
              <a:t> (JVM). </a:t>
            </a:r>
          </a:p>
          <a:p>
            <a:r>
              <a:rPr lang="en-US" dirty="0"/>
              <a:t>This allows the language to run on any platform for which a virtual machine environment has been written. (“Write once, run anywhere.”)</a:t>
            </a:r>
          </a:p>
          <a:p>
            <a:r>
              <a:rPr lang="en-US" dirty="0"/>
              <a:t>Java is both a compiled and an interpreted language. The output of the compilation process is an assembly-like intermediate code (</a:t>
            </a:r>
            <a:r>
              <a:rPr lang="en-US" b="1" dirty="0"/>
              <a:t>bytecode</a:t>
            </a:r>
            <a:r>
              <a:rPr lang="en-US" dirty="0"/>
              <a:t>) that is interpreted by the JVM.</a:t>
            </a:r>
          </a:p>
          <a:p>
            <a:r>
              <a:rPr lang="en-US" dirty="0"/>
              <a:t>The JVM is an operating system in miniature. It runs programs, manages program resources, and deallocates resources when the programs terminate.</a:t>
            </a:r>
          </a:p>
          <a:p>
            <a:endParaRPr lang="en-US" dirty="0"/>
          </a:p>
        </p:txBody>
      </p:sp>
    </p:spTree>
    <p:extLst>
      <p:ext uri="{BB962C8B-B14F-4D97-AF65-F5344CB8AC3E}">
        <p14:creationId xmlns:p14="http://schemas.microsoft.com/office/powerpoint/2010/main" val="52926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Java: </a:t>
            </a:r>
            <a:r>
              <a:rPr lang="en-US" strike="sngStrike" dirty="0"/>
              <a:t>All</a:t>
            </a:r>
            <a:r>
              <a:rPr lang="en-US" dirty="0"/>
              <a:t> Most of the Above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Because the JVM performs many tasks at run time, its performance cannot match the performance of a traditional compiled language.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0498" y="2610359"/>
            <a:ext cx="10477911" cy="2781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617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A05D-B37B-E4E9-BB94-11D30233B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54A58-B426-2380-5D60-AE324AF69CA0}"/>
              </a:ext>
            </a:extLst>
          </p:cNvPr>
          <p:cNvSpPr>
            <a:spLocks noGrp="1"/>
          </p:cNvSpPr>
          <p:nvPr>
            <p:ph type="title"/>
          </p:nvPr>
        </p:nvSpPr>
        <p:spPr>
          <a:xfrm>
            <a:off x="838200" y="2766218"/>
            <a:ext cx="10515600" cy="1325563"/>
          </a:xfrm>
        </p:spPr>
        <p:txBody>
          <a:bodyPr>
            <a:normAutofit fontScale="90000"/>
          </a:bodyPr>
          <a:lstStyle/>
          <a:p>
            <a:pPr algn="ctr"/>
            <a:r>
              <a:rPr lang="en-US" sz="7200" b="1" dirty="0"/>
              <a:t>Unit 08 Network Organization and Architecture</a:t>
            </a:r>
            <a:br>
              <a:rPr lang="en-US" sz="7200" b="1" dirty="0"/>
            </a:br>
            <a:r>
              <a:rPr lang="en-US" sz="3600" b="1" dirty="0">
                <a:solidFill>
                  <a:srgbClr val="0070C0"/>
                </a:solidFill>
              </a:rPr>
              <a:t>OSI and TCP/IP Model, IP</a:t>
            </a:r>
            <a:r>
              <a:rPr lang="en-US" altLang="zh-CN" sz="3600" b="1" dirty="0">
                <a:solidFill>
                  <a:srgbClr val="0070C0"/>
                </a:solidFill>
              </a:rPr>
              <a:t>v4, TCP/IP Transmission</a:t>
            </a:r>
            <a:br>
              <a:rPr lang="en-US" altLang="zh-CN" sz="3600" b="1" dirty="0">
                <a:solidFill>
                  <a:srgbClr val="0070C0"/>
                </a:solidFill>
              </a:rPr>
            </a:br>
            <a:r>
              <a:rPr lang="en-US" altLang="zh-CN" sz="3600" b="1" dirty="0">
                <a:solidFill>
                  <a:srgbClr val="0070C0"/>
                </a:solidFill>
              </a:rPr>
              <a:t>Repeater -&gt; Hub -&gt; Switch -&gt; Bridge -&gt; Gateway -&gt; Router</a:t>
            </a:r>
            <a:endParaRPr lang="en-US" sz="7200" b="1" dirty="0">
              <a:solidFill>
                <a:srgbClr val="0070C0"/>
              </a:solidFill>
            </a:endParaRPr>
          </a:p>
        </p:txBody>
      </p:sp>
    </p:spTree>
    <p:extLst>
      <p:ext uri="{BB962C8B-B14F-4D97-AF65-F5344CB8AC3E}">
        <p14:creationId xmlns:p14="http://schemas.microsoft.com/office/powerpoint/2010/main" val="6363017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 (top 4 layers)</a:t>
            </a:r>
          </a:p>
        </p:txBody>
      </p:sp>
      <p:pic>
        <p:nvPicPr>
          <p:cNvPr id="4" name="Picture 5" descr="9781284033144_CH12_FIG03.jpg">
            <a:extLst>
              <a:ext uri="{FF2B5EF4-FFF2-40B4-BE49-F238E27FC236}">
                <a16:creationId xmlns:a16="http://schemas.microsoft.com/office/drawing/2014/main" id="{2B418553-F20C-40FB-B984-C7E8CAD58D6C}"/>
              </a:ext>
            </a:extLst>
          </p:cNvPr>
          <p:cNvPicPr>
            <a:picLocks noChangeAspect="1"/>
          </p:cNvPicPr>
          <p:nvPr/>
        </p:nvPicPr>
        <p:blipFill rotWithShape="1">
          <a:blip r:embed="rId2">
            <a:extLst>
              <a:ext uri="{28A0092B-C50C-407E-A947-70E740481C1C}">
                <a14:useLocalDpi xmlns:a14="http://schemas.microsoft.com/office/drawing/2010/main" val="0"/>
              </a:ext>
            </a:extLst>
          </a:blip>
          <a:srcRect b="45512"/>
          <a:stretch/>
        </p:blipFill>
        <p:spPr bwMode="auto">
          <a:xfrm>
            <a:off x="3801718" y="1565753"/>
            <a:ext cx="4961281" cy="493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2046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 (bottom 3 layers)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endParaRPr lang="en-US" dirty="0"/>
          </a:p>
        </p:txBody>
      </p:sp>
      <p:pic>
        <p:nvPicPr>
          <p:cNvPr id="4" name="Picture 3" descr="9781284033144_CH12_FIG03.jpg">
            <a:extLst>
              <a:ext uri="{FF2B5EF4-FFF2-40B4-BE49-F238E27FC236}">
                <a16:creationId xmlns:a16="http://schemas.microsoft.com/office/drawing/2014/main" id="{C78C594A-90EA-43D3-BB7C-0E7AEA8CC5A1}"/>
              </a:ext>
            </a:extLst>
          </p:cNvPr>
          <p:cNvPicPr>
            <a:picLocks noChangeAspect="1"/>
          </p:cNvPicPr>
          <p:nvPr/>
        </p:nvPicPr>
        <p:blipFill rotWithShape="1">
          <a:blip r:embed="rId2">
            <a:extLst>
              <a:ext uri="{28A0092B-C50C-407E-A947-70E740481C1C}">
                <a14:useLocalDpi xmlns:a14="http://schemas.microsoft.com/office/drawing/2010/main" val="0"/>
              </a:ext>
            </a:extLst>
          </a:blip>
          <a:srcRect t="52876" b="1"/>
          <a:stretch/>
        </p:blipFill>
        <p:spPr bwMode="auto">
          <a:xfrm>
            <a:off x="2971800" y="1248455"/>
            <a:ext cx="5867400" cy="504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9208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3141-3981-B38D-35F7-08932B0CE916}"/>
              </a:ext>
            </a:extLst>
          </p:cNvPr>
          <p:cNvSpPr>
            <a:spLocks noGrp="1"/>
          </p:cNvSpPr>
          <p:nvPr>
            <p:ph type="title"/>
          </p:nvPr>
        </p:nvSpPr>
        <p:spPr/>
        <p:txBody>
          <a:bodyPr/>
          <a:lstStyle/>
          <a:p>
            <a:r>
              <a:rPr lang="en-US" dirty="0"/>
              <a:t>PDNTSPA mnemonic</a:t>
            </a:r>
            <a:br>
              <a:rPr lang="en-US" dirty="0"/>
            </a:br>
            <a:r>
              <a:rPr lang="en-US" sz="3600" dirty="0">
                <a:solidFill>
                  <a:srgbClr val="0070C0"/>
                </a:solidFill>
              </a:rPr>
              <a:t>P</a:t>
            </a:r>
            <a:r>
              <a:rPr lang="en-US" altLang="zh-CN" sz="3600" dirty="0">
                <a:solidFill>
                  <a:srgbClr val="0070C0"/>
                </a:solidFill>
              </a:rPr>
              <a:t>lease Do Not Throw Sausage Pizza Away</a:t>
            </a:r>
            <a:endParaRPr lang="en-US" dirty="0">
              <a:solidFill>
                <a:srgbClr val="0070C0"/>
              </a:solidFill>
            </a:endParaRPr>
          </a:p>
        </p:txBody>
      </p:sp>
      <p:pic>
        <p:nvPicPr>
          <p:cNvPr id="3074" name="Picture 2" descr="30W USB-C PD Wall Charger, USB-C to Lightning Cable | Naztech – Naztech.com">
            <a:extLst>
              <a:ext uri="{FF2B5EF4-FFF2-40B4-BE49-F238E27FC236}">
                <a16:creationId xmlns:a16="http://schemas.microsoft.com/office/drawing/2014/main" id="{A029E45C-BDA9-4FA1-F9EC-FD268501C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427923"/>
            <a:ext cx="3749040" cy="374904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Elevate Your Stay with a Luxury Resort Spa | Palace Resorts">
            <a:extLst>
              <a:ext uri="{FF2B5EF4-FFF2-40B4-BE49-F238E27FC236}">
                <a16:creationId xmlns:a16="http://schemas.microsoft.com/office/drawing/2014/main" id="{B425172C-8245-572E-6966-34B3D84A1E7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E21A0B5B-4DA4-B0FE-2BD8-FB20E7FF65A9}"/>
              </a:ext>
            </a:extLst>
          </p:cNvPr>
          <p:cNvPicPr>
            <a:picLocks noChangeAspect="1"/>
          </p:cNvPicPr>
          <p:nvPr/>
        </p:nvPicPr>
        <p:blipFill>
          <a:blip r:embed="rId4"/>
          <a:stretch>
            <a:fillRect/>
          </a:stretch>
        </p:blipFill>
        <p:spPr>
          <a:xfrm>
            <a:off x="6946216" y="2062163"/>
            <a:ext cx="4407584" cy="4114800"/>
          </a:xfrm>
          <a:prstGeom prst="rect">
            <a:avLst/>
          </a:prstGeom>
        </p:spPr>
      </p:pic>
      <p:sp>
        <p:nvSpPr>
          <p:cNvPr id="10" name="&quot;Not Allowed&quot; Symbol 9">
            <a:extLst>
              <a:ext uri="{FF2B5EF4-FFF2-40B4-BE49-F238E27FC236}">
                <a16:creationId xmlns:a16="http://schemas.microsoft.com/office/drawing/2014/main" id="{56249010-8BAD-DF47-5A5B-A951D31A6BAF}"/>
              </a:ext>
            </a:extLst>
          </p:cNvPr>
          <p:cNvSpPr/>
          <p:nvPr/>
        </p:nvSpPr>
        <p:spPr>
          <a:xfrm>
            <a:off x="1788796" y="3429000"/>
            <a:ext cx="1686472" cy="1692812"/>
          </a:xfrm>
          <a:prstGeom prst="noSmoking">
            <a:avLst>
              <a:gd name="adj" fmla="val 10092"/>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16997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Reference Model</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basic unit of data in the OSI model is the </a:t>
            </a:r>
            <a:r>
              <a:rPr lang="en-US" b="1" dirty="0"/>
              <a:t>protocol data unit (PDU)</a:t>
            </a:r>
          </a:p>
          <a:p>
            <a:r>
              <a:rPr lang="en-US" dirty="0"/>
              <a:t>Each layer communicates to the next through a clearly defined </a:t>
            </a:r>
            <a:r>
              <a:rPr lang="en-US" b="1" dirty="0"/>
              <a:t>service access point (SAP)</a:t>
            </a:r>
          </a:p>
          <a:p>
            <a:r>
              <a:rPr lang="en-US" dirty="0"/>
              <a:t>Each layer adds its own data to the PDU before passing it up to the next higher layer</a:t>
            </a:r>
          </a:p>
          <a:p>
            <a:r>
              <a:rPr lang="en-US" dirty="0"/>
              <a:t>Likewise, as a PDU travels down the protocol stack, each layer strips off its layer-dependent data and passes the now-smaller PDU down to the next layer</a:t>
            </a:r>
          </a:p>
          <a:p>
            <a:endParaRPr lang="en-US" dirty="0"/>
          </a:p>
        </p:txBody>
      </p:sp>
    </p:spTree>
    <p:extLst>
      <p:ext uri="{BB962C8B-B14F-4D97-AF65-F5344CB8AC3E}">
        <p14:creationId xmlns:p14="http://schemas.microsoft.com/office/powerpoint/2010/main" val="40099583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Physical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86800" cy="5257800"/>
          </a:xfrm>
        </p:spPr>
        <p:txBody>
          <a:bodyPr/>
          <a:lstStyle/>
          <a:p>
            <a:r>
              <a:rPr lang="en-US" dirty="0"/>
              <a:t>The Physical layer receives a stream of bits from the Data Link layer above it, encodes them, and places them on the communications medium.</a:t>
            </a:r>
          </a:p>
          <a:p>
            <a:r>
              <a:rPr lang="en-US" dirty="0"/>
              <a:t>The Physical layer conveys </a:t>
            </a:r>
            <a:r>
              <a:rPr lang="en-US" b="1" dirty="0"/>
              <a:t>transmission frames</a:t>
            </a:r>
            <a:r>
              <a:rPr lang="en-US" dirty="0"/>
              <a:t>, called </a:t>
            </a:r>
            <a:r>
              <a:rPr lang="en-US" b="1" dirty="0"/>
              <a:t>Physical Protocol Data Units</a:t>
            </a:r>
            <a:r>
              <a:rPr lang="en-US" dirty="0"/>
              <a:t>, or </a:t>
            </a:r>
            <a:r>
              <a:rPr lang="en-US" b="1" dirty="0"/>
              <a:t>Physical PDUs</a:t>
            </a:r>
            <a:r>
              <a:rPr lang="en-US" dirty="0"/>
              <a:t>.  </a:t>
            </a:r>
          </a:p>
          <a:p>
            <a:r>
              <a:rPr lang="en-US" dirty="0"/>
              <a:t>Each physical PDU carries an address and has delimiter signal patterns that surround the </a:t>
            </a:r>
            <a:r>
              <a:rPr lang="en-US" b="1" dirty="0"/>
              <a:t>payload</a:t>
            </a:r>
            <a:r>
              <a:rPr lang="en-US" dirty="0"/>
              <a:t>, or contents, of the PDU.</a:t>
            </a:r>
          </a:p>
          <a:p>
            <a:r>
              <a:rPr lang="en-US" dirty="0"/>
              <a:t>Examples of physical transmission media could include wireless, copper, satellite and optical fiber</a:t>
            </a:r>
          </a:p>
          <a:p>
            <a:r>
              <a:rPr lang="en-US" dirty="0"/>
              <a:t>This layer is concerned primarily with the transmission of raw bits over the communication medium</a:t>
            </a:r>
          </a:p>
          <a:p>
            <a:endParaRPr lang="en-US" dirty="0"/>
          </a:p>
        </p:txBody>
      </p:sp>
      <p:pic>
        <p:nvPicPr>
          <p:cNvPr id="4" name="Picture 4" descr="C:\wpdocs\Julie\Org&amp;Arch\Ch11\PPT\Osi_p.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9641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Data Link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59812" cy="5257800"/>
          </a:xfrm>
        </p:spPr>
        <p:txBody>
          <a:bodyPr/>
          <a:lstStyle/>
          <a:p>
            <a:r>
              <a:rPr lang="en-US" dirty="0"/>
              <a:t>The Data Link layer negotiates </a:t>
            </a:r>
            <a:r>
              <a:rPr lang="en-US" b="1" dirty="0"/>
              <a:t>frame</a:t>
            </a:r>
            <a:r>
              <a:rPr lang="en-US" dirty="0"/>
              <a:t> sizes and the speed at which they are sent with the Data Link layer at the other end.  </a:t>
            </a:r>
          </a:p>
          <a:p>
            <a:r>
              <a:rPr lang="en-US" dirty="0"/>
              <a:t>The timing of frame transmission is called </a:t>
            </a:r>
            <a:r>
              <a:rPr lang="en-US" b="1" dirty="0"/>
              <a:t>flow control</a:t>
            </a:r>
            <a:r>
              <a:rPr lang="en-US" dirty="0"/>
              <a:t>.</a:t>
            </a:r>
          </a:p>
          <a:p>
            <a:r>
              <a:rPr lang="en-US" dirty="0"/>
              <a:t>Data Link layers at both ends acknowledge packets as they are exchanged. The sender retransmits the packet if no acknowledgement is received within a given time interval.</a:t>
            </a:r>
          </a:p>
          <a:p>
            <a:endParaRPr lang="en-US" dirty="0"/>
          </a:p>
          <a:p>
            <a:endParaRPr lang="en-US" dirty="0"/>
          </a:p>
        </p:txBody>
      </p:sp>
      <p:pic>
        <p:nvPicPr>
          <p:cNvPr id="4" name="Picture 1029" descr="C:\wpdocs\Julie\Org&amp;Arch\Ch11\PPT\Osi_d.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1045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Network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At the originating computers, the Network layer adds addressing information to the Transport layer PDUs.  </a:t>
            </a:r>
          </a:p>
          <a:p>
            <a:r>
              <a:rPr lang="en-US" dirty="0"/>
              <a:t>The Network layer establishes the </a:t>
            </a:r>
            <a:r>
              <a:rPr lang="en-US" b="1" dirty="0"/>
              <a:t>route</a:t>
            </a:r>
            <a:r>
              <a:rPr lang="en-US" dirty="0"/>
              <a:t> and ensures that the PDU size is compatible with all of the equipment between the source and the destination.</a:t>
            </a:r>
          </a:p>
          <a:p>
            <a:r>
              <a:rPr lang="en-US" dirty="0"/>
              <a:t>Its most important job is in moving (</a:t>
            </a:r>
            <a:r>
              <a:rPr lang="en-US" b="1" dirty="0"/>
              <a:t>routing</a:t>
            </a:r>
            <a:r>
              <a:rPr lang="en-US" dirty="0"/>
              <a:t>) PDUs across </a:t>
            </a:r>
            <a:r>
              <a:rPr lang="en-US" b="1" dirty="0"/>
              <a:t>intermediate nodes</a:t>
            </a:r>
            <a:r>
              <a:rPr lang="en-US" dirty="0"/>
              <a:t>.</a:t>
            </a:r>
          </a:p>
          <a:p>
            <a:endParaRPr lang="en-US" dirty="0"/>
          </a:p>
        </p:txBody>
      </p:sp>
      <p:pic>
        <p:nvPicPr>
          <p:cNvPr id="4" name="Picture 5" descr="C:\wpdocs\Julie\Org&amp;Arch\Ch11\PPT\Osi_n.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6752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Transport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The OSI Transport layer provides end-to-end acknowledgement and error correction through its handshaking with the Transport layer at the other end of the conversation.  </a:t>
            </a:r>
          </a:p>
          <a:p>
            <a:r>
              <a:rPr lang="en-US" dirty="0"/>
              <a:t>The Transport layer is the lowest layer of the OSI model at which there is any awareness of the network or its protocols.  </a:t>
            </a:r>
          </a:p>
          <a:p>
            <a:r>
              <a:rPr lang="en-US" dirty="0"/>
              <a:t>The Transport layer assures the Session layer that there are no network-induced errors in the PDU.</a:t>
            </a:r>
          </a:p>
          <a:p>
            <a:r>
              <a:rPr lang="en-US" dirty="0"/>
              <a:t>The Transport layer must break the messages into smaller units (frames), prepending a </a:t>
            </a:r>
            <a:r>
              <a:rPr lang="en-US" b="1" dirty="0"/>
              <a:t>header</a:t>
            </a:r>
            <a:r>
              <a:rPr lang="en-US" dirty="0"/>
              <a:t> to each frame to form the Transport layer PDU</a:t>
            </a:r>
          </a:p>
          <a:p>
            <a:endParaRPr lang="en-US" dirty="0"/>
          </a:p>
        </p:txBody>
      </p:sp>
      <p:pic>
        <p:nvPicPr>
          <p:cNvPr id="4" name="Picture 5" descr="C:\wpdocs\Julie\Org&amp;Arch\Ch11\PPT\Osi_t.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0161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Transport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The Session layer above the Transport layer can thereby (1) send/receive large messages of whatever size it wants and (2) do so without worry about data loss</a:t>
            </a:r>
          </a:p>
          <a:p>
            <a:pPr lvl="1"/>
            <a:r>
              <a:rPr lang="en-US" dirty="0"/>
              <a:t>The Transport layer handles both issues</a:t>
            </a:r>
          </a:p>
          <a:p>
            <a:endParaRPr lang="en-US" dirty="0"/>
          </a:p>
        </p:txBody>
      </p:sp>
      <p:pic>
        <p:nvPicPr>
          <p:cNvPr id="4" name="Picture 5" descr="C:\wpdocs\Julie\Org&amp;Arch\Ch11\PPT\Osi_t.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6750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Session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normAutofit fontScale="92500"/>
          </a:bodyPr>
          <a:lstStyle/>
          <a:p>
            <a:r>
              <a:rPr lang="en-US" dirty="0"/>
              <a:t>The Session layer arbitrates the dialogue between two communicating nodes, opening and closing that dialogue as necessary.  </a:t>
            </a:r>
          </a:p>
          <a:p>
            <a:r>
              <a:rPr lang="en-US" dirty="0"/>
              <a:t>It controls the direction and mode (</a:t>
            </a:r>
            <a:r>
              <a:rPr lang="en-US" b="1" dirty="0"/>
              <a:t>half-duplex</a:t>
            </a:r>
            <a:r>
              <a:rPr lang="en-US" dirty="0"/>
              <a:t> or </a:t>
            </a:r>
            <a:r>
              <a:rPr lang="en-US" b="1" dirty="0"/>
              <a:t>full-duplex</a:t>
            </a:r>
            <a:r>
              <a:rPr lang="en-US" dirty="0"/>
              <a:t>). </a:t>
            </a:r>
          </a:p>
          <a:p>
            <a:r>
              <a:rPr lang="en-US" dirty="0"/>
              <a:t>Half-duplex: communication travels only in one direction</a:t>
            </a:r>
          </a:p>
          <a:p>
            <a:r>
              <a:rPr lang="en-US" dirty="0"/>
              <a:t>Full-duplex: communication travels in both directions</a:t>
            </a:r>
          </a:p>
          <a:p>
            <a:r>
              <a:rPr lang="en-US" dirty="0"/>
              <a:t>It also supplies recovery </a:t>
            </a:r>
            <a:r>
              <a:rPr lang="en-US" b="1" dirty="0"/>
              <a:t>checkpoints</a:t>
            </a:r>
            <a:r>
              <a:rPr lang="en-US" dirty="0"/>
              <a:t> during file transfers.  </a:t>
            </a:r>
          </a:p>
          <a:p>
            <a:r>
              <a:rPr lang="en-US" dirty="0"/>
              <a:t>Checkpoints are issued each time a block of data is acknowledged as being received in good condition. </a:t>
            </a:r>
          </a:p>
          <a:p>
            <a:r>
              <a:rPr lang="en-US" dirty="0"/>
              <a:t>In this way, if the connection is completely lost, it can be resumed</a:t>
            </a:r>
          </a:p>
          <a:p>
            <a:endParaRPr lang="en-US" dirty="0"/>
          </a:p>
        </p:txBody>
      </p:sp>
      <p:pic>
        <p:nvPicPr>
          <p:cNvPr id="6" name="Picture 5" descr="C:\wpdocs\Julie\Org&amp;Arch\Ch11\PPT\Osi_s.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1804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Presentation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The Presentation layer provides high-level data interpretation services for the Application layer above it, such as EBCDIC-to-ASCII translation. </a:t>
            </a:r>
          </a:p>
          <a:p>
            <a:r>
              <a:rPr lang="en-US" dirty="0"/>
              <a:t>Presentation layer services are also called into play if we use encryption or certain types of data compression. </a:t>
            </a:r>
          </a:p>
          <a:p>
            <a:endParaRPr lang="en-US" dirty="0"/>
          </a:p>
        </p:txBody>
      </p:sp>
      <p:pic>
        <p:nvPicPr>
          <p:cNvPr id="5" name="Picture 7" descr="C:\wpdocs\Julie\Org&amp;Arch\Ch11\PPT\Osi_pr.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85571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ISO/OSI Model: Application Layer</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1143000"/>
            <a:ext cx="8610600" cy="5257800"/>
          </a:xfrm>
        </p:spPr>
        <p:txBody>
          <a:bodyPr/>
          <a:lstStyle/>
          <a:p>
            <a:r>
              <a:rPr lang="en-US" dirty="0"/>
              <a:t>The Application layer supplies meaningful information and services to users at one end of the communication and interfaces with system resources (programs and data files) at the other end of the communication. </a:t>
            </a:r>
          </a:p>
          <a:p>
            <a:r>
              <a:rPr lang="en-US" dirty="0"/>
              <a:t>All that applications need to do is to send messages to the Presentation layer, and the lower layers take care of the hard part. </a:t>
            </a:r>
          </a:p>
          <a:p>
            <a:endParaRPr lang="en-US" dirty="0"/>
          </a:p>
        </p:txBody>
      </p:sp>
      <p:pic>
        <p:nvPicPr>
          <p:cNvPr id="4" name="Picture 1029" descr="C:\wpdocs\Julie\Org&amp;Arch\Ch11\PPT\Osi_a.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9412" y="1143000"/>
            <a:ext cx="2312988"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50025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TCP/IP Network Architecture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599" y="1143000"/>
            <a:ext cx="5738211" cy="5257800"/>
          </a:xfrm>
        </p:spPr>
        <p:txBody>
          <a:bodyPr/>
          <a:lstStyle/>
          <a:p>
            <a:r>
              <a:rPr lang="en-US" dirty="0"/>
              <a:t> TCP/IP is the de facto global data communications standard.</a:t>
            </a:r>
          </a:p>
          <a:p>
            <a:r>
              <a:rPr lang="en-US" dirty="0"/>
              <a:t>It has a lean 3-layer protocol stack that can be mapped to five of the seven in the OSI model.  </a:t>
            </a:r>
          </a:p>
          <a:p>
            <a:r>
              <a:rPr lang="en-US" dirty="0"/>
              <a:t>TCP/IP can be used with any type of network, even different types of networks within a single session. </a:t>
            </a:r>
          </a:p>
        </p:txBody>
      </p:sp>
      <p:pic>
        <p:nvPicPr>
          <p:cNvPr id="4" name="Picture 5" descr="9781284033144_CH12_FIG04.jpg">
            <a:extLst>
              <a:ext uri="{FF2B5EF4-FFF2-40B4-BE49-F238E27FC236}">
                <a16:creationId xmlns:a16="http://schemas.microsoft.com/office/drawing/2014/main" id="{679167F4-AA29-48B2-9EAE-AC539599724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47811" y="1295399"/>
            <a:ext cx="5231143" cy="3754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882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IPv4 Address Space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4572000"/>
            <a:ext cx="10972800" cy="1828800"/>
          </a:xfrm>
        </p:spPr>
        <p:txBody>
          <a:bodyPr/>
          <a:lstStyle/>
          <a:p>
            <a:r>
              <a:rPr lang="en-US" dirty="0"/>
              <a:t>The IPv4 Address Space is divided into five different classes (only three shown here)</a:t>
            </a:r>
          </a:p>
          <a:p>
            <a:r>
              <a:rPr lang="en-US" dirty="0"/>
              <a:t>A network’s class determines the maximum number computers that could be on that network</a:t>
            </a:r>
          </a:p>
          <a:p>
            <a:endParaRPr lang="en-US" dirty="0"/>
          </a:p>
        </p:txBody>
      </p:sp>
      <p:pic>
        <p:nvPicPr>
          <p:cNvPr id="5" name="Picture 4" descr="9781284033144_CH12_FIG06.jpg">
            <a:extLst>
              <a:ext uri="{FF2B5EF4-FFF2-40B4-BE49-F238E27FC236}">
                <a16:creationId xmlns:a16="http://schemas.microsoft.com/office/drawing/2014/main" id="{B43C93DC-DC5A-4264-BC3E-AD5B71A616BF}"/>
              </a:ext>
            </a:extLst>
          </p:cNvPr>
          <p:cNvPicPr>
            <a:picLocks noChangeAspect="1"/>
          </p:cNvPicPr>
          <p:nvPr/>
        </p:nvPicPr>
        <p:blipFill rotWithShape="1">
          <a:blip r:embed="rId2">
            <a:extLst>
              <a:ext uri="{28A0092B-C50C-407E-A947-70E740481C1C}">
                <a14:useLocalDpi xmlns:a14="http://schemas.microsoft.com/office/drawing/2010/main" val="0"/>
              </a:ext>
            </a:extLst>
          </a:blip>
          <a:srcRect r="11481" b="35886"/>
          <a:stretch/>
        </p:blipFill>
        <p:spPr bwMode="auto">
          <a:xfrm>
            <a:off x="1268385" y="1405746"/>
            <a:ext cx="7446621" cy="294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0642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IPv4 Address Space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4572000"/>
            <a:ext cx="10972800" cy="1828800"/>
          </a:xfrm>
        </p:spPr>
        <p:txBody>
          <a:bodyPr/>
          <a:lstStyle/>
          <a:p>
            <a:r>
              <a:rPr lang="en-US" dirty="0"/>
              <a:t>What is the maximum number of hosts that can be defined in a class A network?</a:t>
            </a:r>
          </a:p>
          <a:p>
            <a:r>
              <a:rPr lang="en-US" dirty="0"/>
              <a:t>Answer: 2</a:t>
            </a:r>
            <a:r>
              <a:rPr lang="en-US" baseline="30000" dirty="0"/>
              <a:t>24</a:t>
            </a:r>
          </a:p>
        </p:txBody>
      </p:sp>
      <p:pic>
        <p:nvPicPr>
          <p:cNvPr id="5" name="Picture 4" descr="9781284033144_CH12_FIG06.jpg">
            <a:extLst>
              <a:ext uri="{FF2B5EF4-FFF2-40B4-BE49-F238E27FC236}">
                <a16:creationId xmlns:a16="http://schemas.microsoft.com/office/drawing/2014/main" id="{B43C93DC-DC5A-4264-BC3E-AD5B71A616BF}"/>
              </a:ext>
            </a:extLst>
          </p:cNvPr>
          <p:cNvPicPr>
            <a:picLocks noChangeAspect="1"/>
          </p:cNvPicPr>
          <p:nvPr/>
        </p:nvPicPr>
        <p:blipFill rotWithShape="1">
          <a:blip r:embed="rId2">
            <a:extLst>
              <a:ext uri="{28A0092B-C50C-407E-A947-70E740481C1C}">
                <a14:useLocalDpi xmlns:a14="http://schemas.microsoft.com/office/drawing/2010/main" val="0"/>
              </a:ext>
            </a:extLst>
          </a:blip>
          <a:srcRect r="11481" b="35886"/>
          <a:stretch/>
        </p:blipFill>
        <p:spPr bwMode="auto">
          <a:xfrm>
            <a:off x="706119" y="1219199"/>
            <a:ext cx="8293367" cy="328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2510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IPv4 Address Space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a:xfrm>
            <a:off x="609600" y="4572000"/>
            <a:ext cx="10972800" cy="1828800"/>
          </a:xfrm>
        </p:spPr>
        <p:txBody>
          <a:bodyPr/>
          <a:lstStyle/>
          <a:p>
            <a:r>
              <a:rPr lang="en-US" dirty="0"/>
              <a:t>A computer has the IP address 221.15.220.192</a:t>
            </a:r>
            <a:endParaRPr lang="en-US" baseline="30000" dirty="0"/>
          </a:p>
          <a:p>
            <a:r>
              <a:rPr lang="en-US" dirty="0"/>
              <a:t>What network class does it belong to?</a:t>
            </a:r>
          </a:p>
          <a:p>
            <a:r>
              <a:rPr lang="en-US" dirty="0"/>
              <a:t>Answer: 221</a:t>
            </a:r>
            <a:r>
              <a:rPr lang="en-US" baseline="-25000" dirty="0"/>
              <a:t>10</a:t>
            </a:r>
            <a:r>
              <a:rPr lang="en-US" dirty="0"/>
              <a:t> = 11011101</a:t>
            </a:r>
            <a:r>
              <a:rPr lang="en-US" baseline="-25000" dirty="0"/>
              <a:t>2</a:t>
            </a:r>
            <a:r>
              <a:rPr lang="en-US" dirty="0"/>
              <a:t>, so class C</a:t>
            </a:r>
          </a:p>
        </p:txBody>
      </p:sp>
      <p:pic>
        <p:nvPicPr>
          <p:cNvPr id="5" name="Picture 4" descr="9781284033144_CH12_FIG06.jpg">
            <a:extLst>
              <a:ext uri="{FF2B5EF4-FFF2-40B4-BE49-F238E27FC236}">
                <a16:creationId xmlns:a16="http://schemas.microsoft.com/office/drawing/2014/main" id="{B43C93DC-DC5A-4264-BC3E-AD5B71A616BF}"/>
              </a:ext>
            </a:extLst>
          </p:cNvPr>
          <p:cNvPicPr>
            <a:picLocks noChangeAspect="1"/>
          </p:cNvPicPr>
          <p:nvPr/>
        </p:nvPicPr>
        <p:blipFill rotWithShape="1">
          <a:blip r:embed="rId2">
            <a:extLst>
              <a:ext uri="{28A0092B-C50C-407E-A947-70E740481C1C}">
                <a14:useLocalDpi xmlns:a14="http://schemas.microsoft.com/office/drawing/2010/main" val="0"/>
              </a:ext>
            </a:extLst>
          </a:blip>
          <a:srcRect r="11481" b="35886"/>
          <a:stretch/>
        </p:blipFill>
        <p:spPr bwMode="auto">
          <a:xfrm>
            <a:off x="706119" y="1219199"/>
            <a:ext cx="8293367" cy="328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9743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 Windows: Example #1</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Two stations running TCP/IP are engaged in transferring a file. This file is 100K long, the payload size is 100 bytes, and the negotiated congestion window size is 300 bytes. The sender receives an ACK 1500 from the receiver.</a:t>
            </a:r>
          </a:p>
          <a:p>
            <a:r>
              <a:rPr lang="en-US" dirty="0"/>
              <a:t>Which bytes will be sent next?</a:t>
            </a:r>
          </a:p>
          <a:p>
            <a:r>
              <a:rPr lang="en-US" dirty="0"/>
              <a:t>Answer: bytes 1500 through 1599</a:t>
            </a:r>
          </a:p>
          <a:p>
            <a:endParaRPr lang="en-US" dirty="0"/>
          </a:p>
        </p:txBody>
      </p:sp>
    </p:spTree>
    <p:extLst>
      <p:ext uri="{BB962C8B-B14F-4D97-AF65-F5344CB8AC3E}">
        <p14:creationId xmlns:p14="http://schemas.microsoft.com/office/powerpoint/2010/main" val="11027664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TCP Windows: Example #2</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Two stations running TCP/IP are engaged in transferring a file. This file is 100KB long, the payload size is 100 bytes, and the negotiated congestion window size is 300 bytes. The sender receives an ACK 1500 from the receiver.</a:t>
            </a:r>
          </a:p>
          <a:p>
            <a:r>
              <a:rPr lang="en-US" dirty="0"/>
              <a:t>What is the last byte number that can be sent without an ACK being sent by the receiver?</a:t>
            </a:r>
          </a:p>
          <a:p>
            <a:r>
              <a:rPr lang="en-US" dirty="0"/>
              <a:t>Answer: byte 1799</a:t>
            </a:r>
          </a:p>
          <a:p>
            <a:endParaRPr lang="en-US" dirty="0"/>
          </a:p>
        </p:txBody>
      </p:sp>
    </p:spTree>
    <p:extLst>
      <p:ext uri="{BB962C8B-B14F-4D97-AF65-F5344CB8AC3E}">
        <p14:creationId xmlns:p14="http://schemas.microsoft.com/office/powerpoint/2010/main" val="34383209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Congestion Control</a:t>
            </a:r>
          </a:p>
        </p:txBody>
      </p:sp>
      <p:sp>
        <p:nvSpPr>
          <p:cNvPr id="3" name="Content Placeholder 2"/>
          <p:cNvSpPr>
            <a:spLocks noGrp="1"/>
          </p:cNvSpPr>
          <p:nvPr>
            <p:ph idx="1"/>
          </p:nvPr>
        </p:nvSpPr>
        <p:spPr/>
        <p:txBody>
          <a:bodyPr>
            <a:normAutofit fontScale="92500" lnSpcReduction="20000"/>
          </a:bodyPr>
          <a:lstStyle/>
          <a:p>
            <a:r>
              <a:rPr lang="en-US" dirty="0"/>
              <a:t>The TCP window size can be adjusted dynamically, over time (during exchange of messages) to help with </a:t>
            </a:r>
            <a:r>
              <a:rPr lang="en-US" b="1" dirty="0"/>
              <a:t>congestion control</a:t>
            </a:r>
            <a:endParaRPr lang="en-US" dirty="0"/>
          </a:p>
          <a:p>
            <a:pPr lvl="1"/>
            <a:r>
              <a:rPr lang="en-US" dirty="0"/>
              <a:t>If the sender is transmitting data faster than the receiver can process it, packets will be dropped (lost)</a:t>
            </a:r>
          </a:p>
          <a:p>
            <a:pPr lvl="1"/>
            <a:r>
              <a:rPr lang="en-US" dirty="0"/>
              <a:t>The congestion window size can then be decreased so that fewer bytes are sent at a time</a:t>
            </a:r>
          </a:p>
          <a:p>
            <a:r>
              <a:rPr lang="en-US" dirty="0"/>
              <a:t>TCP uses the congestion control scheme known as </a:t>
            </a:r>
            <a:r>
              <a:rPr lang="en-US" b="1" dirty="0"/>
              <a:t>additive-increase/multiplicative-decrease</a:t>
            </a:r>
            <a:r>
              <a:rPr lang="en-US" dirty="0"/>
              <a:t> (</a:t>
            </a:r>
            <a:r>
              <a:rPr lang="en-US" b="1" dirty="0"/>
              <a:t>AIMD</a:t>
            </a:r>
            <a:r>
              <a:rPr lang="en-US" dirty="0"/>
              <a:t>)</a:t>
            </a:r>
            <a:endParaRPr lang="en-US" b="1" dirty="0"/>
          </a:p>
          <a:p>
            <a:r>
              <a:rPr lang="en-US" dirty="0"/>
              <a:t>The idea is simple, yet effective: if no packets are lost during one round-trip between the sender and receiver, the window size can be increased by some small, fixed amount (“additive increase”)</a:t>
            </a:r>
          </a:p>
          <a:p>
            <a:r>
              <a:rPr lang="en-US" dirty="0"/>
              <a:t>But if packets are lost, the window size can be reduced by a large fraction, such as one-half (“multiplicative decrease”)</a:t>
            </a:r>
          </a:p>
          <a:p>
            <a:endParaRPr lang="en-US" dirty="0"/>
          </a:p>
        </p:txBody>
      </p:sp>
    </p:spTree>
    <p:extLst>
      <p:ext uri="{BB962C8B-B14F-4D97-AF65-F5344CB8AC3E}">
        <p14:creationId xmlns:p14="http://schemas.microsoft.com/office/powerpoint/2010/main" val="2453558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Congestion Control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This algorithm can be expressed succinctly with a formula:</a:t>
                </a:r>
              </a:p>
              <a:p>
                <a14:m>
                  <m:oMath xmlns:m="http://schemas.openxmlformats.org/officeDocument/2006/math">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𝑤</m:t>
                              </m:r>
                              <m:d>
                                <m:dPr>
                                  <m:ctrlPr>
                                    <a:rPr lang="en-US" b="0" i="1" smtClean="0">
                                      <a:latin typeface="Cambria Math" panose="02040503050406030204" pitchFamily="18" charset="0"/>
                                    </a:rPr>
                                  </m:ctrlPr>
                                </m:dPr>
                                <m:e>
                                  <m:r>
                                    <m:rPr>
                                      <m:brk m:alnAt="7"/>
                                    </m:rPr>
                                    <a:rPr lang="en-US" b="0" i="1" smtClean="0">
                                      <a:latin typeface="Cambria Math" panose="02040503050406030204" pitchFamily="18" charset="0"/>
                                    </a:rPr>
                                    <m:t>𝑡</m:t>
                                  </m:r>
                                </m:e>
                              </m:d>
                              <m:r>
                                <m:rPr>
                                  <m:brk m:alnAt="7"/>
                                </m:rPr>
                                <a:rPr lang="en-US" b="0" i="1" smtClean="0">
                                  <a:latin typeface="Cambria Math" panose="02040503050406030204" pitchFamily="18" charset="0"/>
                                </a:rPr>
                                <m:t>+</m:t>
                              </m:r>
                              <m:r>
                                <a:rPr lang="en-US" b="0" i="1" smtClean="0">
                                  <a:latin typeface="Cambria Math" panose="02040503050406030204" pitchFamily="18" charset="0"/>
                                </a:rPr>
                                <m:t>𝑎</m:t>
                              </m:r>
                            </m:e>
                            <m:e>
                              <m:r>
                                <m:rPr>
                                  <m:sty m:val="p"/>
                                </m:rPr>
                                <a:rPr lang="en-US" b="0" i="0" smtClean="0">
                                  <a:latin typeface="Cambria Math" panose="02040503050406030204" pitchFamily="18" charset="0"/>
                                </a:rPr>
                                <m:t>if</m:t>
                              </m:r>
                              <m:r>
                                <a:rPr lang="en-US" b="0" i="0" smtClean="0">
                                  <a:latin typeface="Cambria Math" panose="02040503050406030204" pitchFamily="18" charset="0"/>
                                </a:rPr>
                                <m:t> </m:t>
                              </m:r>
                              <m:r>
                                <m:rPr>
                                  <m:sty m:val="p"/>
                                </m:rPr>
                                <a:rPr lang="en-US" b="0" i="0" smtClean="0">
                                  <a:latin typeface="Cambria Math" panose="02040503050406030204" pitchFamily="18" charset="0"/>
                                </a:rPr>
                                <m:t>congestion</m:t>
                              </m:r>
                              <m:r>
                                <a:rPr lang="en-US" b="0" i="0"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not</m:t>
                              </m:r>
                              <m:r>
                                <a:rPr lang="en-US" b="0" i="0" smtClean="0">
                                  <a:latin typeface="Cambria Math" panose="02040503050406030204" pitchFamily="18" charset="0"/>
                                </a:rPr>
                                <m:t> </m:t>
                              </m:r>
                              <m:r>
                                <m:rPr>
                                  <m:sty m:val="p"/>
                                </m:rPr>
                                <a:rPr lang="en-US" b="0" i="0" smtClean="0">
                                  <a:latin typeface="Cambria Math" panose="02040503050406030204" pitchFamily="18" charset="0"/>
                                </a:rPr>
                                <m:t>detected</m:t>
                              </m:r>
                            </m:e>
                          </m:mr>
                          <m:mr>
                            <m:e>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𝑏</m:t>
                              </m:r>
                            </m:e>
                            <m:e>
                              <m:r>
                                <m:rPr>
                                  <m:sty m:val="p"/>
                                </m:rPr>
                                <a:rPr lang="en-US" b="0" i="0" smtClean="0">
                                  <a:latin typeface="Cambria Math" panose="02040503050406030204" pitchFamily="18" charset="0"/>
                                </a:rPr>
                                <m:t>if</m:t>
                              </m:r>
                              <m:r>
                                <a:rPr lang="en-US" b="0" i="0" smtClean="0">
                                  <a:latin typeface="Cambria Math" panose="02040503050406030204" pitchFamily="18" charset="0"/>
                                </a:rPr>
                                <m:t> </m:t>
                              </m:r>
                              <m:r>
                                <m:rPr>
                                  <m:sty m:val="p"/>
                                </m:rPr>
                                <a:rPr lang="en-US" b="0" i="0" smtClean="0">
                                  <a:latin typeface="Cambria Math" panose="02040503050406030204" pitchFamily="18" charset="0"/>
                                </a:rPr>
                                <m:t>congestion</m:t>
                              </m:r>
                              <m:r>
                                <a:rPr lang="en-US" b="0" i="0"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detected</m:t>
                              </m:r>
                              <m:r>
                                <a:rPr lang="en-US" b="0" i="1" smtClean="0">
                                  <a:latin typeface="Cambria Math" panose="02040503050406030204" pitchFamily="18" charset="0"/>
                                </a:rPr>
                                <m:t>        </m:t>
                              </m:r>
                            </m:e>
                          </m:mr>
                        </m:m>
                      </m:e>
                    </m:d>
                  </m:oMath>
                </a14:m>
                <a:endParaRPr lang="en-US" dirty="0"/>
              </a:p>
              <a:p>
                <a14:m>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is the </a:t>
                </a:r>
                <a:r>
                  <a:rPr lang="en-US" b="1" dirty="0"/>
                  <a:t>sending rate</a:t>
                </a:r>
                <a:r>
                  <a:rPr lang="en-US" dirty="0"/>
                  <a:t>, the size of the window in bytes</a:t>
                </a:r>
              </a:p>
              <a:p>
                <a14:m>
                  <m:oMath xmlns:m="http://schemas.openxmlformats.org/officeDocument/2006/math">
                    <m:r>
                      <a:rPr lang="en-US" b="0" i="1" smtClean="0">
                        <a:latin typeface="Cambria Math" panose="02040503050406030204" pitchFamily="18" charset="0"/>
                      </a:rPr>
                      <m:t>𝑎</m:t>
                    </m:r>
                  </m:oMath>
                </a14:m>
                <a:r>
                  <a:rPr lang="en-US" dirty="0"/>
                  <a:t> is the </a:t>
                </a:r>
                <a:r>
                  <a:rPr lang="en-US" b="1" dirty="0"/>
                  <a:t>additive increase parameter</a:t>
                </a:r>
                <a:endParaRPr lang="en-US" dirty="0"/>
              </a:p>
              <a:p>
                <a14:m>
                  <m:oMath xmlns:m="http://schemas.openxmlformats.org/officeDocument/2006/math">
                    <m:r>
                      <a:rPr lang="en-US" b="0" i="1" smtClean="0">
                        <a:latin typeface="Cambria Math" panose="02040503050406030204" pitchFamily="18" charset="0"/>
                      </a:rPr>
                      <m:t>𝑏</m:t>
                    </m:r>
                  </m:oMath>
                </a14:m>
                <a:r>
                  <a:rPr lang="en-US" dirty="0"/>
                  <a:t> is the </a:t>
                </a:r>
                <a:r>
                  <a:rPr lang="en-US" b="1" dirty="0"/>
                  <a:t>multiplicative decrease factor</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928"/>
                </a:stretch>
              </a:blipFill>
            </p:spPr>
            <p:txBody>
              <a:bodyPr/>
              <a:lstStyle/>
              <a:p>
                <a:r>
                  <a:rPr lang="en-US">
                    <a:noFill/>
                  </a:rPr>
                  <a:t> </a:t>
                </a:r>
              </a:p>
            </p:txBody>
          </p:sp>
        </mc:Fallback>
      </mc:AlternateContent>
    </p:spTree>
    <p:extLst>
      <p:ext uri="{BB962C8B-B14F-4D97-AF65-F5344CB8AC3E}">
        <p14:creationId xmlns:p14="http://schemas.microsoft.com/office/powerpoint/2010/main" val="23732776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Congestion Control: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Suppose the TCP congestion window size for on-going communication between two hosts is currently 1000 bytes. AIMD is being used with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 </m:t>
                    </m:r>
                    <m:r>
                      <a:rPr lang="en-US" b="0" i="1" smtClean="0">
                        <a:latin typeface="Cambria Math" panose="02040503050406030204" pitchFamily="18" charset="0"/>
                      </a:rPr>
                      <m:t>𝑏</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a:t>
                </a:r>
              </a:p>
              <a:p>
                <a:r>
                  <a:rPr lang="en-US" dirty="0"/>
                  <a:t>The next four round-trips complete successfully with no lost packets. What is the congestion window size after those four round trips?</a:t>
                </a:r>
              </a:p>
              <a:p>
                <a:r>
                  <a:rPr lang="en-US" dirty="0"/>
                  <a:t>Answer: </a:t>
                </a:r>
                <a14:m>
                  <m:oMath xmlns:m="http://schemas.openxmlformats.org/officeDocument/2006/math">
                    <m:r>
                      <a:rPr lang="en-US" b="0" i="1" smtClean="0">
                        <a:latin typeface="Cambria Math" panose="02040503050406030204" pitchFamily="18" charset="0"/>
                      </a:rPr>
                      <m:t>1000+2+2+2+2=1008</m:t>
                    </m:r>
                  </m:oMath>
                </a14:m>
                <a:endParaRPr lang="en-US" b="0" dirty="0"/>
              </a:p>
              <a:p>
                <a:r>
                  <a:rPr lang="en-US" dirty="0"/>
                  <a:t>Suppose that packets are lost during the next two round-trips. What will the congestion window size become?</a:t>
                </a:r>
              </a:p>
              <a:p>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1008</m:t>
                        </m:r>
                      </m:num>
                      <m:den>
                        <m:r>
                          <a:rPr lang="en-US" b="0" i="1" smtClean="0">
                            <a:latin typeface="Cambria Math" panose="02040503050406030204" pitchFamily="18" charset="0"/>
                          </a:rPr>
                          <m:t>2</m:t>
                        </m:r>
                      </m:den>
                    </m:f>
                    <m:r>
                      <a:rPr lang="en-US" b="0" i="1" smtClean="0">
                        <a:latin typeface="Cambria Math" panose="02040503050406030204" pitchFamily="18" charset="0"/>
                      </a:rPr>
                      <m:t>=504</m:t>
                    </m:r>
                  </m:oMath>
                </a14:m>
                <a:r>
                  <a:rPr lang="en-US" dirty="0"/>
                  <a:t>	 </a:t>
                </a:r>
                <a:r>
                  <a:rPr lang="en-US" dirty="0">
                    <a:sym typeface="Wingdings" panose="05000000000000000000" pitchFamily="2" charset="2"/>
                  </a:rPr>
                  <a:t>   </a:t>
                </a:r>
                <a14:m>
                  <m:oMath xmlns:m="http://schemas.openxmlformats.org/officeDocument/2006/math">
                    <m:f>
                      <m:fPr>
                        <m:ctrlPr>
                          <a:rPr lang="en-US" b="0" i="1" smtClean="0">
                            <a:latin typeface="Cambria Math" panose="02040503050406030204" pitchFamily="18" charset="0"/>
                            <a:sym typeface="Wingdings" panose="05000000000000000000" pitchFamily="2" charset="2"/>
                          </a:rPr>
                        </m:ctrlPr>
                      </m:fPr>
                      <m:num>
                        <m:r>
                          <a:rPr lang="en-US" b="0" i="1" smtClean="0">
                            <a:latin typeface="Cambria Math" panose="02040503050406030204" pitchFamily="18" charset="0"/>
                            <a:sym typeface="Wingdings" panose="05000000000000000000" pitchFamily="2" charset="2"/>
                          </a:rPr>
                          <m:t>504</m:t>
                        </m:r>
                      </m:num>
                      <m:den>
                        <m:r>
                          <a:rPr lang="en-US" b="0" i="1" smtClean="0">
                            <a:latin typeface="Cambria Math" panose="02040503050406030204" pitchFamily="18" charset="0"/>
                            <a:sym typeface="Wingdings" panose="05000000000000000000" pitchFamily="2" charset="2"/>
                          </a:rPr>
                          <m:t>2</m:t>
                        </m:r>
                      </m:den>
                    </m:f>
                    <m:r>
                      <a:rPr lang="en-US" b="0" i="1" smtClean="0">
                        <a:latin typeface="Cambria Math" panose="02040503050406030204" pitchFamily="18" charset="0"/>
                        <a:sym typeface="Wingdings" panose="05000000000000000000" pitchFamily="2" charset="2"/>
                      </a:rPr>
                      <m:t>=252</m:t>
                    </m:r>
                  </m:oMath>
                </a14:m>
                <a:endParaRPr lang="en-US" dirty="0"/>
              </a:p>
              <a:p>
                <a:r>
                  <a:rPr lang="en-US" dirty="0"/>
                  <a:t>Answer: 252 bytes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8" t="-2801" r="-638"/>
                </a:stretch>
              </a:blipFill>
            </p:spPr>
            <p:txBody>
              <a:bodyPr/>
              <a:lstStyle/>
              <a:p>
                <a:r>
                  <a:rPr lang="en-US">
                    <a:noFill/>
                  </a:rPr>
                  <a:t> </a:t>
                </a:r>
              </a:p>
            </p:txBody>
          </p:sp>
        </mc:Fallback>
      </mc:AlternateContent>
    </p:spTree>
    <p:extLst>
      <p:ext uri="{BB962C8B-B14F-4D97-AF65-F5344CB8AC3E}">
        <p14:creationId xmlns:p14="http://schemas.microsoft.com/office/powerpoint/2010/main" val="13764793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AA701-3014-4281-8ED2-4B4BE4B4A9FD}"/>
              </a:ext>
            </a:extLst>
          </p:cNvPr>
          <p:cNvSpPr>
            <a:spLocks noGrp="1"/>
          </p:cNvSpPr>
          <p:nvPr>
            <p:ph type="title"/>
          </p:nvPr>
        </p:nvSpPr>
        <p:spPr/>
        <p:txBody>
          <a:bodyPr/>
          <a:lstStyle/>
          <a:p>
            <a:r>
              <a:rPr lang="en-US" dirty="0"/>
              <a:t>Protocol Overhead: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307223-B690-492E-BCE0-4A594DE11934}"/>
                  </a:ext>
                </a:extLst>
              </p:cNvPr>
              <p:cNvSpPr>
                <a:spLocks noGrp="1"/>
              </p:cNvSpPr>
              <p:nvPr>
                <p:ph idx="1"/>
              </p:nvPr>
            </p:nvSpPr>
            <p:spPr/>
            <p:txBody>
              <a:bodyPr>
                <a:normAutofit lnSpcReduction="10000"/>
              </a:bodyPr>
              <a:lstStyle/>
              <a:p>
                <a:r>
                  <a:rPr lang="en-US" dirty="0"/>
                  <a:t>Each layer in a protocol stack adds overhead in the form of </a:t>
                </a:r>
                <a:r>
                  <a:rPr lang="en-US" b="1" dirty="0"/>
                  <a:t>headers</a:t>
                </a:r>
                <a:endParaRPr lang="en-US" dirty="0"/>
              </a:p>
              <a:p>
                <a:r>
                  <a:rPr lang="en-US" dirty="0"/>
                  <a:t>For example, there are 20 bytes each in the TCP header and the IP header (for IPv4)</a:t>
                </a:r>
              </a:p>
              <a:p>
                <a:r>
                  <a:rPr lang="en-US" dirty="0"/>
                  <a:t>Suppose a computer running TCP/IP needs to transfer a file to a host. The file contains 1024 bytes.</a:t>
                </a:r>
              </a:p>
              <a:p>
                <a:r>
                  <a:rPr lang="en-US" dirty="0"/>
                  <a:t>How many bytes, including all of the TCP/IP overhead, would be sent assuming a payload size of 128 bytes?</a:t>
                </a:r>
              </a:p>
              <a:p>
                <a:r>
                  <a:rPr lang="en-US" dirty="0"/>
                  <a:t>We will need 1024 / 128 = 8 packets</a:t>
                </a:r>
              </a:p>
              <a:p>
                <a:r>
                  <a:rPr lang="en-US" dirty="0"/>
                  <a:t>8 packets </a:t>
                </a:r>
                <a14:m>
                  <m:oMath xmlns:m="http://schemas.openxmlformats.org/officeDocument/2006/math">
                    <m:r>
                      <a:rPr lang="en-US" b="0" i="1" smtClean="0">
                        <a:latin typeface="Cambria Math" panose="02040503050406030204" pitchFamily="18" charset="0"/>
                      </a:rPr>
                      <m:t>×</m:t>
                    </m:r>
                  </m:oMath>
                </a14:m>
                <a:r>
                  <a:rPr lang="en-US" dirty="0"/>
                  <a:t> 40 bytes per packet = 320 bytes of overhead</a:t>
                </a:r>
              </a:p>
              <a:p>
                <a14:m>
                  <m:oMath xmlns:m="http://schemas.openxmlformats.org/officeDocument/2006/math">
                    <m:r>
                      <a:rPr lang="en-US" b="0" i="1" smtClean="0">
                        <a:latin typeface="Cambria Math" panose="02040503050406030204" pitchFamily="18" charset="0"/>
                      </a:rPr>
                      <m:t>1024+320=1344</m:t>
                    </m:r>
                  </m:oMath>
                </a14:m>
                <a:r>
                  <a:rPr lang="en-US" dirty="0"/>
                  <a:t> bytes total</a:t>
                </a:r>
              </a:p>
            </p:txBody>
          </p:sp>
        </mc:Choice>
        <mc:Fallback xmlns="">
          <p:sp>
            <p:nvSpPr>
              <p:cNvPr id="3" name="Content Placeholder 2">
                <a:extLst>
                  <a:ext uri="{FF2B5EF4-FFF2-40B4-BE49-F238E27FC236}">
                    <a16:creationId xmlns:a16="http://schemas.microsoft.com/office/drawing/2014/main" id="{26307223-B690-492E-BCE0-4A594DE11934}"/>
                  </a:ext>
                </a:extLst>
              </p:cNvPr>
              <p:cNvSpPr>
                <a:spLocks noGrp="1" noRot="1" noChangeAspect="1" noMove="1" noResize="1" noEditPoints="1" noAdjustHandles="1" noChangeArrowheads="1" noChangeShapeType="1" noTextEdit="1"/>
              </p:cNvSpPr>
              <p:nvPr>
                <p:ph idx="1"/>
              </p:nvPr>
            </p:nvSpPr>
            <p:spPr>
              <a:blipFill>
                <a:blip r:embed="rId2"/>
                <a:stretch>
                  <a:fillRect l="-1043" t="-3081" r="-406" b="-2241"/>
                </a:stretch>
              </a:blipFill>
            </p:spPr>
            <p:txBody>
              <a:bodyPr/>
              <a:lstStyle/>
              <a:p>
                <a:r>
                  <a:rPr lang="en-US">
                    <a:noFill/>
                  </a:rPr>
                  <a:t> </a:t>
                </a:r>
              </a:p>
            </p:txBody>
          </p:sp>
        </mc:Fallback>
      </mc:AlternateContent>
    </p:spTree>
    <p:extLst>
      <p:ext uri="{BB962C8B-B14F-4D97-AF65-F5344CB8AC3E}">
        <p14:creationId xmlns:p14="http://schemas.microsoft.com/office/powerpoint/2010/main" val="26846945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5CCF1-F581-76C3-E82C-A4244E466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6A5EE-0495-B8B3-589A-B18FDAF2D9CF}"/>
              </a:ext>
            </a:extLst>
          </p:cNvPr>
          <p:cNvSpPr>
            <a:spLocks noGrp="1"/>
          </p:cNvSpPr>
          <p:nvPr>
            <p:ph type="title"/>
          </p:nvPr>
        </p:nvSpPr>
        <p:spPr>
          <a:xfrm>
            <a:off x="838200" y="2766218"/>
            <a:ext cx="10515600" cy="1325563"/>
          </a:xfrm>
        </p:spPr>
        <p:txBody>
          <a:bodyPr>
            <a:normAutofit fontScale="90000"/>
          </a:bodyPr>
          <a:lstStyle/>
          <a:p>
            <a:pPr algn="ctr"/>
            <a:r>
              <a:rPr lang="en-US" sz="7200" b="1" dirty="0"/>
              <a:t>Unit 09 Performance Measurement and Analysis </a:t>
            </a:r>
            <a:br>
              <a:rPr lang="en-US" sz="7200" b="1" dirty="0"/>
            </a:br>
            <a:r>
              <a:rPr lang="en-US" sz="3600" b="1" dirty="0">
                <a:solidFill>
                  <a:srgbClr val="0070C0"/>
                </a:solidFill>
              </a:rPr>
              <a:t>Benchmarking, Disk Scheduling</a:t>
            </a:r>
            <a:endParaRPr lang="en-US" sz="7200" b="1" dirty="0">
              <a:solidFill>
                <a:srgbClr val="0070C0"/>
              </a:solidFill>
            </a:endParaRPr>
          </a:p>
        </p:txBody>
      </p:sp>
    </p:spTree>
    <p:extLst>
      <p:ext uri="{BB962C8B-B14F-4D97-AF65-F5344CB8AC3E}">
        <p14:creationId xmlns:p14="http://schemas.microsoft.com/office/powerpoint/2010/main" val="39374140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Benchmarking</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a:bodyPr>
          <a:lstStyle/>
          <a:p>
            <a:r>
              <a:rPr lang="en-US" b="1" dirty="0"/>
              <a:t>Performance benchmarking</a:t>
            </a:r>
            <a:r>
              <a:rPr lang="en-US" dirty="0"/>
              <a:t> is the science of making objective assessments concerning the performance of one system over another.</a:t>
            </a:r>
          </a:p>
          <a:p>
            <a:r>
              <a:rPr lang="en-US" b="1" dirty="0"/>
              <a:t>Price-performance ratios</a:t>
            </a:r>
            <a:r>
              <a:rPr lang="en-US" dirty="0"/>
              <a:t> can be derived from standard benchmarks.</a:t>
            </a:r>
          </a:p>
          <a:p>
            <a:r>
              <a:rPr lang="en-US" dirty="0"/>
              <a:t>The troublesome issue is that there is no definitive benchmark that can tell you which system will run your applications the fastest (using the least wall clock time) for the least amount of money.</a:t>
            </a:r>
          </a:p>
          <a:p>
            <a:r>
              <a:rPr lang="en-US" dirty="0"/>
              <a:t>In reality, there is no single system metric we can use</a:t>
            </a:r>
          </a:p>
        </p:txBody>
      </p:sp>
    </p:spTree>
    <p:extLst>
      <p:ext uri="{BB962C8B-B14F-4D97-AF65-F5344CB8AC3E}">
        <p14:creationId xmlns:p14="http://schemas.microsoft.com/office/powerpoint/2010/main" val="7844214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pPr>
                  <a:spcBef>
                    <a:spcPts val="576"/>
                  </a:spcBef>
                </a:pPr>
                <a:r>
                  <a:rPr lang="en-US" dirty="0"/>
                  <a:t>Disk utilization is determined by the speed of the disk and the rate at which requests arrive in the service queue. </a:t>
                </a:r>
              </a:p>
              <a:p>
                <a:pPr>
                  <a:spcBef>
                    <a:spcPts val="576"/>
                  </a:spcBef>
                </a:pPr>
                <a:r>
                  <a:rPr lang="en-US" altLang="en-US" dirty="0">
                    <a:cs typeface="Arial" charset="0"/>
                  </a:rPr>
                  <a:t>Disk utilization stated mathematically is </a:t>
                </a:r>
                <a14:m>
                  <m:oMath xmlns:m="http://schemas.openxmlformats.org/officeDocument/2006/math">
                    <m:r>
                      <a:rPr lang="en-US" altLang="en-US" i="1">
                        <a:latin typeface="Cambria Math" panose="02040503050406030204" pitchFamily="18" charset="0"/>
                        <a:cs typeface="Arial" charset="0"/>
                      </a:rPr>
                      <m:t>𝐷𝑈</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𝑅𝐴𝑅</m:t>
                        </m:r>
                      </m:num>
                      <m:den>
                        <m:r>
                          <a:rPr lang="en-US" altLang="en-US" i="1">
                            <a:latin typeface="Cambria Math" panose="02040503050406030204" pitchFamily="18" charset="0"/>
                            <a:cs typeface="Arial" charset="0"/>
                          </a:rPr>
                          <m:t>𝐷𝑆𝑅</m:t>
                        </m:r>
                      </m:den>
                    </m:f>
                  </m:oMath>
                </a14:m>
                <a:r>
                  <a:rPr lang="en-US" altLang="en-US" dirty="0">
                    <a:cs typeface="Arial" charset="0"/>
                  </a:rPr>
                  <a:t>, where </a:t>
                </a:r>
                <a:r>
                  <a:rPr lang="en-US" altLang="en-US" i="1" dirty="0">
                    <a:cs typeface="Arial" charset="0"/>
                  </a:rPr>
                  <a:t>DU</a:t>
                </a:r>
                <a:r>
                  <a:rPr lang="en-US" altLang="en-US" dirty="0">
                    <a:cs typeface="Arial" charset="0"/>
                  </a:rPr>
                  <a:t> = Disk Utilization, </a:t>
                </a:r>
                <a:br>
                  <a:rPr lang="en-US" altLang="en-US" dirty="0">
                    <a:cs typeface="Arial" charset="0"/>
                  </a:rPr>
                </a:br>
                <a:r>
                  <a:rPr lang="en-US" altLang="en-US" i="1" dirty="0">
                    <a:cs typeface="Arial" charset="0"/>
                  </a:rPr>
                  <a:t>RAR</a:t>
                </a:r>
                <a:r>
                  <a:rPr lang="en-US" altLang="en-US" dirty="0">
                    <a:cs typeface="Arial" charset="0"/>
                  </a:rPr>
                  <a:t> = Request Arrival Rate and </a:t>
                </a:r>
                <a:r>
                  <a:rPr lang="en-US" altLang="en-US" i="1" dirty="0">
                    <a:cs typeface="Arial" charset="0"/>
                  </a:rPr>
                  <a:t>DSR</a:t>
                </a:r>
                <a:r>
                  <a:rPr lang="en-US" altLang="en-US" dirty="0">
                    <a:cs typeface="Arial" charset="0"/>
                  </a:rPr>
                  <a:t> = Disk Service Rate</a:t>
                </a:r>
              </a:p>
              <a:p>
                <a:pPr>
                  <a:spcBef>
                    <a:spcPts val="576"/>
                  </a:spcBef>
                </a:pPr>
                <a:r>
                  <a:rPr lang="en-US" altLang="en-US" dirty="0">
                    <a:cs typeface="Arial" charset="0"/>
                  </a:rPr>
                  <a:t>The Request Arrival Rate is given in </a:t>
                </a:r>
                <a:r>
                  <a:rPr lang="en-US" altLang="en-US" i="1" dirty="0">
                    <a:cs typeface="Arial" charset="0"/>
                  </a:rPr>
                  <a:t>requests per second</a:t>
                </a:r>
                <a:r>
                  <a:rPr lang="en-US" altLang="en-US" dirty="0">
                    <a:cs typeface="Arial" charset="0"/>
                  </a:rPr>
                  <a:t> to the disk</a:t>
                </a:r>
              </a:p>
              <a:p>
                <a:pPr>
                  <a:spcBef>
                    <a:spcPts val="576"/>
                  </a:spcBef>
                </a:pPr>
                <a:r>
                  <a:rPr lang="en-US" altLang="en-US" dirty="0">
                    <a:cs typeface="Arial" charset="0"/>
                  </a:rPr>
                  <a:t>The Disk Service Rate is given </a:t>
                </a:r>
                <a:r>
                  <a:rPr lang="en-US" altLang="en-US" dirty="0"/>
                  <a:t>in </a:t>
                </a:r>
                <a:r>
                  <a:rPr lang="en-US" altLang="en-US" i="1" dirty="0"/>
                  <a:t>I/O operations per second </a:t>
                </a:r>
                <a:r>
                  <a:rPr lang="en-US" altLang="en-US" dirty="0"/>
                  <a:t>(</a:t>
                </a:r>
                <a:r>
                  <a:rPr lang="en-US" altLang="en-US" i="1" dirty="0"/>
                  <a:t>IOPS</a:t>
                </a:r>
                <a:r>
                  <a:rPr lang="en-US" altLang="en-US" dirty="0"/>
                  <a:t>)</a:t>
                </a:r>
              </a:p>
              <a:p>
                <a:pPr marL="0" indent="0">
                  <a:spcBef>
                    <a:spcPts val="576"/>
                  </a:spcBef>
                  <a:buNone/>
                </a:pPr>
                <a:endParaRPr lang="en-US" altLang="en-US" dirty="0"/>
              </a:p>
              <a:p>
                <a:pPr>
                  <a:spcBef>
                    <a:spcPts val="576"/>
                  </a:spcBef>
                </a:pP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1043" t="-2241" r="-2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402679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 Example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lnSpcReduction="10000"/>
              </a:bodyPr>
              <a:lstStyle/>
              <a:p>
                <a:pPr>
                  <a:spcBef>
                    <a:spcPts val="576"/>
                  </a:spcBef>
                </a:pPr>
                <a:r>
                  <a:rPr lang="en-US" altLang="en-US" dirty="0">
                    <a:cs typeface="Arial" charset="0"/>
                  </a:rPr>
                  <a:t>Suppose the arrival rate is 60 requests per second and the service time is 15 </a:t>
                </a:r>
                <a:r>
                  <a:rPr lang="en-US" altLang="en-US" dirty="0" err="1">
                    <a:cs typeface="Arial" charset="0"/>
                  </a:rPr>
                  <a:t>ms.</a:t>
                </a:r>
                <a:r>
                  <a:rPr lang="en-US" altLang="en-US" dirty="0">
                    <a:cs typeface="Arial" charset="0"/>
                  </a:rPr>
                  <a:t> From </a:t>
                </a:r>
                <a14:m>
                  <m:oMath xmlns:m="http://schemas.openxmlformats.org/officeDocument/2006/math">
                    <m:r>
                      <a:rPr lang="en-US" altLang="en-US" i="1">
                        <a:latin typeface="Cambria Math" panose="02040503050406030204" pitchFamily="18" charset="0"/>
                        <a:cs typeface="Arial" charset="0"/>
                      </a:rPr>
                      <m:t>𝐷𝑈</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𝑅𝐴𝑅</m:t>
                        </m:r>
                      </m:num>
                      <m:den>
                        <m:r>
                          <a:rPr lang="en-US" altLang="en-US" i="1">
                            <a:latin typeface="Cambria Math" panose="02040503050406030204" pitchFamily="18" charset="0"/>
                            <a:cs typeface="Arial" charset="0"/>
                          </a:rPr>
                          <m:t>𝐷𝑆𝑅</m:t>
                        </m:r>
                      </m:den>
                    </m:f>
                  </m:oMath>
                </a14:m>
                <a:r>
                  <a:rPr lang="en-US" altLang="en-US" dirty="0">
                    <a:cs typeface="Arial" charset="0"/>
                  </a:rPr>
                  <a:t> we can compute that </a:t>
                </a:r>
                <a14:m>
                  <m:oMath xmlns:m="http://schemas.openxmlformats.org/officeDocument/2006/math">
                    <m:r>
                      <a:rPr lang="en-US" altLang="en-US" i="1">
                        <a:latin typeface="Cambria Math" panose="02040503050406030204" pitchFamily="18" charset="0"/>
                        <a:cs typeface="Arial" charset="0"/>
                      </a:rPr>
                      <m:t>𝐷𝑈</m:t>
                    </m:r>
                    <m:r>
                      <a:rPr lang="en-US" altLang="en-US" i="1">
                        <a:latin typeface="Cambria Math" panose="02040503050406030204" pitchFamily="18" charset="0"/>
                        <a:cs typeface="Arial" charset="0"/>
                      </a:rPr>
                      <m:t>≈90%</m:t>
                    </m:r>
                  </m:oMath>
                </a14:m>
                <a:r>
                  <a:rPr lang="en-US" altLang="en-US" dirty="0">
                    <a:cs typeface="Arial" charset="0"/>
                  </a:rPr>
                  <a:t> (60/67).</a:t>
                </a:r>
              </a:p>
              <a:p>
                <a:pPr>
                  <a:spcBef>
                    <a:spcPts val="576"/>
                  </a:spcBef>
                </a:pPr>
                <a:r>
                  <a:rPr lang="en-US" altLang="en-US" dirty="0">
                    <a:cs typeface="Arial" charset="0"/>
                  </a:rPr>
                  <a:t>Therefore, on average the request will wait </a:t>
                </a:r>
                <a:br>
                  <a:rPr lang="en-US" altLang="en-US" dirty="0">
                    <a:cs typeface="Arial" charset="0"/>
                  </a:rPr>
                </a:br>
                <a14:m>
                  <m:oMath xmlns:m="http://schemas.openxmlformats.org/officeDocument/2006/math">
                    <m:r>
                      <a:rPr lang="en-US" altLang="en-US" i="1">
                        <a:latin typeface="Cambria Math" panose="02040503050406030204" pitchFamily="18" charset="0"/>
                        <a:cs typeface="Arial" charset="0"/>
                      </a:rPr>
                      <m:t>𝑇𝑄</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𝑆𝑇</m:t>
                        </m:r>
                        <m:r>
                          <a:rPr lang="en-US" altLang="en-US" i="1">
                            <a:latin typeface="Cambria Math" panose="02040503050406030204" pitchFamily="18" charset="0"/>
                            <a:cs typeface="Arial" charset="0"/>
                          </a:rPr>
                          <m:t>×</m:t>
                        </m:r>
                        <m:r>
                          <a:rPr lang="en-US" altLang="en-US" i="1">
                            <a:latin typeface="Cambria Math" panose="02040503050406030204" pitchFamily="18" charset="0"/>
                            <a:cs typeface="Arial" charset="0"/>
                          </a:rPr>
                          <m:t>𝐷𝑈</m:t>
                        </m:r>
                      </m:num>
                      <m:den>
                        <m:r>
                          <a:rPr lang="en-US" altLang="en-US" i="1">
                            <a:latin typeface="Cambria Math" panose="02040503050406030204" pitchFamily="18" charset="0"/>
                            <a:cs typeface="Arial" charset="0"/>
                          </a:rPr>
                          <m:t>1−</m:t>
                        </m:r>
                        <m:r>
                          <a:rPr lang="en-US" altLang="en-US" i="1">
                            <a:latin typeface="Cambria Math" panose="02040503050406030204" pitchFamily="18" charset="0"/>
                            <a:cs typeface="Arial" charset="0"/>
                          </a:rPr>
                          <m:t>𝐷𝑈</m:t>
                        </m:r>
                      </m:den>
                    </m:f>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15×0.90</m:t>
                        </m:r>
                      </m:num>
                      <m:den>
                        <m:r>
                          <a:rPr lang="en-US" altLang="en-US" i="1">
                            <a:latin typeface="Cambria Math" panose="02040503050406030204" pitchFamily="18" charset="0"/>
                            <a:cs typeface="Arial" charset="0"/>
                          </a:rPr>
                          <m:t>1−0.90</m:t>
                        </m:r>
                      </m:den>
                    </m:f>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13.5</m:t>
                        </m:r>
                      </m:num>
                      <m:den>
                        <m:r>
                          <a:rPr lang="en-US" altLang="en-US" i="1">
                            <a:latin typeface="Cambria Math" panose="02040503050406030204" pitchFamily="18" charset="0"/>
                            <a:cs typeface="Arial" charset="0"/>
                          </a:rPr>
                          <m:t>0.1</m:t>
                        </m:r>
                      </m:den>
                    </m:f>
                    <m:r>
                      <a:rPr lang="en-US" altLang="en-US" i="1">
                        <a:latin typeface="Cambria Math" panose="02040503050406030204" pitchFamily="18" charset="0"/>
                        <a:cs typeface="Arial" charset="0"/>
                      </a:rPr>
                      <m:t>=135 </m:t>
                    </m:r>
                    <m:r>
                      <m:rPr>
                        <m:sty m:val="p"/>
                      </m:rPr>
                      <a:rPr lang="en-US" altLang="en-US">
                        <a:latin typeface="Cambria Math" panose="02040503050406030204" pitchFamily="18" charset="0"/>
                        <a:cs typeface="Arial" charset="0"/>
                      </a:rPr>
                      <m:t>ms</m:t>
                    </m:r>
                  </m:oMath>
                </a14:m>
                <a:r>
                  <a:rPr lang="en-US" altLang="en-US" dirty="0">
                    <a:cs typeface="Arial" charset="0"/>
                  </a:rPr>
                  <a:t> in the queue</a:t>
                </a:r>
              </a:p>
              <a:p>
                <a:pPr>
                  <a:spcBef>
                    <a:spcPts val="576"/>
                  </a:spcBef>
                </a:pPr>
                <a:r>
                  <a:rPr lang="en-US" altLang="en-US" dirty="0">
                    <a:cs typeface="Arial" charset="0"/>
                  </a:rPr>
                  <a:t>Total service time for an I/O becomes 15 </a:t>
                </a:r>
                <a:r>
                  <a:rPr lang="en-US" altLang="en-US" dirty="0" err="1">
                    <a:cs typeface="Arial" charset="0"/>
                  </a:rPr>
                  <a:t>ms</a:t>
                </a:r>
                <a:r>
                  <a:rPr lang="en-US" altLang="en-US" dirty="0">
                    <a:cs typeface="Arial" charset="0"/>
                  </a:rPr>
                  <a:t> + 135 </a:t>
                </a:r>
                <a:r>
                  <a:rPr lang="en-US" altLang="en-US" dirty="0" err="1">
                    <a:cs typeface="Arial" charset="0"/>
                  </a:rPr>
                  <a:t>ms</a:t>
                </a:r>
                <a:r>
                  <a:rPr lang="en-US" altLang="en-US" dirty="0">
                    <a:cs typeface="Arial" charset="0"/>
                  </a:rPr>
                  <a:t> = 150 </a:t>
                </a:r>
                <a:r>
                  <a:rPr lang="en-US" altLang="en-US" dirty="0" err="1">
                    <a:cs typeface="Arial" charset="0"/>
                  </a:rPr>
                  <a:t>ms</a:t>
                </a:r>
                <a:endParaRPr lang="en-US" altLang="en-US" dirty="0">
                  <a:cs typeface="Arial" charset="0"/>
                </a:endParaRPr>
              </a:p>
              <a:p>
                <a:pPr>
                  <a:spcBef>
                    <a:spcPts val="576"/>
                  </a:spcBef>
                </a:pPr>
                <a:r>
                  <a:rPr lang="en-US" altLang="en-US" dirty="0">
                    <a:cs typeface="Arial" charset="0"/>
                  </a:rPr>
                  <a:t>At 64 requests per second, </a:t>
                </a:r>
                <a14:m>
                  <m:oMath xmlns:m="http://schemas.openxmlformats.org/officeDocument/2006/math">
                    <m:r>
                      <a:rPr lang="en-US" altLang="en-US" i="1">
                        <a:latin typeface="Cambria Math" panose="02040503050406030204" pitchFamily="18" charset="0"/>
                        <a:cs typeface="Arial" charset="0"/>
                      </a:rPr>
                      <m:t>𝐷𝑈</m:t>
                    </m:r>
                    <m:r>
                      <a:rPr lang="en-US" altLang="en-US" i="1">
                        <a:latin typeface="Cambria Math" panose="02040503050406030204" pitchFamily="18" charset="0"/>
                        <a:cs typeface="Arial" charset="0"/>
                      </a:rPr>
                      <m:t>≈96%</m:t>
                    </m:r>
                  </m:oMath>
                </a14:m>
                <a:r>
                  <a:rPr lang="en-US" altLang="en-US" dirty="0">
                    <a:cs typeface="Arial" charset="0"/>
                  </a:rPr>
                  <a:t>, and so </a:t>
                </a:r>
                <a14:m>
                  <m:oMath xmlns:m="http://schemas.openxmlformats.org/officeDocument/2006/math">
                    <m:r>
                      <a:rPr lang="en-US" altLang="en-US" i="1">
                        <a:latin typeface="Cambria Math" panose="02040503050406030204" pitchFamily="18" charset="0"/>
                        <a:cs typeface="Arial" charset="0"/>
                      </a:rPr>
                      <m:t>𝑇𝑄</m:t>
                    </m:r>
                    <m:r>
                      <a:rPr lang="en-US" altLang="en-US" i="1">
                        <a:latin typeface="Cambria Math" panose="02040503050406030204" pitchFamily="18" charset="0"/>
                        <a:cs typeface="Arial" charset="0"/>
                      </a:rPr>
                      <m:t>=</m:t>
                    </m:r>
                    <m:f>
                      <m:fPr>
                        <m:ctrlPr>
                          <a:rPr lang="en-US" altLang="en-US" i="1">
                            <a:latin typeface="Cambria Math" panose="02040503050406030204" pitchFamily="18" charset="0"/>
                            <a:cs typeface="Arial" charset="0"/>
                          </a:rPr>
                        </m:ctrlPr>
                      </m:fPr>
                      <m:num>
                        <m:r>
                          <a:rPr lang="en-US" altLang="en-US" i="1">
                            <a:latin typeface="Cambria Math" panose="02040503050406030204" pitchFamily="18" charset="0"/>
                            <a:cs typeface="Arial" charset="0"/>
                          </a:rPr>
                          <m:t>15×0.96</m:t>
                        </m:r>
                      </m:num>
                      <m:den>
                        <m:r>
                          <a:rPr lang="en-US" altLang="en-US" i="1">
                            <a:latin typeface="Cambria Math" panose="02040503050406030204" pitchFamily="18" charset="0"/>
                            <a:cs typeface="Arial" charset="0"/>
                          </a:rPr>
                          <m:t>0.04</m:t>
                        </m:r>
                      </m:den>
                    </m:f>
                    <m:r>
                      <a:rPr lang="en-US" altLang="en-US" i="1">
                        <a:latin typeface="Cambria Math" panose="02040503050406030204" pitchFamily="18" charset="0"/>
                        <a:cs typeface="Arial" charset="0"/>
                      </a:rPr>
                      <m:t>=360 </m:t>
                    </m:r>
                    <m:r>
                      <m:rPr>
                        <m:sty m:val="p"/>
                      </m:rPr>
                      <a:rPr lang="en-US" altLang="en-US">
                        <a:latin typeface="Cambria Math" panose="02040503050406030204" pitchFamily="18" charset="0"/>
                        <a:cs typeface="Arial" charset="0"/>
                      </a:rPr>
                      <m:t>ms</m:t>
                    </m:r>
                  </m:oMath>
                </a14:m>
                <a:r>
                  <a:rPr lang="en-US" altLang="en-US" dirty="0">
                    <a:cs typeface="Arial" charset="0"/>
                  </a:rPr>
                  <a:t>! </a:t>
                </a:r>
              </a:p>
              <a:p>
                <a:pPr>
                  <a:spcBef>
                    <a:spcPts val="576"/>
                  </a:spcBef>
                </a:pPr>
                <a:r>
                  <a:rPr lang="en-US" altLang="en-US" dirty="0">
                    <a:cs typeface="Arial" charset="0"/>
                  </a:rPr>
                  <a:t>At  65 requests per second the wait time becomes 485 </a:t>
                </a:r>
                <a:r>
                  <a:rPr lang="en-US" altLang="en-US" dirty="0" err="1">
                    <a:cs typeface="Arial" charset="0"/>
                  </a:rPr>
                  <a:t>ms.</a:t>
                </a:r>
                <a:r>
                  <a:rPr lang="en-US" altLang="en-US" dirty="0">
                    <a:cs typeface="Arial" charset="0"/>
                  </a:rPr>
                  <a:t> </a:t>
                </a:r>
              </a:p>
              <a:p>
                <a:pPr lvl="1">
                  <a:spcBef>
                    <a:spcPts val="576"/>
                  </a:spcBef>
                </a:pPr>
                <a:r>
                  <a:rPr lang="en-US" altLang="en-US" dirty="0" err="1">
                    <a:cs typeface="Arial" charset="0"/>
                  </a:rPr>
                  <a:t>Psh</a:t>
                </a:r>
                <a:r>
                  <a:rPr lang="en-US" altLang="en-US" dirty="0">
                    <a:cs typeface="Arial" charset="0"/>
                  </a:rPr>
                  <a:t>! So much for our 15 </a:t>
                </a:r>
                <a:r>
                  <a:rPr lang="en-US" altLang="en-US" dirty="0" err="1">
                    <a:cs typeface="Arial" charset="0"/>
                  </a:rPr>
                  <a:t>ms</a:t>
                </a:r>
                <a:r>
                  <a:rPr lang="en-US" altLang="en-US" dirty="0">
                    <a:cs typeface="Arial" charset="0"/>
                  </a:rPr>
                  <a:t> disk drive!</a:t>
                </a:r>
              </a:p>
              <a:p>
                <a:pPr>
                  <a:spcBef>
                    <a:spcPts val="576"/>
                  </a:spcBef>
                </a:pPr>
                <a:endParaRPr lang="en-US" dirty="0"/>
              </a:p>
            </p:txBody>
          </p:sp>
        </mc:Choice>
        <mc:Fallback xmlns="">
          <p:sp>
            <p:nvSpPr>
              <p:cNvPr id="3" name="Content Placeholder 2">
                <a:extLst>
                  <a:ext uri="{FF2B5EF4-FFF2-40B4-BE49-F238E27FC236}">
                    <a16:creationId xmlns:a16="http://schemas.microsoft.com/office/drawing/2014/main" id="{2425F833-F48A-41AB-BDF3-AE0A36E8B10B}"/>
                  </a:ext>
                </a:extLst>
              </p:cNvPr>
              <p:cNvSpPr>
                <a:spLocks noGrp="1" noRot="1" noChangeAspect="1" noMove="1" noResize="1" noEditPoints="1" noAdjustHandles="1" noChangeArrowheads="1" noChangeShapeType="1" noTextEdit="1"/>
              </p:cNvSpPr>
              <p:nvPr>
                <p:ph idx="1"/>
              </p:nvPr>
            </p:nvSpPr>
            <p:spPr>
              <a:blipFill>
                <a:blip r:embed="rId2"/>
                <a:stretch>
                  <a:fillRect l="-1043" t="-3081" b="-1681"/>
                </a:stretch>
              </a:blipFill>
            </p:spPr>
            <p:txBody>
              <a:bodyPr/>
              <a:lstStyle/>
              <a:p>
                <a:r>
                  <a:rPr lang="en-US">
                    <a:noFill/>
                  </a:rPr>
                  <a:t> </a:t>
                </a:r>
              </a:p>
            </p:txBody>
          </p:sp>
        </mc:Fallback>
      </mc:AlternateContent>
    </p:spTree>
    <p:extLst>
      <p:ext uri="{BB962C8B-B14F-4D97-AF65-F5344CB8AC3E}">
        <p14:creationId xmlns:p14="http://schemas.microsoft.com/office/powerpoint/2010/main" val="40859192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Performance</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manner in which files are organized on a disk greatly affects throughput.</a:t>
            </a:r>
          </a:p>
          <a:p>
            <a:r>
              <a:rPr lang="en-US" dirty="0"/>
              <a:t>Disk arm motion is the greatest consumer of service time. </a:t>
            </a:r>
          </a:p>
          <a:p>
            <a:r>
              <a:rPr lang="en-US" dirty="0"/>
              <a:t>Disk specifications cite average seek time, which is usually in the range of 5 to 10 </a:t>
            </a:r>
            <a:r>
              <a:rPr lang="en-US" dirty="0" err="1"/>
              <a:t>ms.</a:t>
            </a:r>
            <a:endParaRPr lang="en-US" dirty="0"/>
          </a:p>
          <a:p>
            <a:r>
              <a:rPr lang="en-US" dirty="0"/>
              <a:t>However, a </a:t>
            </a:r>
            <a:r>
              <a:rPr lang="en-US" b="1" dirty="0"/>
              <a:t>full-stroke seek</a:t>
            </a:r>
            <a:r>
              <a:rPr lang="en-US" dirty="0"/>
              <a:t> (moving the disk arm from the innermost track to the outermost, or vice versa) can take as long as 15 to 20 </a:t>
            </a:r>
            <a:r>
              <a:rPr lang="en-US" dirty="0" err="1"/>
              <a:t>ms.</a:t>
            </a:r>
            <a:endParaRPr lang="en-US" dirty="0"/>
          </a:p>
          <a:p>
            <a:r>
              <a:rPr lang="en-US" dirty="0"/>
              <a:t>Clever </a:t>
            </a:r>
            <a:r>
              <a:rPr lang="en-US" b="1" dirty="0"/>
              <a:t>disk scheduling</a:t>
            </a:r>
            <a:r>
              <a:rPr lang="en-US" dirty="0"/>
              <a:t> algorithms endeavor to minimize seek time.</a:t>
            </a:r>
          </a:p>
          <a:p>
            <a:endParaRPr lang="en-US" dirty="0"/>
          </a:p>
        </p:txBody>
      </p:sp>
    </p:spTree>
    <p:extLst>
      <p:ext uri="{BB962C8B-B14F-4D97-AF65-F5344CB8AC3E}">
        <p14:creationId xmlns:p14="http://schemas.microsoft.com/office/powerpoint/2010/main" val="34966136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FCFS</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The most naïve disk scheduling policy is </a:t>
            </a:r>
            <a:r>
              <a:rPr lang="en-US" b="1" dirty="0"/>
              <a:t>first-come, first-served (FCFS)</a:t>
            </a:r>
            <a:r>
              <a:rPr lang="en-US" dirty="0"/>
              <a:t>.  </a:t>
            </a:r>
          </a:p>
          <a:p>
            <a:r>
              <a:rPr lang="en-US" dirty="0"/>
              <a:t>As its name implies, FCFS services all I/O requests in the order in which they arrive in the queue.</a:t>
            </a:r>
          </a:p>
          <a:p>
            <a:r>
              <a:rPr lang="en-US" dirty="0"/>
              <a:t>With this approach, there </a:t>
            </a:r>
            <a:br>
              <a:rPr lang="en-US" dirty="0"/>
            </a:br>
            <a:r>
              <a:rPr lang="en-US" dirty="0"/>
              <a:t>is no real control over arm </a:t>
            </a:r>
            <a:br>
              <a:rPr lang="en-US" dirty="0"/>
            </a:br>
            <a:r>
              <a:rPr lang="en-US" dirty="0"/>
              <a:t>motion, so random, wide </a:t>
            </a:r>
            <a:br>
              <a:rPr lang="en-US" dirty="0"/>
            </a:br>
            <a:r>
              <a:rPr lang="en-US" dirty="0"/>
              <a:t>sweeps across the disk are</a:t>
            </a:r>
            <a:br>
              <a:rPr lang="en-US" dirty="0"/>
            </a:br>
            <a:r>
              <a:rPr lang="en-US" dirty="0"/>
              <a:t>possible (see figure).</a:t>
            </a:r>
          </a:p>
          <a:p>
            <a:r>
              <a:rPr lang="en-US" dirty="0"/>
              <a:t>Using FCFS, performance is</a:t>
            </a:r>
            <a:br>
              <a:rPr lang="en-US" dirty="0"/>
            </a:br>
            <a:r>
              <a:rPr lang="en-US" dirty="0"/>
              <a:t>unpredictable and widely </a:t>
            </a:r>
            <a:br>
              <a:rPr lang="en-US" dirty="0"/>
            </a:br>
            <a:r>
              <a:rPr lang="en-US" dirty="0"/>
              <a:t>variable.</a:t>
            </a:r>
          </a:p>
          <a:p>
            <a:endParaRPr lang="en-US" dirty="0"/>
          </a:p>
        </p:txBody>
      </p:sp>
      <p:pic>
        <p:nvPicPr>
          <p:cNvPr id="4" name="Picture 3" descr="9781284033144_CH11_FIG02.jpg">
            <a:extLst>
              <a:ext uri="{FF2B5EF4-FFF2-40B4-BE49-F238E27FC236}">
                <a16:creationId xmlns:a16="http://schemas.microsoft.com/office/drawing/2014/main" id="{FB810139-6015-4976-B229-FF9F56D9C7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40285" y="2739569"/>
            <a:ext cx="6851715" cy="4118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0119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SSTF</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Arm motion is reduced when requests are ordered so that the disk arm moves only to the track nearest its current location.  </a:t>
            </a:r>
          </a:p>
          <a:p>
            <a:r>
              <a:rPr lang="en-US" dirty="0"/>
              <a:t>This is the idea employed by the </a:t>
            </a:r>
            <a:r>
              <a:rPr lang="en-US" b="1" dirty="0"/>
              <a:t>shortest seek time first (SSTF)</a:t>
            </a:r>
            <a:r>
              <a:rPr lang="en-US" dirty="0"/>
              <a:t> scheduling algorithm. </a:t>
            </a:r>
          </a:p>
          <a:p>
            <a:r>
              <a:rPr lang="en-US" dirty="0"/>
              <a:t>Disk track requests are </a:t>
            </a:r>
            <a:br>
              <a:rPr lang="en-US" dirty="0"/>
            </a:br>
            <a:r>
              <a:rPr lang="en-US" dirty="0"/>
              <a:t>queued and selected so that </a:t>
            </a:r>
            <a:br>
              <a:rPr lang="en-US" dirty="0"/>
            </a:br>
            <a:r>
              <a:rPr lang="en-US" dirty="0"/>
              <a:t>the minimum arm motion is </a:t>
            </a:r>
            <a:br>
              <a:rPr lang="en-US" dirty="0"/>
            </a:br>
            <a:r>
              <a:rPr lang="en-US" dirty="0"/>
              <a:t>involved in servicing the </a:t>
            </a:r>
            <a:br>
              <a:rPr lang="en-US" dirty="0"/>
            </a:br>
            <a:r>
              <a:rPr lang="en-US" dirty="0"/>
              <a:t>request (see figure). </a:t>
            </a:r>
          </a:p>
          <a:p>
            <a:endParaRPr lang="en-US" dirty="0"/>
          </a:p>
        </p:txBody>
      </p:sp>
      <p:pic>
        <p:nvPicPr>
          <p:cNvPr id="4" name="Picture 5" descr="9781284033144_CH11_FIG03.jpg">
            <a:extLst>
              <a:ext uri="{FF2B5EF4-FFF2-40B4-BE49-F238E27FC236}">
                <a16:creationId xmlns:a16="http://schemas.microsoft.com/office/drawing/2014/main" id="{342E276B-021D-4E2C-94A7-12C707AE4F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8014" y="3241092"/>
            <a:ext cx="6553986" cy="3939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260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SSTF</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With SSTF, starvation is possible:  A track request for a “remote” track could keep getting shoved to the back of the queue nearer requests are serviced.  </a:t>
            </a:r>
          </a:p>
          <a:p>
            <a:r>
              <a:rPr lang="en-US" dirty="0"/>
              <a:t>To avoid starvation, fairness can be enforced by having the disk arm continually sweep over the surface of the disk, stopping when it reaches a track for which it has a request.  </a:t>
            </a:r>
          </a:p>
          <a:p>
            <a:pPr lvl="1"/>
            <a:r>
              <a:rPr lang="en-US" dirty="0"/>
              <a:t>This approach is called an </a:t>
            </a:r>
            <a:r>
              <a:rPr lang="en-US" b="1" dirty="0"/>
              <a:t>elevator algorithm</a:t>
            </a:r>
            <a:r>
              <a:rPr lang="en-US" dirty="0"/>
              <a:t>.</a:t>
            </a:r>
          </a:p>
          <a:p>
            <a:endParaRPr lang="en-US" dirty="0"/>
          </a:p>
        </p:txBody>
      </p:sp>
    </p:spTree>
    <p:extLst>
      <p:ext uri="{BB962C8B-B14F-4D97-AF65-F5344CB8AC3E}">
        <p14:creationId xmlns:p14="http://schemas.microsoft.com/office/powerpoint/2010/main" val="9406169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SCAN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the context of disk scheduling, the elevator algorithm is known as </a:t>
            </a:r>
            <a:r>
              <a:rPr lang="en-US" b="1" dirty="0"/>
              <a:t>SCAN</a:t>
            </a:r>
            <a:r>
              <a:rPr lang="en-US" dirty="0"/>
              <a:t> (which is not an acronym). </a:t>
            </a:r>
          </a:p>
          <a:p>
            <a:r>
              <a:rPr lang="en-US" dirty="0"/>
              <a:t>While SCAN entails a lot of arm motion, the motion is constant and predictable.</a:t>
            </a:r>
          </a:p>
          <a:p>
            <a:r>
              <a:rPr lang="en-US" dirty="0"/>
              <a:t>Moreover, the arm changes </a:t>
            </a:r>
            <a:br>
              <a:rPr lang="en-US" dirty="0"/>
            </a:br>
            <a:r>
              <a:rPr lang="en-US" dirty="0"/>
              <a:t>direction only twice: at the </a:t>
            </a:r>
            <a:br>
              <a:rPr lang="en-US" dirty="0"/>
            </a:br>
            <a:r>
              <a:rPr lang="en-US" dirty="0"/>
              <a:t>center and at the outermost </a:t>
            </a:r>
            <a:br>
              <a:rPr lang="en-US" dirty="0"/>
            </a:br>
            <a:r>
              <a:rPr lang="en-US" dirty="0"/>
              <a:t>edges of the disk (see figure).</a:t>
            </a:r>
          </a:p>
          <a:p>
            <a:endParaRPr lang="en-US" dirty="0"/>
          </a:p>
          <a:p>
            <a:endParaRPr lang="en-US" dirty="0"/>
          </a:p>
        </p:txBody>
      </p:sp>
      <p:pic>
        <p:nvPicPr>
          <p:cNvPr id="4" name="Picture 5" descr="9781284033144_CH11_FIG04.jpg">
            <a:extLst>
              <a:ext uri="{FF2B5EF4-FFF2-40B4-BE49-F238E27FC236}">
                <a16:creationId xmlns:a16="http://schemas.microsoft.com/office/drawing/2014/main" id="{300AEDA6-9007-482D-9DCA-A27F1D73E1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28355" y="3243661"/>
            <a:ext cx="6463645" cy="3875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732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C-SCAN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normAutofit fontScale="92500" lnSpcReduction="10000"/>
          </a:bodyPr>
          <a:lstStyle/>
          <a:p>
            <a:r>
              <a:rPr lang="en-US" dirty="0"/>
              <a:t>A SCAN variant, called </a:t>
            </a:r>
            <a:r>
              <a:rPr lang="en-US" b="1" dirty="0"/>
              <a:t>C-SCAN</a:t>
            </a:r>
            <a:r>
              <a:rPr lang="en-US" dirty="0"/>
              <a:t> for </a:t>
            </a:r>
            <a:r>
              <a:rPr lang="en-US" b="1" dirty="0"/>
              <a:t>circular SCAN</a:t>
            </a:r>
            <a:r>
              <a:rPr lang="en-US" dirty="0"/>
              <a:t>, treats track zero as if it is adjacent to the highest-numbered track on the disk. </a:t>
            </a:r>
          </a:p>
          <a:p>
            <a:r>
              <a:rPr lang="en-US" dirty="0"/>
              <a:t>The arm moves in one direction only, providing a simpler SCAN implementation.</a:t>
            </a:r>
          </a:p>
          <a:p>
            <a:r>
              <a:rPr lang="en-US" dirty="0"/>
              <a:t>The figure on the right</a:t>
            </a:r>
            <a:br>
              <a:rPr lang="en-US" dirty="0"/>
            </a:br>
            <a:r>
              <a:rPr lang="en-US" dirty="0"/>
              <a:t>illustrates a series of read </a:t>
            </a:r>
            <a:br>
              <a:rPr lang="en-US" dirty="0"/>
            </a:br>
            <a:r>
              <a:rPr lang="en-US" dirty="0"/>
              <a:t>requests where after track 75 </a:t>
            </a:r>
            <a:br>
              <a:rPr lang="en-US" dirty="0"/>
            </a:br>
            <a:r>
              <a:rPr lang="en-US" dirty="0"/>
              <a:t>is read, the arm passes to track</a:t>
            </a:r>
            <a:br>
              <a:rPr lang="en-US" dirty="0"/>
            </a:br>
            <a:r>
              <a:rPr lang="en-US" dirty="0"/>
              <a:t>99, and then to track 0, from </a:t>
            </a:r>
            <a:br>
              <a:rPr lang="en-US" dirty="0"/>
            </a:br>
            <a:r>
              <a:rPr lang="en-US" dirty="0"/>
              <a:t>which it starts reading the </a:t>
            </a:r>
            <a:br>
              <a:rPr lang="en-US" dirty="0"/>
            </a:br>
            <a:r>
              <a:rPr lang="en-US" dirty="0"/>
              <a:t>lowest-numbered tracks, </a:t>
            </a:r>
            <a:br>
              <a:rPr lang="en-US" dirty="0"/>
            </a:br>
            <a:r>
              <a:rPr lang="en-US" dirty="0"/>
              <a:t>starting with track 6.</a:t>
            </a:r>
          </a:p>
          <a:p>
            <a:endParaRPr lang="en-US" dirty="0"/>
          </a:p>
        </p:txBody>
      </p:sp>
      <p:pic>
        <p:nvPicPr>
          <p:cNvPr id="4" name="Picture 5" descr="9781284033144_CH11_FIG05.jpg">
            <a:extLst>
              <a:ext uri="{FF2B5EF4-FFF2-40B4-BE49-F238E27FC236}">
                <a16:creationId xmlns:a16="http://schemas.microsoft.com/office/drawing/2014/main" id="{D3B9AD5F-D9BF-4F76-B8B2-50FDA8D36BC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37781" y="2978497"/>
            <a:ext cx="6454219" cy="3879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487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C-SCAN</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motivation for C-SCAN might not be clear</a:t>
            </a:r>
          </a:p>
          <a:p>
            <a:r>
              <a:rPr lang="en-US" dirty="0"/>
              <a:t>Consider the arm’s movement in regular SCAN as it “turns around” and heads back in the other direction</a:t>
            </a:r>
          </a:p>
          <a:p>
            <a:r>
              <a:rPr lang="en-US" dirty="0"/>
              <a:t>It is likely to not be processing many I/O requests initially because it just passed over those tracks</a:t>
            </a:r>
          </a:p>
          <a:p>
            <a:r>
              <a:rPr lang="en-US" dirty="0"/>
              <a:t>Also, the tracks at the opposite edge of the platter now have a long wait to be serviced</a:t>
            </a:r>
          </a:p>
          <a:p>
            <a:r>
              <a:rPr lang="en-US" dirty="0"/>
              <a:t>C-SCAN solves both of these problems and reduces the amount of variance in how long it takes for the disk to service I/O requests</a:t>
            </a:r>
          </a:p>
          <a:p>
            <a:endParaRPr lang="en-US" dirty="0"/>
          </a:p>
        </p:txBody>
      </p:sp>
    </p:spTree>
    <p:extLst>
      <p:ext uri="{BB962C8B-B14F-4D97-AF65-F5344CB8AC3E}">
        <p14:creationId xmlns:p14="http://schemas.microsoft.com/office/powerpoint/2010/main" val="40752069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LOOK</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The disk arm motion of SCAN and C-SCAN can be reduced through the use of the </a:t>
            </a:r>
            <a:r>
              <a:rPr lang="en-US" b="1" dirty="0"/>
              <a:t>LOOK</a:t>
            </a:r>
            <a:r>
              <a:rPr lang="en-US" dirty="0"/>
              <a:t> and </a:t>
            </a:r>
            <a:r>
              <a:rPr lang="en-US" b="1" dirty="0"/>
              <a:t>C-LOOK</a:t>
            </a:r>
            <a:r>
              <a:rPr lang="en-US" dirty="0"/>
              <a:t> algorithms.</a:t>
            </a:r>
          </a:p>
          <a:p>
            <a:r>
              <a:rPr lang="en-US" dirty="0"/>
              <a:t>Instead of sweeping the entire disk, the disk arm travels only to the highest- and lowest-numbered tracks for which access requests are pending.</a:t>
            </a:r>
          </a:p>
          <a:p>
            <a:r>
              <a:rPr lang="en-US" dirty="0"/>
              <a:t>Although the circuitry is more complex, LOOK and C-LOOK provide the best theoretical throughput, although the circuitry is the most complex.</a:t>
            </a:r>
          </a:p>
          <a:p>
            <a:endParaRPr lang="en-US" dirty="0"/>
          </a:p>
        </p:txBody>
      </p:sp>
    </p:spTree>
    <p:extLst>
      <p:ext uri="{BB962C8B-B14F-4D97-AF65-F5344CB8AC3E}">
        <p14:creationId xmlns:p14="http://schemas.microsoft.com/office/powerpoint/2010/main" val="40311190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#1</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FCFS algorithm? Assume each platter of the disk has 100 tracks numbered 0 through 99. At the time the first request arrives in the disk request queue, the read/write head is at track 50, moving toward higher-numbered tracks.</a:t>
            </a:r>
          </a:p>
          <a:p>
            <a:r>
              <a:rPr lang="en-US" dirty="0"/>
              <a:t>Answer: 23, 95, 44, 42, 76, 71, 55</a:t>
            </a:r>
          </a:p>
          <a:p>
            <a:endParaRPr lang="en-US" dirty="0"/>
          </a:p>
        </p:txBody>
      </p:sp>
    </p:spTree>
    <p:extLst>
      <p:ext uri="{BB962C8B-B14F-4D97-AF65-F5344CB8AC3E}">
        <p14:creationId xmlns:p14="http://schemas.microsoft.com/office/powerpoint/2010/main" val="251842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#2</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SSTF algorithm? Assume each platter of the disk has 100 tracks numbered 0 through 99. At the time the first request arrives in the disk request queue, the read/write head is at track 50, moving toward higher-numbered tracks.</a:t>
            </a:r>
          </a:p>
          <a:p>
            <a:r>
              <a:rPr lang="en-US" dirty="0"/>
              <a:t>Answer: 55, 44, 42, 23, 71, 76, 95</a:t>
            </a:r>
          </a:p>
          <a:p>
            <a:endParaRPr lang="en-US" dirty="0"/>
          </a:p>
        </p:txBody>
      </p:sp>
    </p:spTree>
    <p:extLst>
      <p:ext uri="{BB962C8B-B14F-4D97-AF65-F5344CB8AC3E}">
        <p14:creationId xmlns:p14="http://schemas.microsoft.com/office/powerpoint/2010/main" val="73905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#3</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SCAN algorithm? Assume each platter of the disk has 100 tracks numbered 0 through 99. At the time the first request arrives in the disk request queue, the read/write head is at track 50, moving toward higher-numbered tracks. Indicate when the head arrives at track 0 and/or track 99.</a:t>
            </a:r>
          </a:p>
          <a:p>
            <a:r>
              <a:rPr lang="en-US" dirty="0"/>
              <a:t>Answer: 55, 71, 76, 95, (99), 44, 42, 23</a:t>
            </a:r>
          </a:p>
          <a:p>
            <a:endParaRPr lang="en-US" dirty="0"/>
          </a:p>
        </p:txBody>
      </p:sp>
    </p:spTree>
    <p:extLst>
      <p:ext uri="{BB962C8B-B14F-4D97-AF65-F5344CB8AC3E}">
        <p14:creationId xmlns:p14="http://schemas.microsoft.com/office/powerpoint/2010/main" val="212049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#4</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C-SCAN algorithm? Assume each platter of the disk has 100 tracks numbered 0 through 99. At the time the first request arrives in the disk request queue, the read/write head is at track 50, moving toward higher-numbered tracks. Indicate when the head arrives at track 0 and/or track 99.</a:t>
            </a:r>
          </a:p>
          <a:p>
            <a:r>
              <a:rPr lang="en-US" dirty="0"/>
              <a:t>Answer: 55, 71, 76, 95, (99), (0), 23, 42, 44</a:t>
            </a:r>
          </a:p>
          <a:p>
            <a:endParaRPr lang="en-US" dirty="0"/>
          </a:p>
        </p:txBody>
      </p:sp>
    </p:spTree>
    <p:extLst>
      <p:ext uri="{BB962C8B-B14F-4D97-AF65-F5344CB8AC3E}">
        <p14:creationId xmlns:p14="http://schemas.microsoft.com/office/powerpoint/2010/main" val="148379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#5</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LOOK algorithm? Assume each platter of the disk has 100 tracks numbered 0 through 99. At the time the first request arrives in the disk request queue, the read/write head is at track 50, moving toward higher-numbered tracks.</a:t>
            </a:r>
          </a:p>
          <a:p>
            <a:r>
              <a:rPr lang="en-US" dirty="0"/>
              <a:t>Answer: 55, 71, 76, 95, 44, 42, 23</a:t>
            </a:r>
          </a:p>
          <a:p>
            <a:endParaRPr lang="en-US" dirty="0"/>
          </a:p>
        </p:txBody>
      </p:sp>
    </p:spTree>
    <p:extLst>
      <p:ext uri="{BB962C8B-B14F-4D97-AF65-F5344CB8AC3E}">
        <p14:creationId xmlns:p14="http://schemas.microsoft.com/office/powerpoint/2010/main" val="206323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8AE2E-C992-4FD9-B4E4-017D83176207}"/>
              </a:ext>
            </a:extLst>
          </p:cNvPr>
          <p:cNvSpPr>
            <a:spLocks noGrp="1"/>
          </p:cNvSpPr>
          <p:nvPr>
            <p:ph type="title"/>
          </p:nvPr>
        </p:nvSpPr>
        <p:spPr/>
        <p:txBody>
          <a:bodyPr/>
          <a:lstStyle/>
          <a:p>
            <a:r>
              <a:rPr lang="en-US" dirty="0"/>
              <a:t>Disk Scheduling: Example #6</a:t>
            </a:r>
          </a:p>
        </p:txBody>
      </p:sp>
      <p:sp>
        <p:nvSpPr>
          <p:cNvPr id="3" name="Content Placeholder 2">
            <a:extLst>
              <a:ext uri="{FF2B5EF4-FFF2-40B4-BE49-F238E27FC236}">
                <a16:creationId xmlns:a16="http://schemas.microsoft.com/office/drawing/2014/main" id="{2425F833-F48A-41AB-BDF3-AE0A36E8B10B}"/>
              </a:ext>
            </a:extLst>
          </p:cNvPr>
          <p:cNvSpPr>
            <a:spLocks noGrp="1"/>
          </p:cNvSpPr>
          <p:nvPr>
            <p:ph idx="1"/>
          </p:nvPr>
        </p:nvSpPr>
        <p:spPr/>
        <p:txBody>
          <a:bodyPr/>
          <a:lstStyle/>
          <a:p>
            <a:r>
              <a:rPr lang="en-US" dirty="0"/>
              <a:t>In what order would the hard disk tracks 23, 95, 44, 42, 76, 71, 55 be visited using the C-LOOK algorithm? Assume each platter of the disk has 100 tracks numbered 0 through 99. At the time the first request arrives in the disk request queue, the read/write head is at track 50, moving toward higher-numbered tracks.</a:t>
            </a:r>
          </a:p>
          <a:p>
            <a:r>
              <a:rPr lang="en-US" dirty="0"/>
              <a:t>Answer: 55, 71, 76, 95, 23, 42, 44</a:t>
            </a:r>
          </a:p>
          <a:p>
            <a:endParaRPr lang="en-US" dirty="0"/>
          </a:p>
        </p:txBody>
      </p:sp>
    </p:spTree>
    <p:extLst>
      <p:ext uri="{BB962C8B-B14F-4D97-AF65-F5344CB8AC3E}">
        <p14:creationId xmlns:p14="http://schemas.microsoft.com/office/powerpoint/2010/main" val="384686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396D4F3FBE81459556FDCA3F477A03" ma:contentTypeVersion="4" ma:contentTypeDescription="Create a new document." ma:contentTypeScope="" ma:versionID="b755ac89c73d1625610c43508c66eda4">
  <xsd:schema xmlns:xsd="http://www.w3.org/2001/XMLSchema" xmlns:xs="http://www.w3.org/2001/XMLSchema" xmlns:p="http://schemas.microsoft.com/office/2006/metadata/properties" xmlns:ns2="1a22e323-47b0-4d47-8cfa-1000afc68f2b" targetNamespace="http://schemas.microsoft.com/office/2006/metadata/properties" ma:root="true" ma:fieldsID="58f068782b86ca64c32db991266d7ab4" ns2:_="">
    <xsd:import namespace="1a22e323-47b0-4d47-8cfa-1000afc68f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22e323-47b0-4d47-8cfa-1000afc68f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3B0FB2C-8785-406C-9747-4C2AE88837C9}"/>
</file>

<file path=customXml/itemProps2.xml><?xml version="1.0" encoding="utf-8"?>
<ds:datastoreItem xmlns:ds="http://schemas.openxmlformats.org/officeDocument/2006/customXml" ds:itemID="{81BC9947-8867-4469-B5A8-9F67D6E6808B}"/>
</file>

<file path=customXml/itemProps3.xml><?xml version="1.0" encoding="utf-8"?>
<ds:datastoreItem xmlns:ds="http://schemas.openxmlformats.org/officeDocument/2006/customXml" ds:itemID="{15CD0F40-4B6C-419B-8A20-F59E0C0EF465}"/>
</file>

<file path=docProps/app.xml><?xml version="1.0" encoding="utf-8"?>
<Properties xmlns="http://schemas.openxmlformats.org/officeDocument/2006/extended-properties" xmlns:vt="http://schemas.openxmlformats.org/officeDocument/2006/docPropsVTypes">
  <Template/>
  <TotalTime>2768</TotalTime>
  <Words>5011</Words>
  <Application>Microsoft Office PowerPoint</Application>
  <PresentationFormat>Widescreen</PresentationFormat>
  <Paragraphs>353</Paragraphs>
  <Slides>69</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69</vt:i4>
      </vt:variant>
    </vt:vector>
  </HeadingPairs>
  <TitlesOfParts>
    <vt:vector size="76" baseType="lpstr">
      <vt:lpstr>Arial</vt:lpstr>
      <vt:lpstr>Calibri</vt:lpstr>
      <vt:lpstr>Calibri Light</vt:lpstr>
      <vt:lpstr>Cambria Math</vt:lpstr>
      <vt:lpstr>Times New Roman</vt:lpstr>
      <vt:lpstr>Wingdings</vt:lpstr>
      <vt:lpstr>Office Theme</vt:lpstr>
      <vt:lpstr>ISE 218: Fundamentals of Information Technology Final Review: Units 7, 8, and 9</vt:lpstr>
      <vt:lpstr>Final Exam</vt:lpstr>
      <vt:lpstr>PowerPoint Presentation</vt:lpstr>
      <vt:lpstr>Unit 07 System Software OS, Kernel, Process Scheduling and Programming Languages </vt:lpstr>
      <vt:lpstr>A Quick History of Operating Systems</vt:lpstr>
      <vt:lpstr>A Quick History of Operating Systems</vt:lpstr>
      <vt:lpstr>Operating System Design</vt:lpstr>
      <vt:lpstr>Operating System Design</vt:lpstr>
      <vt:lpstr>Operating System Services</vt:lpstr>
      <vt:lpstr>Operating System Services</vt:lpstr>
      <vt:lpstr>Process States</vt:lpstr>
      <vt:lpstr>Process Scheduling</vt:lpstr>
      <vt:lpstr>Process Scheduling</vt:lpstr>
      <vt:lpstr>Quiz 3 Question 1 – Shortest Time First</vt:lpstr>
      <vt:lpstr>Quiz 3 Question 2 – Round Robin (the name has nothing to do with the bird)</vt:lpstr>
      <vt:lpstr>Resource Management</vt:lpstr>
      <vt:lpstr>Protected Environments</vt:lpstr>
      <vt:lpstr>Virtual Machines</vt:lpstr>
      <vt:lpstr>Subsystems and Partitions</vt:lpstr>
      <vt:lpstr>Partitions</vt:lpstr>
      <vt:lpstr>Logical Partitions Example</vt:lpstr>
      <vt:lpstr>Logical Partitions</vt:lpstr>
      <vt:lpstr>Programming Tools</vt:lpstr>
      <vt:lpstr>Programming Tools</vt:lpstr>
      <vt:lpstr>Programming Tools</vt:lpstr>
      <vt:lpstr>Programming Tools</vt:lpstr>
      <vt:lpstr>Java: All Most of the Above</vt:lpstr>
      <vt:lpstr>Java: All Most of the Above</vt:lpstr>
      <vt:lpstr>Unit 08 Network Organization and Architecture OSI and TCP/IP Model, IPv4, TCP/IP Transmission Repeater -&gt; Hub -&gt; Switch -&gt; Bridge -&gt; Gateway -&gt; Router</vt:lpstr>
      <vt:lpstr>ISO/OSI Reference Model (top 4 layers)</vt:lpstr>
      <vt:lpstr>ISO/OSI Reference Model (bottom 3 layers)</vt:lpstr>
      <vt:lpstr>PDNTSPA mnemonic Please Do Not Throw Sausage Pizza Away</vt:lpstr>
      <vt:lpstr>ISO/OSI Reference Model</vt:lpstr>
      <vt:lpstr>ISO/OSI Model: Physical Layer</vt:lpstr>
      <vt:lpstr>ISO/OSI Model: Data Link Layer</vt:lpstr>
      <vt:lpstr>ISO/OSI Model: Network Layer</vt:lpstr>
      <vt:lpstr>ISO/OSI Model: Transport Layer</vt:lpstr>
      <vt:lpstr>ISO/OSI Model: Transport Layer</vt:lpstr>
      <vt:lpstr>ISO/OSI Model: Session Layer</vt:lpstr>
      <vt:lpstr>ISO/OSI Model: Presentation Layer</vt:lpstr>
      <vt:lpstr>ISO/OSI Model: Application Layer</vt:lpstr>
      <vt:lpstr>TCP/IP Network Architecture</vt:lpstr>
      <vt:lpstr>IPv4 Address Space</vt:lpstr>
      <vt:lpstr>IPv4 Address Space</vt:lpstr>
      <vt:lpstr>IPv4 Address Space</vt:lpstr>
      <vt:lpstr>TCP Windows: Example #1</vt:lpstr>
      <vt:lpstr>TCP Windows: Example #2</vt:lpstr>
      <vt:lpstr>TCP Congestion Control</vt:lpstr>
      <vt:lpstr>TCP Congestion Control</vt:lpstr>
      <vt:lpstr>TCP Congestion Control: Example</vt:lpstr>
      <vt:lpstr>Protocol Overhead: Example</vt:lpstr>
      <vt:lpstr>Unit 09 Performance Measurement and Analysis  Benchmarking, Disk Scheduling</vt:lpstr>
      <vt:lpstr>Benchmarking</vt:lpstr>
      <vt:lpstr>Disk Performance</vt:lpstr>
      <vt:lpstr>Disk Performance: Example #2</vt:lpstr>
      <vt:lpstr>Disk Performance</vt:lpstr>
      <vt:lpstr>Disk Scheduling: FCFS</vt:lpstr>
      <vt:lpstr>Disk Scheduling: SSTF</vt:lpstr>
      <vt:lpstr>Disk Scheduling: SSTF</vt:lpstr>
      <vt:lpstr>Disk Scheduling: SCAN</vt:lpstr>
      <vt:lpstr>Disk Scheduling: C-SCAN</vt:lpstr>
      <vt:lpstr>Disk Scheduling: C-SCAN</vt:lpstr>
      <vt:lpstr>Disk Scheduling: LOOK</vt:lpstr>
      <vt:lpstr>Disk Scheduling: Example #1</vt:lpstr>
      <vt:lpstr>Disk Scheduling: Example #2</vt:lpstr>
      <vt:lpstr>Disk Scheduling: Example #3</vt:lpstr>
      <vt:lpstr>Disk Scheduling: Example #4</vt:lpstr>
      <vt:lpstr>Disk Scheduling: Example #5</vt:lpstr>
      <vt:lpstr>Disk Scheduling: Example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Raza, Ali x58396</dc:creator>
  <cp:lastModifiedBy>XINRUI YU</cp:lastModifiedBy>
  <cp:revision>9</cp:revision>
  <dcterms:created xsi:type="dcterms:W3CDTF">2019-11-12T04:43:50Z</dcterms:created>
  <dcterms:modified xsi:type="dcterms:W3CDTF">2025-06-20T11:42:02Z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0x010100AC396D4F3FBE81459556FDCA3F477A03</vt:lpwstr>
  </property>
</Properties>
</file>