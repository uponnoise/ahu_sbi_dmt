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</p:sldMasterIdLst>
  <p:notesMasterIdLst>
    <p:notesMasterId r:id="rId88"/>
  </p:notesMasterIdLst>
  <p:handoutMasterIdLst>
    <p:handoutMasterId r:id="rId89"/>
  </p:handoutMasterIdLst>
  <p:sldIdLst>
    <p:sldId id="256" r:id="rId10"/>
    <p:sldId id="257" r:id="rId11"/>
    <p:sldId id="283" r:id="rId12"/>
    <p:sldId id="284" r:id="rId13"/>
    <p:sldId id="285" r:id="rId14"/>
    <p:sldId id="420" r:id="rId15"/>
    <p:sldId id="286" r:id="rId16"/>
    <p:sldId id="288" r:id="rId17"/>
    <p:sldId id="258" r:id="rId18"/>
    <p:sldId id="259" r:id="rId19"/>
    <p:sldId id="289" r:id="rId20"/>
    <p:sldId id="290" r:id="rId21"/>
    <p:sldId id="260" r:id="rId22"/>
    <p:sldId id="291" r:id="rId23"/>
    <p:sldId id="261" r:id="rId24"/>
    <p:sldId id="292" r:id="rId25"/>
    <p:sldId id="421" r:id="rId26"/>
    <p:sldId id="264" r:id="rId27"/>
    <p:sldId id="263" r:id="rId28"/>
    <p:sldId id="262" r:id="rId29"/>
    <p:sldId id="293" r:id="rId30"/>
    <p:sldId id="360" r:id="rId31"/>
    <p:sldId id="325" r:id="rId32"/>
    <p:sldId id="361" r:id="rId33"/>
    <p:sldId id="362" r:id="rId34"/>
    <p:sldId id="850" r:id="rId35"/>
    <p:sldId id="492" r:id="rId36"/>
    <p:sldId id="760" r:id="rId37"/>
    <p:sldId id="265" r:id="rId38"/>
    <p:sldId id="266" r:id="rId39"/>
    <p:sldId id="294" r:id="rId40"/>
    <p:sldId id="295" r:id="rId41"/>
    <p:sldId id="363" r:id="rId42"/>
    <p:sldId id="268" r:id="rId43"/>
    <p:sldId id="298" r:id="rId44"/>
    <p:sldId id="364" r:id="rId45"/>
    <p:sldId id="273" r:id="rId46"/>
    <p:sldId id="1164" r:id="rId47"/>
    <p:sldId id="1250" r:id="rId48"/>
    <p:sldId id="276" r:id="rId49"/>
    <p:sldId id="1081" r:id="rId50"/>
    <p:sldId id="597" r:id="rId51"/>
    <p:sldId id="1082" r:id="rId52"/>
    <p:sldId id="1083" r:id="rId53"/>
    <p:sldId id="277" r:id="rId54"/>
    <p:sldId id="1084" r:id="rId55"/>
    <p:sldId id="1085" r:id="rId56"/>
    <p:sldId id="278" r:id="rId57"/>
    <p:sldId id="279" r:id="rId58"/>
    <p:sldId id="280" r:id="rId59"/>
    <p:sldId id="299" r:id="rId60"/>
    <p:sldId id="353" r:id="rId61"/>
    <p:sldId id="300" r:id="rId62"/>
    <p:sldId id="301" r:id="rId63"/>
    <p:sldId id="400" r:id="rId64"/>
    <p:sldId id="401" r:id="rId65"/>
    <p:sldId id="1086" r:id="rId66"/>
    <p:sldId id="302" r:id="rId67"/>
    <p:sldId id="365" r:id="rId68"/>
    <p:sldId id="350" r:id="rId69"/>
    <p:sldId id="351" r:id="rId70"/>
    <p:sldId id="366" r:id="rId71"/>
    <p:sldId id="1335" r:id="rId72"/>
    <p:sldId id="1336" r:id="rId73"/>
    <p:sldId id="942" r:id="rId74"/>
    <p:sldId id="369" r:id="rId75"/>
    <p:sldId id="367" r:id="rId76"/>
    <p:sldId id="370" r:id="rId77"/>
    <p:sldId id="371" r:id="rId78"/>
    <p:sldId id="998" r:id="rId79"/>
    <p:sldId id="352" r:id="rId80"/>
    <p:sldId id="1091" r:id="rId81"/>
    <p:sldId id="1092" r:id="rId82"/>
    <p:sldId id="1093" r:id="rId83"/>
    <p:sldId id="1094" r:id="rId84"/>
    <p:sldId id="1088" r:id="rId85"/>
    <p:sldId id="1089" r:id="rId86"/>
    <p:sldId id="1090" r:id="rId87"/>
  </p:sldIdLst>
  <p:sldSz cx="9144000" cy="5144135" type="screen16x9"/>
  <p:notesSz cx="6858000" cy="9144000"/>
  <p:custDataLst>
    <p:tags r:id="rId9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 showGuides="1">
      <p:cViewPr varScale="1">
        <p:scale>
          <a:sx n="67" d="100"/>
          <a:sy n="67" d="100"/>
        </p:scale>
        <p:origin x="-606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3" Type="http://schemas.openxmlformats.org/officeDocument/2006/relationships/tags" Target="tags/tag1.xml"/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slideMaster" Target="slideMasters/slideMaster8.xml"/><Relationship Id="rId89" Type="http://schemas.openxmlformats.org/officeDocument/2006/relationships/handoutMaster" Target="handoutMasters/handoutMaster1.xml"/><Relationship Id="rId88" Type="http://schemas.openxmlformats.org/officeDocument/2006/relationships/notesMaster" Target="notesMasters/notesMaster1.xml"/><Relationship Id="rId87" Type="http://schemas.openxmlformats.org/officeDocument/2006/relationships/slide" Target="slides/slide78.xml"/><Relationship Id="rId86" Type="http://schemas.openxmlformats.org/officeDocument/2006/relationships/slide" Target="slides/slide77.xml"/><Relationship Id="rId85" Type="http://schemas.openxmlformats.org/officeDocument/2006/relationships/slide" Target="slides/slide76.xml"/><Relationship Id="rId84" Type="http://schemas.openxmlformats.org/officeDocument/2006/relationships/slide" Target="slides/slide75.xml"/><Relationship Id="rId83" Type="http://schemas.openxmlformats.org/officeDocument/2006/relationships/slide" Target="slides/slide74.xml"/><Relationship Id="rId82" Type="http://schemas.openxmlformats.org/officeDocument/2006/relationships/slide" Target="slides/slide73.xml"/><Relationship Id="rId81" Type="http://schemas.openxmlformats.org/officeDocument/2006/relationships/slide" Target="slides/slide72.xml"/><Relationship Id="rId80" Type="http://schemas.openxmlformats.org/officeDocument/2006/relationships/slide" Target="slides/slide71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70.xml"/><Relationship Id="rId78" Type="http://schemas.openxmlformats.org/officeDocument/2006/relationships/slide" Target="slides/slide69.xml"/><Relationship Id="rId77" Type="http://schemas.openxmlformats.org/officeDocument/2006/relationships/slide" Target="slides/slide68.xml"/><Relationship Id="rId76" Type="http://schemas.openxmlformats.org/officeDocument/2006/relationships/slide" Target="slides/slide67.xml"/><Relationship Id="rId75" Type="http://schemas.openxmlformats.org/officeDocument/2006/relationships/slide" Target="slides/slide66.xml"/><Relationship Id="rId74" Type="http://schemas.openxmlformats.org/officeDocument/2006/relationships/slide" Target="slides/slide65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60.xml"/><Relationship Id="rId68" Type="http://schemas.openxmlformats.org/officeDocument/2006/relationships/slide" Target="slides/slide59.xml"/><Relationship Id="rId67" Type="http://schemas.openxmlformats.org/officeDocument/2006/relationships/slide" Target="slides/slide58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r">
              <a:defRPr sz="1200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5364" name="Rectangle 4"/>
          <p:cNvSpPr>
            <a:spLocks noGrp="1"/>
          </p:cNvSpPr>
          <p:nvPr>
            <p:ph type="sldImg"/>
          </p:nvPr>
        </p:nvSpPr>
        <p:spPr>
          <a:xfrm>
            <a:off x="381533" y="685800"/>
            <a:ext cx="6094934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4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200" noProof="1" dirty="0"/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3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dotDmnd">
          <a:fgClr>
            <a:srgbClr val="92D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20"/>
            <a:ext cx="6858000" cy="1791013"/>
          </a:xfrm>
        </p:spPr>
        <p:txBody>
          <a:bodyPr anchor="b"/>
          <a:lstStyle>
            <a:lvl1pPr algn="ctr">
              <a:defRPr sz="3375"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marL="0" marR="0" indent="0" defTabSz="914400" rtl="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0" i="0" strike="noStrike" kern="1200" cap="none" spc="0" normalizeH="0" baseline="0" noProof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84738"/>
            <a:ext cx="2895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marL="0" marR="0" indent="0" defTabSz="914400" rtl="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0" i="0" strike="noStrike" kern="1200" cap="none" spc="0" normalizeH="0" baseline="0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7"/>
          <p:cNvCxnSpPr/>
          <p:nvPr userDrawn="1"/>
        </p:nvCxnSpPr>
        <p:spPr>
          <a:xfrm>
            <a:off x="247650" y="742604"/>
            <a:ext cx="0" cy="3322425"/>
          </a:xfrm>
          <a:prstGeom prst="line">
            <a:avLst/>
          </a:prstGeom>
          <a:ln w="28575" cmpd="sng">
            <a:solidFill>
              <a:srgbClr val="002060"/>
            </a:solidFill>
            <a:prstDash val="solid"/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6"/>
          <p:cNvCxnSpPr/>
          <p:nvPr userDrawn="1"/>
        </p:nvCxnSpPr>
        <p:spPr>
          <a:xfrm>
            <a:off x="44450" y="989582"/>
            <a:ext cx="8286750" cy="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" y="8098"/>
            <a:ext cx="9124950" cy="912655"/>
          </a:xfrm>
          <a:gradFill>
            <a:gsLst>
              <a:gs pos="100000">
                <a:srgbClr val="00B0F0"/>
              </a:gs>
              <a:gs pos="39000">
                <a:schemeClr val="accent1">
                  <a:lumMod val="45000"/>
                  <a:lumOff val="55000"/>
                </a:schemeClr>
              </a:gs>
              <a:gs pos="24000">
                <a:schemeClr val="accent1">
                  <a:lumMod val="45000"/>
                  <a:lumOff val="55000"/>
                </a:schemeClr>
              </a:gs>
              <a:gs pos="5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</p:spPr>
        <p:txBody>
          <a:bodyPr/>
          <a:lstStyle>
            <a:lvl1pPr algn="l">
              <a:defRPr>
                <a:solidFill>
                  <a:schemeClr val="tx1"/>
                </a:solidFill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marL="0" marR="0" indent="0" defTabSz="914400" rtl="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0" i="0" strike="noStrike" kern="1200" cap="none" spc="0" normalizeH="0" baseline="0" noProof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84738"/>
            <a:ext cx="2895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p>
            <a:pPr marL="0" marR="0" indent="0" defTabSz="914400" rtl="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0" i="0" strike="noStrike" kern="1200" cap="none" spc="0" normalizeH="0" baseline="0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  <p:pic>
        <p:nvPicPr>
          <p:cNvPr id="10244" name="图片 3" descr="qrcode_for_gh_6f2df669dea9_128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3865" y="4210685"/>
            <a:ext cx="1065530" cy="9131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 algn="l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 algn="l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727794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175715"/>
            <a:ext cx="3526380" cy="532664"/>
          </a:xfrm>
        </p:spPr>
        <p:txBody>
          <a:bodyPr anchor="ctr">
            <a:normAutofit/>
          </a:bodyPr>
          <a:lstStyle>
            <a:lvl1pPr marL="0" indent="0">
              <a:buNone/>
              <a:defRPr sz="1575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1754098"/>
            <a:ext cx="3526380" cy="283997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175715"/>
            <a:ext cx="3526381" cy="532664"/>
          </a:xfrm>
        </p:spPr>
        <p:txBody>
          <a:bodyPr rtlCol="0" anchor="ctr">
            <a:normAutofit/>
          </a:bodyPr>
          <a:lstStyle>
            <a:lvl1pPr marL="128905" indent="-128905">
              <a:buNone/>
              <a:defRPr lang="zh-CN" altLang="en-US" b="0" smtClean="0"/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1768404"/>
            <a:ext cx="3526381" cy="282566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95638" cy="1200360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342961"/>
            <a:ext cx="4477941" cy="4053597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95638" cy="2859191"/>
          </a:xfrm>
        </p:spPr>
        <p:txBody>
          <a:bodyPr>
            <a:normAutofit/>
          </a:bodyPr>
          <a:lstStyle>
            <a:lvl1pPr marL="0" indent="0">
              <a:buNone/>
              <a:defRPr sz="1125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15"/>
            <a:ext cx="2057400" cy="4389411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15"/>
            <a:ext cx="6052930" cy="4389411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20"/>
            <a:ext cx="6858000" cy="1791013"/>
          </a:xfrm>
        </p:spPr>
        <p:txBody>
          <a:bodyPr anchor="b"/>
          <a:lstStyle>
            <a:lvl1pPr algn="ctr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 algn="l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 algn="l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727794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175715"/>
            <a:ext cx="3526380" cy="532664"/>
          </a:xfrm>
        </p:spPr>
        <p:txBody>
          <a:bodyPr anchor="ctr">
            <a:normAutofit/>
          </a:bodyPr>
          <a:lstStyle>
            <a:lvl1pPr marL="0" indent="0">
              <a:buNone/>
              <a:defRPr sz="1575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1754098"/>
            <a:ext cx="3526380" cy="283997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175715"/>
            <a:ext cx="3526381" cy="532664"/>
          </a:xfrm>
        </p:spPr>
        <p:txBody>
          <a:bodyPr rtlCol="0" anchor="ctr">
            <a:normAutofit/>
          </a:bodyPr>
          <a:lstStyle>
            <a:lvl1pPr marL="128905" indent="-128905">
              <a:buNone/>
              <a:defRPr lang="zh-CN" altLang="en-US" b="0" smtClean="0"/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1768404"/>
            <a:ext cx="3526381" cy="282566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95638" cy="1200360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342961"/>
            <a:ext cx="4477941" cy="4053597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95638" cy="2859191"/>
          </a:xfrm>
        </p:spPr>
        <p:txBody>
          <a:bodyPr>
            <a:normAutofit/>
          </a:bodyPr>
          <a:lstStyle>
            <a:lvl1pPr marL="0" indent="0">
              <a:buNone/>
              <a:defRPr sz="1125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15"/>
            <a:ext cx="2057400" cy="4389411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15"/>
            <a:ext cx="6052930" cy="4389411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组合 4097"/>
          <p:cNvGrpSpPr/>
          <p:nvPr/>
        </p:nvGrpSpPr>
        <p:grpSpPr>
          <a:xfrm>
            <a:off x="0" y="0"/>
            <a:ext cx="9144000" cy="5143209"/>
            <a:chOff x="0" y="0"/>
            <a:chExt cx="5760" cy="4319"/>
          </a:xfrm>
        </p:grpSpPr>
        <p:sp>
          <p:nvSpPr>
            <p:cNvPr id="11267" name="任意多边形 4098"/>
            <p:cNvSpPr/>
            <p:nvPr/>
          </p:nvSpPr>
          <p:spPr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20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47" y="1978"/>
                </a:cxn>
                <a:cxn ang="0">
                  <a:pos x="5758" y="3273"/>
                </a:cxn>
                <a:cxn ang="0">
                  <a:pos x="5758" y="3267"/>
                </a:cxn>
                <a:cxn ang="0">
                  <a:pos x="3203" y="1816"/>
                </a:cxn>
                <a:cxn ang="0">
                  <a:pos x="3203" y="1816"/>
                </a:cxn>
              </a:cxnLst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68" name="任意多边形 4099"/>
            <p:cNvSpPr/>
            <p:nvPr/>
          </p:nvSpPr>
          <p:spPr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73" y="1714"/>
                </a:cxn>
                <a:cxn ang="0">
                  <a:pos x="432" y="0"/>
                </a:cxn>
                <a:cxn ang="0">
                  <a:pos x="0" y="0"/>
                </a:cxn>
                <a:cxn ang="0">
                  <a:pos x="3096" y="1786"/>
                </a:cxn>
                <a:cxn ang="0">
                  <a:pos x="5609" y="3243"/>
                </a:cxn>
                <a:cxn ang="0">
                  <a:pos x="5609" y="3237"/>
                </a:cxn>
                <a:cxn ang="0">
                  <a:pos x="3173" y="1714"/>
                </a:cxn>
                <a:cxn ang="0">
                  <a:pos x="3173" y="1714"/>
                </a:cxn>
              </a:cxnLst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69" name="任意多边形 4100"/>
            <p:cNvSpPr/>
            <p:nvPr/>
          </p:nvSpPr>
          <p:spPr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5"/>
                </a:cxn>
                <a:cxn ang="0">
                  <a:pos x="4038" y="191"/>
                </a:cxn>
                <a:cxn ang="0">
                  <a:pos x="4038" y="143"/>
                </a:cxn>
                <a:cxn ang="0">
                  <a:pos x="0" y="0"/>
                </a:cxn>
                <a:cxn ang="0">
                  <a:pos x="0" y="155"/>
                </a:cxn>
                <a:cxn ang="0">
                  <a:pos x="0" y="155"/>
                </a:cxn>
              </a:cxnLst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0" name="任意多边形 4101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0" y="65"/>
                </a:cxn>
                <a:cxn ang="0">
                  <a:pos x="1720" y="59"/>
                </a:cxn>
                <a:cxn ang="0">
                  <a:pos x="0" y="0"/>
                </a:cxn>
                <a:cxn ang="0">
                  <a:pos x="0" y="47"/>
                </a:cxn>
                <a:cxn ang="0">
                  <a:pos x="1720" y="65"/>
                </a:cxn>
                <a:cxn ang="0">
                  <a:pos x="1720" y="65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1" name="任意多边形 4102"/>
            <p:cNvSpPr/>
            <p:nvPr/>
          </p:nvSpPr>
          <p:spPr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4" y="77"/>
                </a:cxn>
                <a:cxn ang="0">
                  <a:pos x="4784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2" name="任意多边形 4103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4" y="48"/>
                </a:cxn>
                <a:cxn ang="0">
                  <a:pos x="974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4" y="48"/>
                </a:cxn>
                <a:cxn ang="0">
                  <a:pos x="974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3" name="任意多边形 4104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39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39" y="0"/>
                </a:cxn>
                <a:cxn ang="0">
                  <a:pos x="2139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4" name="任意多边形 4105"/>
            <p:cNvSpPr/>
            <p:nvPr/>
          </p:nvSpPr>
          <p:spPr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19" y="42"/>
                </a:cxn>
                <a:cxn ang="0">
                  <a:pos x="3619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5" name="任意多边形 4106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79" y="276"/>
                </a:cxn>
                <a:cxn ang="0">
                  <a:pos x="2514" y="204"/>
                </a:cxn>
                <a:cxn ang="0">
                  <a:pos x="2257" y="0"/>
                </a:cxn>
                <a:cxn ang="0">
                  <a:pos x="0" y="276"/>
                </a:cxn>
                <a:cxn ang="0">
                  <a:pos x="2179" y="276"/>
                </a:cxn>
                <a:cxn ang="0">
                  <a:pos x="2179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6" name="任意多边形 4107"/>
            <p:cNvSpPr/>
            <p:nvPr/>
          </p:nvSpPr>
          <p:spPr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4" y="126"/>
                </a:cxn>
                <a:cxn ang="0">
                  <a:pos x="1404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4" y="126"/>
                </a:cxn>
                <a:cxn ang="0">
                  <a:pos x="1404" y="126"/>
                </a:cxn>
              </a:cxnLst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8089C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7" name="任意多边形 4108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8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8" y="240"/>
                </a:cxn>
                <a:cxn ang="0">
                  <a:pos x="728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8" name="任意多边形 4109"/>
            <p:cNvSpPr/>
            <p:nvPr/>
          </p:nvSpPr>
          <p:spPr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0" y="1671"/>
                </a:cxn>
                <a:cxn ang="0">
                  <a:pos x="5030" y="1665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79" name="任意多边形 4110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8" y="318"/>
                </a:cxn>
                <a:cxn ang="0">
                  <a:pos x="728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8" y="318"/>
                </a:cxn>
                <a:cxn ang="0">
                  <a:pos x="728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0" name="任意多边形 4111"/>
            <p:cNvSpPr/>
            <p:nvPr/>
          </p:nvSpPr>
          <p:spPr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0" y="2187"/>
                </a:cxn>
                <a:cxn ang="0">
                  <a:pos x="5030" y="2133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1" name="任意多边形 4112"/>
            <p:cNvSpPr/>
            <p:nvPr/>
          </p:nvSpPr>
          <p:spPr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1" y="2725"/>
                </a:cxn>
                <a:cxn ang="0">
                  <a:pos x="3159" y="2702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2" name="任意多边形 4113"/>
            <p:cNvSpPr/>
            <p:nvPr/>
          </p:nvSpPr>
          <p:spPr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F0F9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3" name="任意多边形 4114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4" name="任意多边形 4115"/>
            <p:cNvSpPr/>
            <p:nvPr/>
          </p:nvSpPr>
          <p:spPr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3" y="2678"/>
                </a:cxn>
                <a:cxn ang="0">
                  <a:pos x="3119" y="2588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5" name="任意多边形 4116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6" name="任意多边形 4117"/>
            <p:cNvSpPr/>
            <p:nvPr/>
          </p:nvSpPr>
          <p:spPr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4" y="2534"/>
                </a:cxn>
                <a:cxn ang="0">
                  <a:pos x="2514" y="2534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7" name="任意多边形 4118"/>
            <p:cNvSpPr/>
            <p:nvPr/>
          </p:nvSpPr>
          <p:spPr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6" y="2480"/>
                </a:cxn>
                <a:cxn ang="0">
                  <a:pos x="2198" y="2474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8" name="任意多边形 4119"/>
            <p:cNvSpPr/>
            <p:nvPr/>
          </p:nvSpPr>
          <p:spPr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1717A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89" name="任意多边形 4120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0" name="任意多边形 4121"/>
            <p:cNvSpPr/>
            <p:nvPr/>
          </p:nvSpPr>
          <p:spPr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6" y="1042"/>
                </a:cxn>
                <a:cxn ang="0">
                  <a:pos x="573" y="850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1" name="任意多边形 4122"/>
            <p:cNvSpPr/>
            <p:nvPr/>
          </p:nvSpPr>
          <p:spPr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6"/>
                </a:cxn>
                <a:cxn ang="0">
                  <a:pos x="341" y="652"/>
                </a:cxn>
                <a:cxn ang="0">
                  <a:pos x="144" y="0"/>
                </a:cxn>
                <a:cxn ang="0">
                  <a:pos x="144" y="0"/>
                </a:cxn>
              </a:cxnLst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2" name="任意多边形 4123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1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3" name="任意多边形 4124"/>
            <p:cNvSpPr/>
            <p:nvPr/>
          </p:nvSpPr>
          <p:spPr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52" y="1864"/>
                </a:cxn>
                <a:cxn ang="0">
                  <a:pos x="5752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4" name="任意多边形 4125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5" name="任意多边形 4126"/>
            <p:cNvSpPr/>
            <p:nvPr/>
          </p:nvSpPr>
          <p:spPr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52" y="1337"/>
                </a:cxn>
                <a:cxn ang="0">
                  <a:pos x="5752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6" name="任意多边形 4127"/>
            <p:cNvSpPr/>
            <p:nvPr/>
          </p:nvSpPr>
          <p:spPr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52" y="414"/>
                </a:cxn>
                <a:cxn ang="0">
                  <a:pos x="5752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7" name="任意多边形 4128"/>
            <p:cNvSpPr/>
            <p:nvPr/>
          </p:nvSpPr>
          <p:spPr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57" y="3177"/>
                </a:cxn>
                <a:cxn ang="0">
                  <a:pos x="4457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8" name="任意多边形 4129"/>
            <p:cNvSpPr/>
            <p:nvPr/>
          </p:nvSpPr>
          <p:spPr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33" y="2614"/>
                </a:cxn>
                <a:cxn ang="0">
                  <a:pos x="2433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299" name="任意多边形 4130"/>
            <p:cNvSpPr/>
            <p:nvPr/>
          </p:nvSpPr>
          <p:spPr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6" y="0"/>
                </a:cxn>
                <a:cxn ang="0">
                  <a:pos x="0" y="0"/>
                </a:cxn>
                <a:cxn ang="0">
                  <a:pos x="1804" y="2464"/>
                </a:cxn>
                <a:cxn ang="0">
                  <a:pos x="1804" y="2248"/>
                </a:cxn>
                <a:cxn ang="0">
                  <a:pos x="1798" y="2248"/>
                </a:cxn>
                <a:cxn ang="0">
                  <a:pos x="486" y="0"/>
                </a:cxn>
                <a:cxn ang="0">
                  <a:pos x="486" y="0"/>
                </a:cxn>
              </a:cxnLst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300" name="任意多边形 4131"/>
            <p:cNvSpPr/>
            <p:nvPr/>
          </p:nvSpPr>
          <p:spPr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5" y="2074"/>
                </a:cxn>
                <a:cxn ang="0">
                  <a:pos x="1235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301" name="任意多边形 4132"/>
            <p:cNvSpPr/>
            <p:nvPr/>
          </p:nvSpPr>
          <p:spPr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0" y="1936"/>
                </a:cxn>
                <a:cxn ang="0">
                  <a:pos x="1060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1302" name="任意多边形 4133"/>
            <p:cNvSpPr/>
            <p:nvPr/>
          </p:nvSpPr>
          <p:spPr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3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3" y="1487"/>
                </a:cxn>
                <a:cxn ang="0">
                  <a:pos x="773" y="1433"/>
                </a:cxn>
                <a:cxn ang="0">
                  <a:pos x="773" y="1433"/>
                </a:cxn>
              </a:cxnLst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grpSp>
          <p:nvGrpSpPr>
            <p:cNvPr id="11303" name="组合 4134"/>
            <p:cNvGrpSpPr/>
            <p:nvPr userDrawn="1"/>
          </p:nvGrpSpPr>
          <p:grpSpPr>
            <a:xfrm>
              <a:off x="0" y="1632"/>
              <a:ext cx="5758" cy="1858"/>
              <a:chOff x="0" y="0"/>
              <a:chExt cx="5758" cy="1858"/>
            </a:xfrm>
          </p:grpSpPr>
          <p:sp>
            <p:nvSpPr>
              <p:cNvPr id="11304" name="任意多边形 4135"/>
              <p:cNvSpPr/>
              <p:nvPr/>
            </p:nvSpPr>
            <p:spPr>
              <a:xfrm>
                <a:off x="0" y="0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46" y="1313"/>
                  </a:cxn>
                  <a:cxn ang="0">
                    <a:pos x="3658" y="1235"/>
                  </a:cxn>
                  <a:cxn ang="0">
                    <a:pos x="3670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  <p:sp>
            <p:nvSpPr>
              <p:cNvPr id="11305" name="任意多边形 4136"/>
              <p:cNvSpPr/>
              <p:nvPr/>
            </p:nvSpPr>
            <p:spPr>
              <a:xfrm>
                <a:off x="3646" y="1163"/>
                <a:ext cx="2112" cy="695"/>
              </a:xfrm>
              <a:custGeom>
                <a:avLst/>
                <a:gdLst/>
                <a:ahLst/>
                <a:cxnLst>
                  <a:cxn ang="0">
                    <a:pos x="2112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12" y="695"/>
                  </a:cxn>
                  <a:cxn ang="0">
                    <a:pos x="2112" y="665"/>
                  </a:cxn>
                  <a:cxn ang="0">
                    <a:pos x="2112" y="665"/>
                  </a:cxn>
                </a:cxnLst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1717A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</p:grpSp>
      </p:grpSp>
      <p:sp>
        <p:nvSpPr>
          <p:cNvPr id="4138" name="标题 4137"/>
          <p:cNvSpPr>
            <a:spLocks noGrp="1"/>
          </p:cNvSpPr>
          <p:nvPr>
            <p:ph type="ctrTitle" sz="quarter"/>
          </p:nvPr>
        </p:nvSpPr>
        <p:spPr>
          <a:xfrm>
            <a:off x="457200" y="1200360"/>
            <a:ext cx="8229600" cy="137184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lvl="0">
              <a:defRPr sz="3600" kern="1200"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139" name="副标题 4138"/>
          <p:cNvSpPr>
            <a:spLocks noGrp="1"/>
          </p:cNvSpPr>
          <p:nvPr>
            <p:ph type="subTitle" sz="quarter" idx="1"/>
          </p:nvPr>
        </p:nvSpPr>
        <p:spPr>
          <a:xfrm>
            <a:off x="1371600" y="2915160"/>
            <a:ext cx="6400800" cy="131468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>
            <a:lvl1pPr marL="0" lvl="0" indent="0" algn="ctr">
              <a:buNone/>
              <a:defRPr sz="2700" kern="1200"/>
            </a:lvl1pPr>
            <a:lvl2pPr marL="342900" lvl="1" indent="-342900" algn="ctr">
              <a:buNone/>
              <a:defRPr sz="2700" kern="1200"/>
            </a:lvl2pPr>
            <a:lvl3pPr marL="685800" lvl="2" indent="-685800" algn="ctr">
              <a:buNone/>
              <a:defRPr sz="2700" kern="1200"/>
            </a:lvl3pPr>
            <a:lvl4pPr marL="1028700" lvl="3" indent="-1028700" algn="ctr">
              <a:buNone/>
              <a:defRPr sz="2700" kern="1200"/>
            </a:lvl4pPr>
            <a:lvl5pPr marL="1371600" lvl="4" indent="-1371600" algn="ctr">
              <a:buNone/>
              <a:defRPr sz="2700" kern="1200"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87" name="日期占位符 4139"/>
          <p:cNvSpPr>
            <a:spLocks noGrp="1"/>
          </p:cNvSpPr>
          <p:nvPr>
            <p:ph type="dt" sz="quarter" idx="2"/>
          </p:nvPr>
        </p:nvSpPr>
        <p:spPr>
          <a:xfrm>
            <a:off x="457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0" i="0" strike="noStrike" kern="1200" cap="none" spc="0" normalizeH="0" baseline="0" noProof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8" name="页脚占位符 4140"/>
          <p:cNvSpPr>
            <a:spLocks noGrp="1"/>
          </p:cNvSpPr>
          <p:nvPr>
            <p:ph type="ftr" sz="quarter" idx="3"/>
          </p:nvPr>
        </p:nvSpPr>
        <p:spPr>
          <a:xfrm>
            <a:off x="3124200" y="4687120"/>
            <a:ext cx="2895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b="0" i="0" strike="noStrike" kern="1200" cap="none" spc="0" normalizeH="0" baseline="0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" name="灯片编号占位符 4141"/>
          <p:cNvSpPr>
            <a:spLocks noGrp="1"/>
          </p:cNvSpPr>
          <p:nvPr>
            <p:ph type="sldNum" sz="quarter" idx="4"/>
          </p:nvPr>
        </p:nvSpPr>
        <p:spPr>
          <a:xfrm>
            <a:off x="6553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p>
            <a:pPr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 algn="l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 algn="l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86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86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727794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175715"/>
            <a:ext cx="3526380" cy="53266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575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1754098"/>
            <a:ext cx="3526380" cy="283997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175715"/>
            <a:ext cx="3526381" cy="53266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128905" indent="-128905">
              <a:buNone/>
              <a:defRPr lang="zh-CN" altLang="en-US" b="0" smtClean="0"/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1768404"/>
            <a:ext cx="3526381" cy="282566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95638" cy="1200360"/>
          </a:xfrm>
        </p:spPr>
        <p:txBody>
          <a:bodyPr anchor="t" anchorCtr="0">
            <a:normAutofit/>
          </a:bodyPr>
          <a:lstStyle>
            <a:lvl1pPr>
              <a:defRPr sz="225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342961"/>
            <a:ext cx="4477941" cy="405359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95638" cy="2859191"/>
          </a:xfrm>
        </p:spPr>
        <p:txBody>
          <a:bodyPr>
            <a:normAutofit/>
          </a:bodyPr>
          <a:lstStyle>
            <a:lvl1pPr marL="0" indent="0">
              <a:buNone/>
              <a:defRPr sz="1125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8396"/>
            <a:ext cx="2057400" cy="439060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8396"/>
            <a:ext cx="6052930" cy="439060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20"/>
            <a:ext cx="6858000" cy="1791013"/>
          </a:xfrm>
        </p:spPr>
        <p:txBody>
          <a:bodyPr anchor="b"/>
          <a:lstStyle>
            <a:lvl1pPr algn="ctr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 algn="l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 algn="l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727794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175715"/>
            <a:ext cx="3526380" cy="532664"/>
          </a:xfrm>
        </p:spPr>
        <p:txBody>
          <a:bodyPr anchor="ctr">
            <a:normAutofit/>
          </a:bodyPr>
          <a:lstStyle>
            <a:lvl1pPr marL="0" indent="0">
              <a:buNone/>
              <a:defRPr sz="1575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1754098"/>
            <a:ext cx="3526380" cy="283997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175715"/>
            <a:ext cx="3526381" cy="532664"/>
          </a:xfrm>
        </p:spPr>
        <p:txBody>
          <a:bodyPr rtlCol="0" anchor="ctr">
            <a:normAutofit/>
          </a:bodyPr>
          <a:lstStyle>
            <a:lvl1pPr marL="128905" indent="-128905">
              <a:buNone/>
              <a:defRPr lang="zh-CN" altLang="en-US" b="0" smtClean="0"/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1768404"/>
            <a:ext cx="3526381" cy="282566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95638" cy="1200360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342961"/>
            <a:ext cx="4477941" cy="4053597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95638" cy="2859191"/>
          </a:xfrm>
        </p:spPr>
        <p:txBody>
          <a:bodyPr>
            <a:normAutofit/>
          </a:bodyPr>
          <a:lstStyle>
            <a:lvl1pPr marL="0" indent="0">
              <a:buNone/>
              <a:defRPr sz="1125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15"/>
            <a:ext cx="2057400" cy="4389411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15"/>
            <a:ext cx="6052930" cy="4389411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20"/>
            <a:ext cx="6858000" cy="1791013"/>
          </a:xfrm>
        </p:spPr>
        <p:txBody>
          <a:bodyPr anchor="b"/>
          <a:lstStyle>
            <a:lvl1pPr algn="ctr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 algn="l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 algn="l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727794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175715"/>
            <a:ext cx="3526380" cy="532664"/>
          </a:xfrm>
        </p:spPr>
        <p:txBody>
          <a:bodyPr anchor="ctr">
            <a:normAutofit/>
          </a:bodyPr>
          <a:lstStyle>
            <a:lvl1pPr marL="0" indent="0">
              <a:buNone/>
              <a:defRPr sz="1575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1754098"/>
            <a:ext cx="3526380" cy="283997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175715"/>
            <a:ext cx="3526381" cy="532664"/>
          </a:xfrm>
        </p:spPr>
        <p:txBody>
          <a:bodyPr rtlCol="0" anchor="ctr">
            <a:normAutofit/>
          </a:bodyPr>
          <a:lstStyle>
            <a:lvl1pPr marL="128905" indent="-128905">
              <a:buNone/>
              <a:defRPr lang="zh-CN" altLang="en-US" b="0" smtClean="0"/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1768404"/>
            <a:ext cx="3526381" cy="282566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95638" cy="1200360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342961"/>
            <a:ext cx="4477941" cy="4053597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95638" cy="2859191"/>
          </a:xfrm>
        </p:spPr>
        <p:txBody>
          <a:bodyPr>
            <a:normAutofit/>
          </a:bodyPr>
          <a:lstStyle>
            <a:lvl1pPr marL="0" indent="0">
              <a:buNone/>
              <a:defRPr sz="1125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15"/>
            <a:ext cx="2057400" cy="4389411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15"/>
            <a:ext cx="6052930" cy="4389411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组合 8193"/>
          <p:cNvGrpSpPr/>
          <p:nvPr/>
        </p:nvGrpSpPr>
        <p:grpSpPr>
          <a:xfrm>
            <a:off x="0" y="0"/>
            <a:ext cx="9144000" cy="5143209"/>
            <a:chOff x="0" y="0"/>
            <a:chExt cx="5760" cy="4319"/>
          </a:xfrm>
        </p:grpSpPr>
        <p:sp>
          <p:nvSpPr>
            <p:cNvPr id="12291" name="任意多边形 8194"/>
            <p:cNvSpPr/>
            <p:nvPr/>
          </p:nvSpPr>
          <p:spPr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20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47" y="1978"/>
                </a:cxn>
                <a:cxn ang="0">
                  <a:pos x="5758" y="3273"/>
                </a:cxn>
                <a:cxn ang="0">
                  <a:pos x="5758" y="3267"/>
                </a:cxn>
                <a:cxn ang="0">
                  <a:pos x="3203" y="1816"/>
                </a:cxn>
                <a:cxn ang="0">
                  <a:pos x="3203" y="1816"/>
                </a:cxn>
              </a:cxnLst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292" name="任意多边形 8195"/>
            <p:cNvSpPr/>
            <p:nvPr/>
          </p:nvSpPr>
          <p:spPr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73" y="1714"/>
                </a:cxn>
                <a:cxn ang="0">
                  <a:pos x="432" y="0"/>
                </a:cxn>
                <a:cxn ang="0">
                  <a:pos x="0" y="0"/>
                </a:cxn>
                <a:cxn ang="0">
                  <a:pos x="3096" y="1786"/>
                </a:cxn>
                <a:cxn ang="0">
                  <a:pos x="5609" y="3243"/>
                </a:cxn>
                <a:cxn ang="0">
                  <a:pos x="5609" y="3237"/>
                </a:cxn>
                <a:cxn ang="0">
                  <a:pos x="3173" y="1714"/>
                </a:cxn>
                <a:cxn ang="0">
                  <a:pos x="3173" y="1714"/>
                </a:cxn>
              </a:cxnLst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293" name="任意多边形 8196"/>
            <p:cNvSpPr/>
            <p:nvPr/>
          </p:nvSpPr>
          <p:spPr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5"/>
                </a:cxn>
                <a:cxn ang="0">
                  <a:pos x="4038" y="191"/>
                </a:cxn>
                <a:cxn ang="0">
                  <a:pos x="4038" y="143"/>
                </a:cxn>
                <a:cxn ang="0">
                  <a:pos x="0" y="0"/>
                </a:cxn>
                <a:cxn ang="0">
                  <a:pos x="0" y="155"/>
                </a:cxn>
                <a:cxn ang="0">
                  <a:pos x="0" y="155"/>
                </a:cxn>
              </a:cxnLst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294" name="任意多边形 8197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0" y="65"/>
                </a:cxn>
                <a:cxn ang="0">
                  <a:pos x="1720" y="59"/>
                </a:cxn>
                <a:cxn ang="0">
                  <a:pos x="0" y="0"/>
                </a:cxn>
                <a:cxn ang="0">
                  <a:pos x="0" y="47"/>
                </a:cxn>
                <a:cxn ang="0">
                  <a:pos x="1720" y="65"/>
                </a:cxn>
                <a:cxn ang="0">
                  <a:pos x="1720" y="65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295" name="任意多边形 8198"/>
            <p:cNvSpPr/>
            <p:nvPr/>
          </p:nvSpPr>
          <p:spPr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4" y="77"/>
                </a:cxn>
                <a:cxn ang="0">
                  <a:pos x="4784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296" name="任意多边形 8199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4" y="48"/>
                </a:cxn>
                <a:cxn ang="0">
                  <a:pos x="974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4" y="48"/>
                </a:cxn>
                <a:cxn ang="0">
                  <a:pos x="974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297" name="任意多边形 8200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39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39" y="0"/>
                </a:cxn>
                <a:cxn ang="0">
                  <a:pos x="2139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298" name="任意多边形 8201"/>
            <p:cNvSpPr/>
            <p:nvPr/>
          </p:nvSpPr>
          <p:spPr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19" y="42"/>
                </a:cxn>
                <a:cxn ang="0">
                  <a:pos x="3619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299" name="任意多边形 8202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79" y="276"/>
                </a:cxn>
                <a:cxn ang="0">
                  <a:pos x="2514" y="204"/>
                </a:cxn>
                <a:cxn ang="0">
                  <a:pos x="2257" y="0"/>
                </a:cxn>
                <a:cxn ang="0">
                  <a:pos x="0" y="276"/>
                </a:cxn>
                <a:cxn ang="0">
                  <a:pos x="2179" y="276"/>
                </a:cxn>
                <a:cxn ang="0">
                  <a:pos x="2179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0" name="任意多边形 8203"/>
            <p:cNvSpPr/>
            <p:nvPr/>
          </p:nvSpPr>
          <p:spPr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4" y="126"/>
                </a:cxn>
                <a:cxn ang="0">
                  <a:pos x="1404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4" y="126"/>
                </a:cxn>
                <a:cxn ang="0">
                  <a:pos x="1404" y="126"/>
                </a:cxn>
              </a:cxnLst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8089C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1" name="任意多边形 8204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8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8" y="240"/>
                </a:cxn>
                <a:cxn ang="0">
                  <a:pos x="728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2" name="任意多边形 8205"/>
            <p:cNvSpPr/>
            <p:nvPr/>
          </p:nvSpPr>
          <p:spPr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0" y="1671"/>
                </a:cxn>
                <a:cxn ang="0">
                  <a:pos x="5030" y="1665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3" name="任意多边形 8206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8" y="318"/>
                </a:cxn>
                <a:cxn ang="0">
                  <a:pos x="728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8" y="318"/>
                </a:cxn>
                <a:cxn ang="0">
                  <a:pos x="728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4" name="任意多边形 8207"/>
            <p:cNvSpPr/>
            <p:nvPr/>
          </p:nvSpPr>
          <p:spPr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0" y="2187"/>
                </a:cxn>
                <a:cxn ang="0">
                  <a:pos x="5030" y="2133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5" name="任意多边形 8208"/>
            <p:cNvSpPr/>
            <p:nvPr/>
          </p:nvSpPr>
          <p:spPr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1" y="2725"/>
                </a:cxn>
                <a:cxn ang="0">
                  <a:pos x="3159" y="2702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6" name="任意多边形 8209"/>
            <p:cNvSpPr/>
            <p:nvPr/>
          </p:nvSpPr>
          <p:spPr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F0F9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7" name="任意多边形 8210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8" name="任意多边形 8211"/>
            <p:cNvSpPr/>
            <p:nvPr/>
          </p:nvSpPr>
          <p:spPr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3" y="2678"/>
                </a:cxn>
                <a:cxn ang="0">
                  <a:pos x="3119" y="2588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09" name="任意多边形 8212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0" name="任意多边形 8213"/>
            <p:cNvSpPr/>
            <p:nvPr/>
          </p:nvSpPr>
          <p:spPr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4" y="2534"/>
                </a:cxn>
                <a:cxn ang="0">
                  <a:pos x="2514" y="2534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1" name="任意多边形 8214"/>
            <p:cNvSpPr/>
            <p:nvPr/>
          </p:nvSpPr>
          <p:spPr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6" y="2480"/>
                </a:cxn>
                <a:cxn ang="0">
                  <a:pos x="2198" y="2474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2" name="任意多边形 8215"/>
            <p:cNvSpPr/>
            <p:nvPr/>
          </p:nvSpPr>
          <p:spPr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1717A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3" name="任意多边形 8216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4" name="任意多边形 8217"/>
            <p:cNvSpPr/>
            <p:nvPr/>
          </p:nvSpPr>
          <p:spPr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6" y="1042"/>
                </a:cxn>
                <a:cxn ang="0">
                  <a:pos x="573" y="850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5" name="任意多边形 8218"/>
            <p:cNvSpPr/>
            <p:nvPr/>
          </p:nvSpPr>
          <p:spPr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6"/>
                </a:cxn>
                <a:cxn ang="0">
                  <a:pos x="341" y="652"/>
                </a:cxn>
                <a:cxn ang="0">
                  <a:pos x="144" y="0"/>
                </a:cxn>
                <a:cxn ang="0">
                  <a:pos x="144" y="0"/>
                </a:cxn>
              </a:cxnLst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6" name="任意多边形 8219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1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7" name="任意多边形 8220"/>
            <p:cNvSpPr/>
            <p:nvPr/>
          </p:nvSpPr>
          <p:spPr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52" y="1864"/>
                </a:cxn>
                <a:cxn ang="0">
                  <a:pos x="5752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8" name="任意多边形 8221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19" name="任意多边形 8222"/>
            <p:cNvSpPr/>
            <p:nvPr/>
          </p:nvSpPr>
          <p:spPr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52" y="1337"/>
                </a:cxn>
                <a:cxn ang="0">
                  <a:pos x="5752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20" name="任意多边形 8223"/>
            <p:cNvSpPr/>
            <p:nvPr/>
          </p:nvSpPr>
          <p:spPr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52" y="414"/>
                </a:cxn>
                <a:cxn ang="0">
                  <a:pos x="5752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21" name="任意多边形 8224"/>
            <p:cNvSpPr/>
            <p:nvPr/>
          </p:nvSpPr>
          <p:spPr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57" y="3177"/>
                </a:cxn>
                <a:cxn ang="0">
                  <a:pos x="4457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22" name="任意多边形 8225"/>
            <p:cNvSpPr/>
            <p:nvPr/>
          </p:nvSpPr>
          <p:spPr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33" y="2614"/>
                </a:cxn>
                <a:cxn ang="0">
                  <a:pos x="2433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23" name="任意多边形 8226"/>
            <p:cNvSpPr/>
            <p:nvPr/>
          </p:nvSpPr>
          <p:spPr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6" y="0"/>
                </a:cxn>
                <a:cxn ang="0">
                  <a:pos x="0" y="0"/>
                </a:cxn>
                <a:cxn ang="0">
                  <a:pos x="1804" y="2464"/>
                </a:cxn>
                <a:cxn ang="0">
                  <a:pos x="1804" y="2248"/>
                </a:cxn>
                <a:cxn ang="0">
                  <a:pos x="1798" y="2248"/>
                </a:cxn>
                <a:cxn ang="0">
                  <a:pos x="486" y="0"/>
                </a:cxn>
                <a:cxn ang="0">
                  <a:pos x="486" y="0"/>
                </a:cxn>
              </a:cxnLst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24" name="任意多边形 8227"/>
            <p:cNvSpPr/>
            <p:nvPr/>
          </p:nvSpPr>
          <p:spPr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5" y="2074"/>
                </a:cxn>
                <a:cxn ang="0">
                  <a:pos x="1235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25" name="任意多边形 8228"/>
            <p:cNvSpPr/>
            <p:nvPr/>
          </p:nvSpPr>
          <p:spPr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0" y="1936"/>
                </a:cxn>
                <a:cxn ang="0">
                  <a:pos x="1060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2326" name="任意多边形 8229"/>
            <p:cNvSpPr/>
            <p:nvPr/>
          </p:nvSpPr>
          <p:spPr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3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3" y="1487"/>
                </a:cxn>
                <a:cxn ang="0">
                  <a:pos x="773" y="1433"/>
                </a:cxn>
                <a:cxn ang="0">
                  <a:pos x="773" y="1433"/>
                </a:cxn>
              </a:cxnLst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grpSp>
          <p:nvGrpSpPr>
            <p:cNvPr id="12327" name="组合 8230"/>
            <p:cNvGrpSpPr/>
            <p:nvPr userDrawn="1"/>
          </p:nvGrpSpPr>
          <p:grpSpPr>
            <a:xfrm>
              <a:off x="0" y="1632"/>
              <a:ext cx="5758" cy="1858"/>
              <a:chOff x="0" y="0"/>
              <a:chExt cx="5758" cy="1858"/>
            </a:xfrm>
          </p:grpSpPr>
          <p:sp>
            <p:nvSpPr>
              <p:cNvPr id="12328" name="任意多边形 8231"/>
              <p:cNvSpPr/>
              <p:nvPr/>
            </p:nvSpPr>
            <p:spPr>
              <a:xfrm>
                <a:off x="0" y="0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46" y="1313"/>
                  </a:cxn>
                  <a:cxn ang="0">
                    <a:pos x="3658" y="1235"/>
                  </a:cxn>
                  <a:cxn ang="0">
                    <a:pos x="3670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  <p:sp>
            <p:nvSpPr>
              <p:cNvPr id="12329" name="任意多边形 8232"/>
              <p:cNvSpPr/>
              <p:nvPr/>
            </p:nvSpPr>
            <p:spPr>
              <a:xfrm>
                <a:off x="3646" y="1163"/>
                <a:ext cx="2112" cy="695"/>
              </a:xfrm>
              <a:custGeom>
                <a:avLst/>
                <a:gdLst/>
                <a:ahLst/>
                <a:cxnLst>
                  <a:cxn ang="0">
                    <a:pos x="2112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12" y="695"/>
                  </a:cxn>
                  <a:cxn ang="0">
                    <a:pos x="2112" y="665"/>
                  </a:cxn>
                  <a:cxn ang="0">
                    <a:pos x="2112" y="665"/>
                  </a:cxn>
                </a:cxnLst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1717A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</p:grpSp>
      </p:grpSp>
      <p:sp>
        <p:nvSpPr>
          <p:cNvPr id="8234" name="标题 8233"/>
          <p:cNvSpPr>
            <a:spLocks noGrp="1"/>
          </p:cNvSpPr>
          <p:nvPr>
            <p:ph type="ctrTitle" sz="quarter"/>
          </p:nvPr>
        </p:nvSpPr>
        <p:spPr>
          <a:xfrm>
            <a:off x="457200" y="1200360"/>
            <a:ext cx="8229600" cy="137184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lvl="0">
              <a:defRPr sz="3600" kern="1200"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8235" name="副标题 8234"/>
          <p:cNvSpPr>
            <a:spLocks noGrp="1"/>
          </p:cNvSpPr>
          <p:nvPr>
            <p:ph type="subTitle" sz="quarter" idx="1"/>
          </p:nvPr>
        </p:nvSpPr>
        <p:spPr>
          <a:xfrm>
            <a:off x="1371600" y="2915160"/>
            <a:ext cx="6400800" cy="131468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t"/>
          <a:lstStyle>
            <a:lvl1pPr marL="0" lvl="0" indent="0" algn="ctr">
              <a:buNone/>
              <a:defRPr sz="2700" kern="1200"/>
            </a:lvl1pPr>
            <a:lvl2pPr marL="342900" lvl="1" indent="-342900" algn="ctr">
              <a:buNone/>
              <a:defRPr sz="2700" kern="1200"/>
            </a:lvl2pPr>
            <a:lvl3pPr marL="685800" lvl="2" indent="-685800" algn="ctr">
              <a:buNone/>
              <a:defRPr sz="2700" kern="1200"/>
            </a:lvl3pPr>
            <a:lvl4pPr marL="1028700" lvl="3" indent="-1028700" algn="ctr">
              <a:buNone/>
              <a:defRPr sz="2700" kern="1200"/>
            </a:lvl4pPr>
            <a:lvl5pPr marL="1371600" lvl="4" indent="-1371600" algn="ctr">
              <a:buNone/>
              <a:defRPr sz="2700" kern="1200"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87" name="日期占位符 8235"/>
          <p:cNvSpPr>
            <a:spLocks noGrp="1"/>
          </p:cNvSpPr>
          <p:nvPr>
            <p:ph type="dt" sz="quarter" idx="2"/>
          </p:nvPr>
        </p:nvSpPr>
        <p:spPr>
          <a:xfrm>
            <a:off x="457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0" i="0" strike="noStrike" kern="1200" cap="none" spc="0" normalizeH="0" baseline="0" noProof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8" name="页脚占位符 8236"/>
          <p:cNvSpPr>
            <a:spLocks noGrp="1"/>
          </p:cNvSpPr>
          <p:nvPr>
            <p:ph type="ftr" sz="quarter" idx="3"/>
          </p:nvPr>
        </p:nvSpPr>
        <p:spPr>
          <a:xfrm>
            <a:off x="3124200" y="4687120"/>
            <a:ext cx="2895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b="0" i="0" strike="noStrike" kern="1200" cap="none" spc="0" normalizeH="0" baseline="0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" name="灯片编号占位符 8237"/>
          <p:cNvSpPr>
            <a:spLocks noGrp="1"/>
          </p:cNvSpPr>
          <p:nvPr>
            <p:ph type="sldNum" sz="quarter" idx="4"/>
          </p:nvPr>
        </p:nvSpPr>
        <p:spPr>
          <a:xfrm>
            <a:off x="6553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p>
            <a:pPr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 algn="l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 algn="l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86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86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727794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175715"/>
            <a:ext cx="3526380" cy="53266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575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1754098"/>
            <a:ext cx="3526380" cy="283997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175715"/>
            <a:ext cx="3526381" cy="53266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128905" indent="-128905">
              <a:buNone/>
              <a:defRPr lang="zh-CN" altLang="en-US" b="0" smtClean="0"/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1768404"/>
            <a:ext cx="3526381" cy="282566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95638" cy="1200360"/>
          </a:xfrm>
        </p:spPr>
        <p:txBody>
          <a:bodyPr anchor="t" anchorCtr="0">
            <a:normAutofit/>
          </a:bodyPr>
          <a:lstStyle>
            <a:lvl1pPr>
              <a:defRPr sz="225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342961"/>
            <a:ext cx="4477941" cy="405359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95638" cy="2859191"/>
          </a:xfrm>
        </p:spPr>
        <p:txBody>
          <a:bodyPr>
            <a:normAutofit/>
          </a:bodyPr>
          <a:lstStyle>
            <a:lvl1pPr marL="0" indent="0">
              <a:buNone/>
              <a:defRPr sz="1125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8396"/>
            <a:ext cx="2057400" cy="439060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8396"/>
            <a:ext cx="6052930" cy="439060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20"/>
            <a:ext cx="6858000" cy="1791013"/>
          </a:xfrm>
        </p:spPr>
        <p:txBody>
          <a:bodyPr anchor="b"/>
          <a:lstStyle>
            <a:lvl1pPr algn="ctr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 algn="l">
              <a:defRPr sz="3375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 algn="l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506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727794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175715"/>
            <a:ext cx="3526380" cy="532664"/>
          </a:xfrm>
        </p:spPr>
        <p:txBody>
          <a:bodyPr anchor="ctr">
            <a:normAutofit/>
          </a:bodyPr>
          <a:lstStyle>
            <a:lvl1pPr marL="0" indent="0">
              <a:buNone/>
              <a:defRPr sz="1575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1754098"/>
            <a:ext cx="3526380" cy="283997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175715"/>
            <a:ext cx="3526381" cy="532664"/>
          </a:xfrm>
        </p:spPr>
        <p:txBody>
          <a:bodyPr rtlCol="0" anchor="ctr">
            <a:normAutofit/>
          </a:bodyPr>
          <a:lstStyle>
            <a:lvl1pPr marL="128905" indent="-128905">
              <a:buNone/>
              <a:defRPr lang="zh-CN" altLang="en-US" b="0" smtClean="0"/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1768404"/>
            <a:ext cx="3526381" cy="282566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125"/>
            </a:lvl2pPr>
            <a:lvl3pPr>
              <a:defRPr sz="1015"/>
            </a:lvl3pPr>
            <a:lvl4pPr>
              <a:defRPr sz="900"/>
            </a:lvl4pPr>
            <a:lvl5pPr>
              <a:defRPr sz="9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95638" cy="1200360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342961"/>
            <a:ext cx="4477941" cy="4053597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95638" cy="2859191"/>
          </a:xfrm>
        </p:spPr>
        <p:txBody>
          <a:bodyPr>
            <a:normAutofit/>
          </a:bodyPr>
          <a:lstStyle>
            <a:lvl1pPr marL="0" indent="0">
              <a:buNone/>
              <a:defRPr sz="1125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015"/>
            <a:ext cx="2057400" cy="4389411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015"/>
            <a:ext cx="6052930" cy="4389411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11265"/>
          <p:cNvGrpSpPr/>
          <p:nvPr/>
        </p:nvGrpSpPr>
        <p:grpSpPr>
          <a:xfrm>
            <a:off x="0" y="0"/>
            <a:ext cx="9144000" cy="5143209"/>
            <a:chOff x="0" y="0"/>
            <a:chExt cx="5760" cy="4319"/>
          </a:xfrm>
        </p:grpSpPr>
        <p:sp>
          <p:nvSpPr>
            <p:cNvPr id="13315" name="任意多边形 11266"/>
            <p:cNvSpPr/>
            <p:nvPr/>
          </p:nvSpPr>
          <p:spPr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20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47" y="1978"/>
                </a:cxn>
                <a:cxn ang="0">
                  <a:pos x="5758" y="3273"/>
                </a:cxn>
                <a:cxn ang="0">
                  <a:pos x="5758" y="3267"/>
                </a:cxn>
                <a:cxn ang="0">
                  <a:pos x="3203" y="1816"/>
                </a:cxn>
                <a:cxn ang="0">
                  <a:pos x="3203" y="1816"/>
                </a:cxn>
              </a:cxnLst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16" name="任意多边形 11267"/>
            <p:cNvSpPr/>
            <p:nvPr/>
          </p:nvSpPr>
          <p:spPr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73" y="1714"/>
                </a:cxn>
                <a:cxn ang="0">
                  <a:pos x="432" y="0"/>
                </a:cxn>
                <a:cxn ang="0">
                  <a:pos x="0" y="0"/>
                </a:cxn>
                <a:cxn ang="0">
                  <a:pos x="3096" y="1786"/>
                </a:cxn>
                <a:cxn ang="0">
                  <a:pos x="5609" y="3243"/>
                </a:cxn>
                <a:cxn ang="0">
                  <a:pos x="5609" y="3237"/>
                </a:cxn>
                <a:cxn ang="0">
                  <a:pos x="3173" y="1714"/>
                </a:cxn>
                <a:cxn ang="0">
                  <a:pos x="3173" y="1714"/>
                </a:cxn>
              </a:cxnLst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17" name="任意多边形 11268"/>
            <p:cNvSpPr/>
            <p:nvPr/>
          </p:nvSpPr>
          <p:spPr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5"/>
                </a:cxn>
                <a:cxn ang="0">
                  <a:pos x="4038" y="191"/>
                </a:cxn>
                <a:cxn ang="0">
                  <a:pos x="4038" y="143"/>
                </a:cxn>
                <a:cxn ang="0">
                  <a:pos x="0" y="0"/>
                </a:cxn>
                <a:cxn ang="0">
                  <a:pos x="0" y="155"/>
                </a:cxn>
                <a:cxn ang="0">
                  <a:pos x="0" y="155"/>
                </a:cxn>
              </a:cxnLst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18" name="任意多边形 11269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0" y="65"/>
                </a:cxn>
                <a:cxn ang="0">
                  <a:pos x="1720" y="59"/>
                </a:cxn>
                <a:cxn ang="0">
                  <a:pos x="0" y="0"/>
                </a:cxn>
                <a:cxn ang="0">
                  <a:pos x="0" y="47"/>
                </a:cxn>
                <a:cxn ang="0">
                  <a:pos x="1720" y="65"/>
                </a:cxn>
                <a:cxn ang="0">
                  <a:pos x="1720" y="65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19" name="任意多边形 11270"/>
            <p:cNvSpPr/>
            <p:nvPr/>
          </p:nvSpPr>
          <p:spPr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4" y="77"/>
                </a:cxn>
                <a:cxn ang="0">
                  <a:pos x="4784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0" name="任意多边形 11271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4" y="48"/>
                </a:cxn>
                <a:cxn ang="0">
                  <a:pos x="974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4" y="48"/>
                </a:cxn>
                <a:cxn ang="0">
                  <a:pos x="974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1" name="任意多边形 11272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39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39" y="0"/>
                </a:cxn>
                <a:cxn ang="0">
                  <a:pos x="2139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2" name="任意多边形 11273"/>
            <p:cNvSpPr/>
            <p:nvPr/>
          </p:nvSpPr>
          <p:spPr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19" y="42"/>
                </a:cxn>
                <a:cxn ang="0">
                  <a:pos x="3619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3" name="任意多边形 11274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79" y="276"/>
                </a:cxn>
                <a:cxn ang="0">
                  <a:pos x="2514" y="204"/>
                </a:cxn>
                <a:cxn ang="0">
                  <a:pos x="2257" y="0"/>
                </a:cxn>
                <a:cxn ang="0">
                  <a:pos x="0" y="276"/>
                </a:cxn>
                <a:cxn ang="0">
                  <a:pos x="2179" y="276"/>
                </a:cxn>
                <a:cxn ang="0">
                  <a:pos x="2179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4" name="任意多边形 11275"/>
            <p:cNvSpPr/>
            <p:nvPr/>
          </p:nvSpPr>
          <p:spPr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4" y="126"/>
                </a:cxn>
                <a:cxn ang="0">
                  <a:pos x="1404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4" y="126"/>
                </a:cxn>
                <a:cxn ang="0">
                  <a:pos x="1404" y="126"/>
                </a:cxn>
              </a:cxnLst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8089C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5" name="任意多边形 11276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8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8" y="240"/>
                </a:cxn>
                <a:cxn ang="0">
                  <a:pos x="728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6" name="任意多边形 11277"/>
            <p:cNvSpPr/>
            <p:nvPr/>
          </p:nvSpPr>
          <p:spPr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0" y="1671"/>
                </a:cxn>
                <a:cxn ang="0">
                  <a:pos x="5030" y="1665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7" name="任意多边形 11278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8" y="318"/>
                </a:cxn>
                <a:cxn ang="0">
                  <a:pos x="728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8" y="318"/>
                </a:cxn>
                <a:cxn ang="0">
                  <a:pos x="728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8" name="任意多边形 11279"/>
            <p:cNvSpPr/>
            <p:nvPr/>
          </p:nvSpPr>
          <p:spPr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0" y="2187"/>
                </a:cxn>
                <a:cxn ang="0">
                  <a:pos x="5030" y="2133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29" name="任意多边形 11280"/>
            <p:cNvSpPr/>
            <p:nvPr/>
          </p:nvSpPr>
          <p:spPr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1" y="2725"/>
                </a:cxn>
                <a:cxn ang="0">
                  <a:pos x="3159" y="2702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0" name="任意多边形 11281"/>
            <p:cNvSpPr/>
            <p:nvPr/>
          </p:nvSpPr>
          <p:spPr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F0F9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1" name="任意多边形 11282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2" name="任意多边形 11283"/>
            <p:cNvSpPr/>
            <p:nvPr/>
          </p:nvSpPr>
          <p:spPr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3" y="2678"/>
                </a:cxn>
                <a:cxn ang="0">
                  <a:pos x="3119" y="2588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3" name="任意多边形 11284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4" name="任意多边形 11285"/>
            <p:cNvSpPr/>
            <p:nvPr/>
          </p:nvSpPr>
          <p:spPr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4" y="2534"/>
                </a:cxn>
                <a:cxn ang="0">
                  <a:pos x="2514" y="2534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5" name="任意多边形 11286"/>
            <p:cNvSpPr/>
            <p:nvPr/>
          </p:nvSpPr>
          <p:spPr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6" y="2480"/>
                </a:cxn>
                <a:cxn ang="0">
                  <a:pos x="2198" y="2474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6" name="任意多边形 11287"/>
            <p:cNvSpPr/>
            <p:nvPr/>
          </p:nvSpPr>
          <p:spPr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1717A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7" name="任意多边形 11288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8" name="任意多边形 11289"/>
            <p:cNvSpPr/>
            <p:nvPr/>
          </p:nvSpPr>
          <p:spPr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6" y="1042"/>
                </a:cxn>
                <a:cxn ang="0">
                  <a:pos x="573" y="850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39" name="任意多边形 11290"/>
            <p:cNvSpPr/>
            <p:nvPr/>
          </p:nvSpPr>
          <p:spPr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6"/>
                </a:cxn>
                <a:cxn ang="0">
                  <a:pos x="341" y="652"/>
                </a:cxn>
                <a:cxn ang="0">
                  <a:pos x="144" y="0"/>
                </a:cxn>
                <a:cxn ang="0">
                  <a:pos x="144" y="0"/>
                </a:cxn>
              </a:cxnLst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0" name="任意多边形 11291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1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1" name="任意多边形 11292"/>
            <p:cNvSpPr/>
            <p:nvPr/>
          </p:nvSpPr>
          <p:spPr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52" y="1864"/>
                </a:cxn>
                <a:cxn ang="0">
                  <a:pos x="5752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2" name="任意多边形 11293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3" name="任意多边形 11294"/>
            <p:cNvSpPr/>
            <p:nvPr/>
          </p:nvSpPr>
          <p:spPr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52" y="1337"/>
                </a:cxn>
                <a:cxn ang="0">
                  <a:pos x="5752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4" name="任意多边形 11295"/>
            <p:cNvSpPr/>
            <p:nvPr/>
          </p:nvSpPr>
          <p:spPr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52" y="414"/>
                </a:cxn>
                <a:cxn ang="0">
                  <a:pos x="5752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5" name="任意多边形 11296"/>
            <p:cNvSpPr/>
            <p:nvPr/>
          </p:nvSpPr>
          <p:spPr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57" y="3177"/>
                </a:cxn>
                <a:cxn ang="0">
                  <a:pos x="4457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6" name="任意多边形 11297"/>
            <p:cNvSpPr/>
            <p:nvPr/>
          </p:nvSpPr>
          <p:spPr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33" y="2614"/>
                </a:cxn>
                <a:cxn ang="0">
                  <a:pos x="2433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7" name="任意多边形 11298"/>
            <p:cNvSpPr/>
            <p:nvPr/>
          </p:nvSpPr>
          <p:spPr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6" y="0"/>
                </a:cxn>
                <a:cxn ang="0">
                  <a:pos x="0" y="0"/>
                </a:cxn>
                <a:cxn ang="0">
                  <a:pos x="1804" y="2464"/>
                </a:cxn>
                <a:cxn ang="0">
                  <a:pos x="1804" y="2248"/>
                </a:cxn>
                <a:cxn ang="0">
                  <a:pos x="1798" y="2248"/>
                </a:cxn>
                <a:cxn ang="0">
                  <a:pos x="486" y="0"/>
                </a:cxn>
                <a:cxn ang="0">
                  <a:pos x="486" y="0"/>
                </a:cxn>
              </a:cxnLst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8" name="任意多边形 11299"/>
            <p:cNvSpPr/>
            <p:nvPr/>
          </p:nvSpPr>
          <p:spPr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5" y="2074"/>
                </a:cxn>
                <a:cxn ang="0">
                  <a:pos x="1235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49" name="任意多边形 11300"/>
            <p:cNvSpPr/>
            <p:nvPr/>
          </p:nvSpPr>
          <p:spPr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0" y="1936"/>
                </a:cxn>
                <a:cxn ang="0">
                  <a:pos x="1060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13350" name="任意多边形 11301"/>
            <p:cNvSpPr/>
            <p:nvPr/>
          </p:nvSpPr>
          <p:spPr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3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3" y="1487"/>
                </a:cxn>
                <a:cxn ang="0">
                  <a:pos x="773" y="1433"/>
                </a:cxn>
                <a:cxn ang="0">
                  <a:pos x="773" y="1433"/>
                </a:cxn>
              </a:cxnLst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grpSp>
          <p:nvGrpSpPr>
            <p:cNvPr id="13351" name="组合 11302"/>
            <p:cNvGrpSpPr/>
            <p:nvPr userDrawn="1"/>
          </p:nvGrpSpPr>
          <p:grpSpPr>
            <a:xfrm>
              <a:off x="0" y="1632"/>
              <a:ext cx="5758" cy="1858"/>
              <a:chOff x="0" y="0"/>
              <a:chExt cx="5758" cy="1858"/>
            </a:xfrm>
          </p:grpSpPr>
          <p:sp>
            <p:nvSpPr>
              <p:cNvPr id="13352" name="任意多边形 11303"/>
              <p:cNvSpPr/>
              <p:nvPr/>
            </p:nvSpPr>
            <p:spPr>
              <a:xfrm>
                <a:off x="0" y="0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46" y="1313"/>
                  </a:cxn>
                  <a:cxn ang="0">
                    <a:pos x="3658" y="1235"/>
                  </a:cxn>
                  <a:cxn ang="0">
                    <a:pos x="3670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  <p:sp>
            <p:nvSpPr>
              <p:cNvPr id="13353" name="任意多边形 11304"/>
              <p:cNvSpPr/>
              <p:nvPr/>
            </p:nvSpPr>
            <p:spPr>
              <a:xfrm>
                <a:off x="3646" y="1163"/>
                <a:ext cx="2112" cy="695"/>
              </a:xfrm>
              <a:custGeom>
                <a:avLst/>
                <a:gdLst/>
                <a:ahLst/>
                <a:cxnLst>
                  <a:cxn ang="0">
                    <a:pos x="2112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12" y="695"/>
                  </a:cxn>
                  <a:cxn ang="0">
                    <a:pos x="2112" y="665"/>
                  </a:cxn>
                  <a:cxn ang="0">
                    <a:pos x="2112" y="665"/>
                  </a:cxn>
                </a:cxnLst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1717A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</p:grpSp>
      </p:grpSp>
      <p:sp>
        <p:nvSpPr>
          <p:cNvPr id="11306" name="标题 11305"/>
          <p:cNvSpPr>
            <a:spLocks noGrp="1"/>
          </p:cNvSpPr>
          <p:nvPr>
            <p:ph type="ctrTitle" sz="quarter"/>
          </p:nvPr>
        </p:nvSpPr>
        <p:spPr>
          <a:xfrm>
            <a:off x="457200" y="1200360"/>
            <a:ext cx="8229600" cy="137184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lvl="0">
              <a:defRPr sz="3600" kern="1200">
                <a:effectLst/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307" name="副标题 11306"/>
          <p:cNvSpPr>
            <a:spLocks noGrp="1"/>
          </p:cNvSpPr>
          <p:nvPr>
            <p:ph type="subTitle" sz="quarter" idx="1"/>
          </p:nvPr>
        </p:nvSpPr>
        <p:spPr>
          <a:xfrm>
            <a:off x="1371600" y="2915160"/>
            <a:ext cx="6400800" cy="131468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0" lvl="0" indent="0" algn="ctr">
              <a:buNone/>
              <a:defRPr sz="2700" kern="1200">
                <a:effectLst/>
              </a:defRPr>
            </a:lvl1pPr>
            <a:lvl2pPr marL="342900" lvl="1" indent="-342900" algn="ctr">
              <a:buNone/>
              <a:defRPr sz="2700" kern="1200"/>
            </a:lvl2pPr>
            <a:lvl3pPr marL="685800" lvl="2" indent="-685800" algn="ctr">
              <a:buNone/>
              <a:defRPr sz="2700" kern="1200"/>
            </a:lvl3pPr>
            <a:lvl4pPr marL="1028700" lvl="3" indent="-1028700" algn="ctr">
              <a:buNone/>
              <a:defRPr sz="2700" kern="1200"/>
            </a:lvl4pPr>
            <a:lvl5pPr marL="1371600" lvl="4" indent="-1371600" algn="ctr">
              <a:buNone/>
              <a:defRPr sz="2700" kern="1200"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87" name="日期占位符 11307"/>
          <p:cNvSpPr>
            <a:spLocks noGrp="1"/>
          </p:cNvSpPr>
          <p:nvPr>
            <p:ph type="dt" sz="quarter" idx="2"/>
          </p:nvPr>
        </p:nvSpPr>
        <p:spPr>
          <a:xfrm>
            <a:off x="457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dirty="0">
                <a:effectLst/>
              </a:defRPr>
            </a:lvl1pPr>
          </a:lstStyle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0" i="0" strike="noStrike" kern="1200" cap="none" spc="0" normalizeH="0" baseline="0" noProof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8" name="页脚占位符 11308"/>
          <p:cNvSpPr>
            <a:spLocks noGrp="1"/>
          </p:cNvSpPr>
          <p:nvPr>
            <p:ph type="ftr" sz="quarter" idx="3"/>
          </p:nvPr>
        </p:nvSpPr>
        <p:spPr>
          <a:xfrm>
            <a:off x="3124200" y="4687120"/>
            <a:ext cx="2895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dirty="0">
                <a:effectLst/>
              </a:defRPr>
            </a:lvl1pPr>
          </a:lstStyle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x-none" b="0" i="0" strike="noStrike" kern="1200" cap="none" spc="0" normalizeH="0" baseline="0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" name="灯片编号占位符 11309"/>
          <p:cNvSpPr>
            <a:spLocks noGrp="1"/>
          </p:cNvSpPr>
          <p:nvPr>
            <p:ph type="sldNum" sz="quarter" idx="4"/>
          </p:nvPr>
        </p:nvSpPr>
        <p:spPr>
          <a:xfrm>
            <a:off x="6553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p>
            <a:pPr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effectLst/>
              </a:defRPr>
            </a:lvl1pPr>
            <a:lvl2pPr>
              <a:defRPr>
                <a:effectLst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28"/>
            <a:ext cx="7886700" cy="2139927"/>
          </a:xfrm>
        </p:spPr>
        <p:txBody>
          <a:bodyPr anchor="b"/>
          <a:lstStyle>
            <a:lvl1pPr algn="l">
              <a:defRPr sz="3375"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699"/>
            <a:ext cx="7886700" cy="1125337"/>
          </a:xfrm>
        </p:spPr>
        <p:txBody>
          <a:bodyPr/>
          <a:lstStyle>
            <a:lvl1pPr marL="0" indent="0" algn="l">
              <a:buNone/>
              <a:defRPr sz="1350">
                <a:solidFill>
                  <a:schemeClr val="tx1">
                    <a:tint val="75000"/>
                  </a:schemeClr>
                </a:solidFill>
                <a:effectLst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2504" cy="3398638"/>
          </a:xfrm>
        </p:spPr>
        <p:txBody>
          <a:bodyPr/>
          <a:lstStyle>
            <a:lvl1pPr>
              <a:defRPr>
                <a:effectLst/>
              </a:defRPr>
            </a:lvl1pPr>
            <a:lvl2pPr>
              <a:defRPr>
                <a:effectLst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200360"/>
            <a:ext cx="4032504" cy="3398638"/>
          </a:xfrm>
        </p:spPr>
        <p:txBody>
          <a:bodyPr/>
          <a:lstStyle>
            <a:lvl1pPr>
              <a:defRPr>
                <a:effectLst/>
              </a:defRPr>
            </a:lvl1pPr>
            <a:lvl2pPr>
              <a:defRPr>
                <a:effectLst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727794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793" y="1175715"/>
            <a:ext cx="3526380" cy="532664"/>
          </a:xfrm>
        </p:spPr>
        <p:txBody>
          <a:bodyPr anchor="ctr">
            <a:normAutofit/>
          </a:bodyPr>
          <a:lstStyle>
            <a:lvl1pPr marL="0" indent="0">
              <a:buNone/>
              <a:defRPr sz="1575" b="0">
                <a:effectLst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793" y="1754098"/>
            <a:ext cx="3526380" cy="2839970"/>
          </a:xfrm>
        </p:spPr>
        <p:txBody>
          <a:bodyPr>
            <a:normAutofit/>
          </a:bodyPr>
          <a:lstStyle>
            <a:lvl1pPr>
              <a:defRPr sz="1350">
                <a:effectLst/>
              </a:defRPr>
            </a:lvl1pPr>
            <a:lvl2pPr>
              <a:defRPr sz="1125">
                <a:effectLst/>
              </a:defRPr>
            </a:lvl2pPr>
            <a:lvl3pPr>
              <a:defRPr sz="1015">
                <a:effectLst/>
              </a:defRPr>
            </a:lvl3pPr>
            <a:lvl4pPr>
              <a:defRPr sz="900">
                <a:effectLst/>
              </a:defRPr>
            </a:lvl4pPr>
            <a:lvl5pPr>
              <a:defRPr sz="900">
                <a:effectLst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17212" y="1175715"/>
            <a:ext cx="3526381" cy="532664"/>
          </a:xfrm>
        </p:spPr>
        <p:txBody>
          <a:bodyPr rtlCol="0" anchor="ctr">
            <a:normAutofit/>
          </a:bodyPr>
          <a:lstStyle>
            <a:lvl1pPr marL="128905" indent="-128905">
              <a:buNone/>
              <a:defRPr lang="zh-CN" altLang="en-US" b="0" smtClean="0">
                <a:effectLst/>
              </a:defRPr>
            </a:lvl1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7212" y="1768404"/>
            <a:ext cx="3526381" cy="2825663"/>
          </a:xfrm>
        </p:spPr>
        <p:txBody>
          <a:bodyPr>
            <a:normAutofit/>
          </a:bodyPr>
          <a:lstStyle>
            <a:lvl1pPr>
              <a:defRPr sz="1350">
                <a:effectLst/>
              </a:defRPr>
            </a:lvl1pPr>
            <a:lvl2pPr>
              <a:defRPr sz="1125">
                <a:effectLst/>
              </a:defRPr>
            </a:lvl2pPr>
            <a:lvl3pPr>
              <a:defRPr sz="1015">
                <a:effectLst/>
              </a:defRPr>
            </a:lvl3pPr>
            <a:lvl4pPr>
              <a:defRPr sz="900">
                <a:effectLst/>
              </a:defRPr>
            </a:lvl4pPr>
            <a:lvl5pPr>
              <a:defRPr sz="900">
                <a:effectLst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350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2949178" cy="1200360"/>
          </a:xfrm>
        </p:spPr>
        <p:txBody>
          <a:bodyPr anchor="b"/>
          <a:lstStyle>
            <a:lvl1pPr>
              <a:defRPr sz="1800"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98"/>
            <a:ext cx="4629150" cy="3655858"/>
          </a:xfrm>
        </p:spPr>
        <p:txBody>
          <a:bodyPr/>
          <a:lstStyle>
            <a:lvl1pPr>
              <a:defRPr sz="1800">
                <a:effectLst/>
              </a:defRPr>
            </a:lvl1pPr>
            <a:lvl2pPr>
              <a:defRPr sz="1575">
                <a:effectLst/>
              </a:defRPr>
            </a:lvl2pPr>
            <a:lvl3pPr>
              <a:defRPr sz="1350">
                <a:effectLst/>
              </a:defRPr>
            </a:lvl3pPr>
            <a:lvl4pPr>
              <a:defRPr sz="1125">
                <a:effectLst/>
              </a:defRPr>
            </a:lvl4pPr>
            <a:lvl5pPr>
              <a:defRPr sz="1125">
                <a:effectLst/>
              </a:defRPr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2949178" cy="2859191"/>
          </a:xfrm>
        </p:spPr>
        <p:txBody>
          <a:bodyPr/>
          <a:lstStyle>
            <a:lvl1pPr marL="0" indent="0">
              <a:buNone/>
              <a:defRPr sz="900">
                <a:effectLst/>
              </a:defRPr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60"/>
            <a:ext cx="3195638" cy="1200360"/>
          </a:xfrm>
        </p:spPr>
        <p:txBody>
          <a:bodyPr anchor="t">
            <a:normAutofit/>
          </a:bodyPr>
          <a:lstStyle>
            <a:lvl1pPr>
              <a:defRPr sz="2250"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8600" y="342961"/>
            <a:ext cx="4477941" cy="4053597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1800">
                <a:effectLst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20"/>
            <a:ext cx="3195638" cy="2859191"/>
          </a:xfrm>
        </p:spPr>
        <p:txBody>
          <a:bodyPr>
            <a:normAutofit/>
          </a:bodyPr>
          <a:lstStyle>
            <a:lvl1pPr marL="0" indent="0">
              <a:buNone/>
              <a:defRPr sz="1125">
                <a:effectLst/>
              </a:defRPr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effectLst/>
              </a:defRPr>
            </a:lvl1pPr>
            <a:lvl2pPr>
              <a:defRPr>
                <a:effectLst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8396"/>
            <a:ext cx="2057400" cy="439060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8396"/>
            <a:ext cx="6052930" cy="439060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5" Type="http://schemas.openxmlformats.org/officeDocument/2006/relationships/theme" Target="../theme/theme3.xml"/><Relationship Id="rId14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5" Type="http://schemas.openxmlformats.org/officeDocument/2006/relationships/theme" Target="../theme/theme6.xml"/><Relationship Id="rId14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5" Type="http://schemas.openxmlformats.org/officeDocument/2006/relationships/theme" Target="../theme/theme8.xml"/><Relationship Id="rId14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200360"/>
            <a:ext cx="8229600" cy="339506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050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4684738"/>
            <a:ext cx="2895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defRPr sz="1050" noProof="1" dirty="0"/>
            </a:lvl1pPr>
          </a:lstStyle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effectLst/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530" lvl="1" indent="-214630" algn="l" rtl="0" eaLnBrk="0" fontAlgn="base" hangingPunct="0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lvl="2" indent="-171450" algn="l" rtl="0" eaLnBrk="0" fontAlgn="base" hangingPunct="0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lvl="3" indent="-171450" algn="l" rtl="0" eaLnBrk="0" fontAlgn="base" hangingPunct="0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lvl="4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6585" lvl="5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9485" lvl="6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2385" lvl="7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5285" lvl="8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457200" y="1200360"/>
            <a:ext cx="8229600" cy="339506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2" name="Rectangle 4"/>
          <p:cNvSpPr>
            <a:spLocks noGrp="1"/>
          </p:cNvSpPr>
          <p:nvPr>
            <p:ph type="dt" sz="half" idx="2"/>
          </p:nvPr>
        </p:nvSpPr>
        <p:spPr>
          <a:xfrm>
            <a:off x="457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050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053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4684738"/>
            <a:ext cx="2895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defRPr sz="1050" noProof="1" dirty="0"/>
            </a:lvl1pPr>
          </a:lstStyle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4630" algn="l" rtl="0" eaLnBrk="0" fontAlgn="base" hangingPunct="0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rtl="0" eaLnBrk="0" fontAlgn="base" hangingPunct="0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rtl="0" eaLnBrk="0" fontAlgn="base" hangingPunct="0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lvl="5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9485" lvl="6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2385" lvl="7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5285" lvl="8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3074" name="组合 3073"/>
          <p:cNvGrpSpPr/>
          <p:nvPr/>
        </p:nvGrpSpPr>
        <p:grpSpPr>
          <a:xfrm>
            <a:off x="0" y="0"/>
            <a:ext cx="9144000" cy="5143209"/>
            <a:chOff x="0" y="0"/>
            <a:chExt cx="5760" cy="4319"/>
          </a:xfrm>
        </p:grpSpPr>
        <p:sp>
          <p:nvSpPr>
            <p:cNvPr id="3075" name="任意多边形 3074"/>
            <p:cNvSpPr/>
            <p:nvPr/>
          </p:nvSpPr>
          <p:spPr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20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47" y="1978"/>
                </a:cxn>
                <a:cxn ang="0">
                  <a:pos x="5758" y="3273"/>
                </a:cxn>
                <a:cxn ang="0">
                  <a:pos x="5758" y="3267"/>
                </a:cxn>
                <a:cxn ang="0">
                  <a:pos x="3203" y="1816"/>
                </a:cxn>
                <a:cxn ang="0">
                  <a:pos x="3203" y="1816"/>
                </a:cxn>
              </a:cxnLst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76" name="任意多边形 3075"/>
            <p:cNvSpPr/>
            <p:nvPr/>
          </p:nvSpPr>
          <p:spPr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73" y="1714"/>
                </a:cxn>
                <a:cxn ang="0">
                  <a:pos x="432" y="0"/>
                </a:cxn>
                <a:cxn ang="0">
                  <a:pos x="0" y="0"/>
                </a:cxn>
                <a:cxn ang="0">
                  <a:pos x="3096" y="1786"/>
                </a:cxn>
                <a:cxn ang="0">
                  <a:pos x="5609" y="3243"/>
                </a:cxn>
                <a:cxn ang="0">
                  <a:pos x="5609" y="3237"/>
                </a:cxn>
                <a:cxn ang="0">
                  <a:pos x="3173" y="1714"/>
                </a:cxn>
                <a:cxn ang="0">
                  <a:pos x="3173" y="1714"/>
                </a:cxn>
              </a:cxnLst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77" name="任意多边形 3076"/>
            <p:cNvSpPr/>
            <p:nvPr/>
          </p:nvSpPr>
          <p:spPr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5"/>
                </a:cxn>
                <a:cxn ang="0">
                  <a:pos x="4038" y="191"/>
                </a:cxn>
                <a:cxn ang="0">
                  <a:pos x="4038" y="143"/>
                </a:cxn>
                <a:cxn ang="0">
                  <a:pos x="0" y="0"/>
                </a:cxn>
                <a:cxn ang="0">
                  <a:pos x="0" y="155"/>
                </a:cxn>
                <a:cxn ang="0">
                  <a:pos x="0" y="155"/>
                </a:cxn>
              </a:cxnLst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78" name="任意多边形 3077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0" y="65"/>
                </a:cxn>
                <a:cxn ang="0">
                  <a:pos x="1720" y="59"/>
                </a:cxn>
                <a:cxn ang="0">
                  <a:pos x="0" y="0"/>
                </a:cxn>
                <a:cxn ang="0">
                  <a:pos x="0" y="47"/>
                </a:cxn>
                <a:cxn ang="0">
                  <a:pos x="1720" y="65"/>
                </a:cxn>
                <a:cxn ang="0">
                  <a:pos x="1720" y="65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79" name="任意多边形 3078"/>
            <p:cNvSpPr/>
            <p:nvPr/>
          </p:nvSpPr>
          <p:spPr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4" y="77"/>
                </a:cxn>
                <a:cxn ang="0">
                  <a:pos x="4784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0" name="任意多边形 3079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4" y="48"/>
                </a:cxn>
                <a:cxn ang="0">
                  <a:pos x="974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4" y="48"/>
                </a:cxn>
                <a:cxn ang="0">
                  <a:pos x="974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1" name="任意多边形 3080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39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39" y="0"/>
                </a:cxn>
                <a:cxn ang="0">
                  <a:pos x="2139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2" name="任意多边形 3081"/>
            <p:cNvSpPr/>
            <p:nvPr/>
          </p:nvSpPr>
          <p:spPr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19" y="42"/>
                </a:cxn>
                <a:cxn ang="0">
                  <a:pos x="3619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3" name="任意多边形 3082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79" y="276"/>
                </a:cxn>
                <a:cxn ang="0">
                  <a:pos x="2514" y="204"/>
                </a:cxn>
                <a:cxn ang="0">
                  <a:pos x="2257" y="0"/>
                </a:cxn>
                <a:cxn ang="0">
                  <a:pos x="0" y="276"/>
                </a:cxn>
                <a:cxn ang="0">
                  <a:pos x="2179" y="276"/>
                </a:cxn>
                <a:cxn ang="0">
                  <a:pos x="2179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4" name="任意多边形 3083"/>
            <p:cNvSpPr/>
            <p:nvPr/>
          </p:nvSpPr>
          <p:spPr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4" y="126"/>
                </a:cxn>
                <a:cxn ang="0">
                  <a:pos x="1404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4" y="126"/>
                </a:cxn>
                <a:cxn ang="0">
                  <a:pos x="1404" y="126"/>
                </a:cxn>
              </a:cxnLst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8089C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5" name="任意多边形 3084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8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8" y="240"/>
                </a:cxn>
                <a:cxn ang="0">
                  <a:pos x="728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6" name="任意多边形 3085"/>
            <p:cNvSpPr/>
            <p:nvPr/>
          </p:nvSpPr>
          <p:spPr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0" y="1671"/>
                </a:cxn>
                <a:cxn ang="0">
                  <a:pos x="5030" y="1665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7" name="任意多边形 3086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8" y="318"/>
                </a:cxn>
                <a:cxn ang="0">
                  <a:pos x="728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8" y="318"/>
                </a:cxn>
                <a:cxn ang="0">
                  <a:pos x="728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8" name="任意多边形 3087"/>
            <p:cNvSpPr/>
            <p:nvPr/>
          </p:nvSpPr>
          <p:spPr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0" y="2187"/>
                </a:cxn>
                <a:cxn ang="0">
                  <a:pos x="5030" y="2133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89" name="任意多边形 3088"/>
            <p:cNvSpPr/>
            <p:nvPr/>
          </p:nvSpPr>
          <p:spPr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1" y="2725"/>
                </a:cxn>
                <a:cxn ang="0">
                  <a:pos x="3159" y="2702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0" name="任意多边形 3089"/>
            <p:cNvSpPr/>
            <p:nvPr/>
          </p:nvSpPr>
          <p:spPr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F0F9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1" name="任意多边形 3090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2" name="任意多边形 3091"/>
            <p:cNvSpPr/>
            <p:nvPr/>
          </p:nvSpPr>
          <p:spPr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3" y="2678"/>
                </a:cxn>
                <a:cxn ang="0">
                  <a:pos x="3119" y="2588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3" name="任意多边形 3092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4" name="任意多边形 3093"/>
            <p:cNvSpPr/>
            <p:nvPr/>
          </p:nvSpPr>
          <p:spPr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4" y="2534"/>
                </a:cxn>
                <a:cxn ang="0">
                  <a:pos x="2514" y="2534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5" name="任意多边形 3094"/>
            <p:cNvSpPr/>
            <p:nvPr/>
          </p:nvSpPr>
          <p:spPr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6" y="2480"/>
                </a:cxn>
                <a:cxn ang="0">
                  <a:pos x="2198" y="2474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6" name="任意多边形 3095"/>
            <p:cNvSpPr/>
            <p:nvPr/>
          </p:nvSpPr>
          <p:spPr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1717A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7" name="任意多边形 3096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8" name="任意多边形 3097"/>
            <p:cNvSpPr/>
            <p:nvPr/>
          </p:nvSpPr>
          <p:spPr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6" y="1042"/>
                </a:cxn>
                <a:cxn ang="0">
                  <a:pos x="573" y="850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099" name="任意多边形 3098"/>
            <p:cNvSpPr/>
            <p:nvPr/>
          </p:nvSpPr>
          <p:spPr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6"/>
                </a:cxn>
                <a:cxn ang="0">
                  <a:pos x="341" y="652"/>
                </a:cxn>
                <a:cxn ang="0">
                  <a:pos x="144" y="0"/>
                </a:cxn>
                <a:cxn ang="0">
                  <a:pos x="144" y="0"/>
                </a:cxn>
              </a:cxnLst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0" name="任意多边形 3099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1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1" name="任意多边形 3100"/>
            <p:cNvSpPr/>
            <p:nvPr/>
          </p:nvSpPr>
          <p:spPr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52" y="1864"/>
                </a:cxn>
                <a:cxn ang="0">
                  <a:pos x="5752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2" name="任意多边形 3101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3" name="任意多边形 3102"/>
            <p:cNvSpPr/>
            <p:nvPr/>
          </p:nvSpPr>
          <p:spPr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52" y="1337"/>
                </a:cxn>
                <a:cxn ang="0">
                  <a:pos x="5752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4" name="任意多边形 3103"/>
            <p:cNvSpPr/>
            <p:nvPr/>
          </p:nvSpPr>
          <p:spPr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52" y="414"/>
                </a:cxn>
                <a:cxn ang="0">
                  <a:pos x="5752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5" name="任意多边形 3104"/>
            <p:cNvSpPr/>
            <p:nvPr/>
          </p:nvSpPr>
          <p:spPr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57" y="3177"/>
                </a:cxn>
                <a:cxn ang="0">
                  <a:pos x="4457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6" name="任意多边形 3105"/>
            <p:cNvSpPr/>
            <p:nvPr/>
          </p:nvSpPr>
          <p:spPr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33" y="2614"/>
                </a:cxn>
                <a:cxn ang="0">
                  <a:pos x="2433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7" name="任意多边形 3106"/>
            <p:cNvSpPr/>
            <p:nvPr/>
          </p:nvSpPr>
          <p:spPr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6" y="0"/>
                </a:cxn>
                <a:cxn ang="0">
                  <a:pos x="0" y="0"/>
                </a:cxn>
                <a:cxn ang="0">
                  <a:pos x="1804" y="2464"/>
                </a:cxn>
                <a:cxn ang="0">
                  <a:pos x="1804" y="2248"/>
                </a:cxn>
                <a:cxn ang="0">
                  <a:pos x="1798" y="2248"/>
                </a:cxn>
                <a:cxn ang="0">
                  <a:pos x="486" y="0"/>
                </a:cxn>
                <a:cxn ang="0">
                  <a:pos x="486" y="0"/>
                </a:cxn>
              </a:cxnLst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8" name="任意多边形 3107"/>
            <p:cNvSpPr/>
            <p:nvPr/>
          </p:nvSpPr>
          <p:spPr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5" y="2074"/>
                </a:cxn>
                <a:cxn ang="0">
                  <a:pos x="1235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09" name="任意多边形 3108"/>
            <p:cNvSpPr/>
            <p:nvPr/>
          </p:nvSpPr>
          <p:spPr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0" y="1936"/>
                </a:cxn>
                <a:cxn ang="0">
                  <a:pos x="1060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3110" name="任意多边形 3109"/>
            <p:cNvSpPr/>
            <p:nvPr/>
          </p:nvSpPr>
          <p:spPr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3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3" y="1487"/>
                </a:cxn>
                <a:cxn ang="0">
                  <a:pos x="773" y="1433"/>
                </a:cxn>
                <a:cxn ang="0">
                  <a:pos x="773" y="1433"/>
                </a:cxn>
              </a:cxnLst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grpSp>
          <p:nvGrpSpPr>
            <p:cNvPr id="3111" name="组合 3110"/>
            <p:cNvGrpSpPr/>
            <p:nvPr userDrawn="1"/>
          </p:nvGrpSpPr>
          <p:grpSpPr>
            <a:xfrm>
              <a:off x="0" y="1632"/>
              <a:ext cx="5758" cy="1858"/>
              <a:chOff x="0" y="0"/>
              <a:chExt cx="5758" cy="1858"/>
            </a:xfrm>
          </p:grpSpPr>
          <p:sp>
            <p:nvSpPr>
              <p:cNvPr id="3112" name="任意多边形 3111"/>
              <p:cNvSpPr/>
              <p:nvPr/>
            </p:nvSpPr>
            <p:spPr>
              <a:xfrm>
                <a:off x="0" y="0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46" y="1313"/>
                  </a:cxn>
                  <a:cxn ang="0">
                    <a:pos x="3658" y="1235"/>
                  </a:cxn>
                  <a:cxn ang="0">
                    <a:pos x="3670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  <p:sp>
            <p:nvSpPr>
              <p:cNvPr id="3113" name="任意多边形 3112"/>
              <p:cNvSpPr/>
              <p:nvPr/>
            </p:nvSpPr>
            <p:spPr>
              <a:xfrm>
                <a:off x="3646" y="1163"/>
                <a:ext cx="2112" cy="695"/>
              </a:xfrm>
              <a:custGeom>
                <a:avLst/>
                <a:gdLst/>
                <a:ahLst/>
                <a:cxnLst>
                  <a:cxn ang="0">
                    <a:pos x="2112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12" y="695"/>
                  </a:cxn>
                  <a:cxn ang="0">
                    <a:pos x="2112" y="665"/>
                  </a:cxn>
                  <a:cxn ang="0">
                    <a:pos x="2112" y="665"/>
                  </a:cxn>
                </a:cxnLst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1717A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</p:grpSp>
      </p:grpSp>
      <p:sp>
        <p:nvSpPr>
          <p:cNvPr id="2" name="标题 3113"/>
          <p:cNvSpPr>
            <a:spLocks noGrp="1"/>
          </p:cNvSpPr>
          <p:nvPr>
            <p:ph type="title"/>
          </p:nvPr>
        </p:nvSpPr>
        <p:spPr>
          <a:xfrm>
            <a:off x="457200" y="208396"/>
            <a:ext cx="8229600" cy="8574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3114"/>
          <p:cNvSpPr>
            <a:spLocks noGrp="1"/>
          </p:cNvSpPr>
          <p:nvPr>
            <p:ph type="body" idx="1"/>
          </p:nvPr>
        </p:nvSpPr>
        <p:spPr>
          <a:xfrm>
            <a:off x="457200" y="1200360"/>
            <a:ext cx="8229600" cy="3398638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115"/>
          <p:cNvSpPr>
            <a:spLocks noGrp="1"/>
          </p:cNvSpPr>
          <p:nvPr>
            <p:ph type="dt" sz="half" idx="2"/>
          </p:nvPr>
        </p:nvSpPr>
        <p:spPr>
          <a:xfrm>
            <a:off x="457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900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3116"/>
          <p:cNvSpPr>
            <a:spLocks noGrp="1"/>
          </p:cNvSpPr>
          <p:nvPr>
            <p:ph type="ftr" sz="quarter" idx="3"/>
          </p:nvPr>
        </p:nvSpPr>
        <p:spPr>
          <a:xfrm>
            <a:off x="3124200" y="4687120"/>
            <a:ext cx="2895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900" noProof="1" dirty="0"/>
            </a:lvl1pPr>
          </a:lstStyle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3117"/>
          <p:cNvSpPr>
            <a:spLocks noGrp="1"/>
          </p:cNvSpPr>
          <p:nvPr>
            <p:ph type="sldNum" sz="quarter" idx="4"/>
          </p:nvPr>
        </p:nvSpPr>
        <p:spPr>
          <a:xfrm>
            <a:off x="6553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effectLst>
            <a:outerShdw blurRad="38100" dist="38100" dir="2700000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2"/>
        </a:buBlip>
        <a:defRPr sz="24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1pPr>
      <a:lvl2pPr marL="557530" lvl="1" indent="-214630" algn="l" rtl="0" fontAlgn="base">
        <a:spcBef>
          <a:spcPct val="15000"/>
        </a:spcBef>
        <a:spcAft>
          <a:spcPct val="0"/>
        </a:spcAft>
        <a:buFont typeface="Wingdings" panose="05000000000000000000" pitchFamily="2" charset="2"/>
        <a:buChar char="–"/>
        <a:defRPr sz="21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2pPr>
      <a:lvl3pPr marL="857250" lvl="2" indent="-171450" algn="l" rtl="0" fontAlgn="base">
        <a:spcBef>
          <a:spcPct val="15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3"/>
        </a:buBlip>
        <a:defRPr sz="18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3pPr>
      <a:lvl4pPr marL="1200150" lvl="3" indent="-171450" algn="l" rtl="0" fontAlgn="base">
        <a:spcBef>
          <a:spcPct val="15000"/>
        </a:spcBef>
        <a:spcAft>
          <a:spcPct val="0"/>
        </a:spcAft>
        <a:buFont typeface="Wingdings" panose="05000000000000000000" pitchFamily="2" charset="2"/>
        <a:buChar char="–"/>
        <a:defRPr sz="15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4pPr>
      <a:lvl5pPr marL="1543050" lvl="4" indent="-171450" algn="l" rtl="0" fontAlgn="base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5pPr>
      <a:lvl6pPr marL="1886585" lvl="5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6pPr>
      <a:lvl7pPr marL="2229485" lvl="6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7pPr>
      <a:lvl8pPr marL="2572385" lvl="7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8pPr>
      <a:lvl9pPr marL="2915285" lvl="8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457200" y="1200360"/>
            <a:ext cx="8229600" cy="339506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124" name="Rectangle 4"/>
          <p:cNvSpPr>
            <a:spLocks noGrp="1"/>
          </p:cNvSpPr>
          <p:nvPr>
            <p:ph type="dt" sz="half" idx="2"/>
          </p:nvPr>
        </p:nvSpPr>
        <p:spPr>
          <a:xfrm>
            <a:off x="457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050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125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4684738"/>
            <a:ext cx="2895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defRPr sz="1050" noProof="1" dirty="0"/>
            </a:lvl1pPr>
          </a:lstStyle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4630" algn="l" rtl="0" eaLnBrk="0" fontAlgn="base" hangingPunct="0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rtl="0" eaLnBrk="0" fontAlgn="base" hangingPunct="0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rtl="0" eaLnBrk="0" fontAlgn="base" hangingPunct="0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lvl="5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9485" lvl="6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2385" lvl="7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5285" lvl="8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457200" y="1200360"/>
            <a:ext cx="8229600" cy="339506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050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14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4684738"/>
            <a:ext cx="2895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defRPr sz="1050" noProof="1" dirty="0"/>
            </a:lvl1pPr>
          </a:lstStyle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4630" algn="l" rtl="0" eaLnBrk="0" fontAlgn="base" hangingPunct="0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rtl="0" eaLnBrk="0" fontAlgn="base" hangingPunct="0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rtl="0" eaLnBrk="0" fontAlgn="base" hangingPunct="0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lvl="5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9485" lvl="6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2385" lvl="7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5285" lvl="8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6146" name="组合 7169"/>
          <p:cNvGrpSpPr/>
          <p:nvPr/>
        </p:nvGrpSpPr>
        <p:grpSpPr>
          <a:xfrm>
            <a:off x="0" y="0"/>
            <a:ext cx="9144000" cy="5143209"/>
            <a:chOff x="0" y="0"/>
            <a:chExt cx="5760" cy="4319"/>
          </a:xfrm>
        </p:grpSpPr>
        <p:sp>
          <p:nvSpPr>
            <p:cNvPr id="6147" name="任意多边形 7170"/>
            <p:cNvSpPr/>
            <p:nvPr/>
          </p:nvSpPr>
          <p:spPr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20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47" y="1978"/>
                </a:cxn>
                <a:cxn ang="0">
                  <a:pos x="5758" y="3273"/>
                </a:cxn>
                <a:cxn ang="0">
                  <a:pos x="5758" y="3267"/>
                </a:cxn>
                <a:cxn ang="0">
                  <a:pos x="3203" y="1816"/>
                </a:cxn>
                <a:cxn ang="0">
                  <a:pos x="3203" y="1816"/>
                </a:cxn>
              </a:cxnLst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48" name="任意多边形 7171"/>
            <p:cNvSpPr/>
            <p:nvPr/>
          </p:nvSpPr>
          <p:spPr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73" y="1714"/>
                </a:cxn>
                <a:cxn ang="0">
                  <a:pos x="432" y="0"/>
                </a:cxn>
                <a:cxn ang="0">
                  <a:pos x="0" y="0"/>
                </a:cxn>
                <a:cxn ang="0">
                  <a:pos x="3096" y="1786"/>
                </a:cxn>
                <a:cxn ang="0">
                  <a:pos x="5609" y="3243"/>
                </a:cxn>
                <a:cxn ang="0">
                  <a:pos x="5609" y="3237"/>
                </a:cxn>
                <a:cxn ang="0">
                  <a:pos x="3173" y="1714"/>
                </a:cxn>
                <a:cxn ang="0">
                  <a:pos x="3173" y="1714"/>
                </a:cxn>
              </a:cxnLst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49" name="任意多边形 7172"/>
            <p:cNvSpPr/>
            <p:nvPr/>
          </p:nvSpPr>
          <p:spPr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5"/>
                </a:cxn>
                <a:cxn ang="0">
                  <a:pos x="4038" y="191"/>
                </a:cxn>
                <a:cxn ang="0">
                  <a:pos x="4038" y="143"/>
                </a:cxn>
                <a:cxn ang="0">
                  <a:pos x="0" y="0"/>
                </a:cxn>
                <a:cxn ang="0">
                  <a:pos x="0" y="155"/>
                </a:cxn>
                <a:cxn ang="0">
                  <a:pos x="0" y="155"/>
                </a:cxn>
              </a:cxnLst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0" name="任意多边形 7173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0" y="65"/>
                </a:cxn>
                <a:cxn ang="0">
                  <a:pos x="1720" y="59"/>
                </a:cxn>
                <a:cxn ang="0">
                  <a:pos x="0" y="0"/>
                </a:cxn>
                <a:cxn ang="0">
                  <a:pos x="0" y="47"/>
                </a:cxn>
                <a:cxn ang="0">
                  <a:pos x="1720" y="65"/>
                </a:cxn>
                <a:cxn ang="0">
                  <a:pos x="1720" y="65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1" name="任意多边形 7174"/>
            <p:cNvSpPr/>
            <p:nvPr/>
          </p:nvSpPr>
          <p:spPr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4" y="77"/>
                </a:cxn>
                <a:cxn ang="0">
                  <a:pos x="4784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2" name="任意多边形 7175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4" y="48"/>
                </a:cxn>
                <a:cxn ang="0">
                  <a:pos x="974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4" y="48"/>
                </a:cxn>
                <a:cxn ang="0">
                  <a:pos x="974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3" name="任意多边形 7176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39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39" y="0"/>
                </a:cxn>
                <a:cxn ang="0">
                  <a:pos x="2139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4" name="任意多边形 7177"/>
            <p:cNvSpPr/>
            <p:nvPr/>
          </p:nvSpPr>
          <p:spPr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19" y="42"/>
                </a:cxn>
                <a:cxn ang="0">
                  <a:pos x="3619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5" name="任意多边形 7178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79" y="276"/>
                </a:cxn>
                <a:cxn ang="0">
                  <a:pos x="2514" y="204"/>
                </a:cxn>
                <a:cxn ang="0">
                  <a:pos x="2257" y="0"/>
                </a:cxn>
                <a:cxn ang="0">
                  <a:pos x="0" y="276"/>
                </a:cxn>
                <a:cxn ang="0">
                  <a:pos x="2179" y="276"/>
                </a:cxn>
                <a:cxn ang="0">
                  <a:pos x="2179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6" name="任意多边形 7179"/>
            <p:cNvSpPr/>
            <p:nvPr/>
          </p:nvSpPr>
          <p:spPr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4" y="126"/>
                </a:cxn>
                <a:cxn ang="0">
                  <a:pos x="1404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4" y="126"/>
                </a:cxn>
                <a:cxn ang="0">
                  <a:pos x="1404" y="126"/>
                </a:cxn>
              </a:cxnLst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8089C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7" name="任意多边形 7180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8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8" y="240"/>
                </a:cxn>
                <a:cxn ang="0">
                  <a:pos x="728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8" name="任意多边形 7181"/>
            <p:cNvSpPr/>
            <p:nvPr/>
          </p:nvSpPr>
          <p:spPr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0" y="1671"/>
                </a:cxn>
                <a:cxn ang="0">
                  <a:pos x="5030" y="1665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59" name="任意多边形 7182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8" y="318"/>
                </a:cxn>
                <a:cxn ang="0">
                  <a:pos x="728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8" y="318"/>
                </a:cxn>
                <a:cxn ang="0">
                  <a:pos x="728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0" name="任意多边形 7183"/>
            <p:cNvSpPr/>
            <p:nvPr/>
          </p:nvSpPr>
          <p:spPr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0" y="2187"/>
                </a:cxn>
                <a:cxn ang="0">
                  <a:pos x="5030" y="2133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1" name="任意多边形 7184"/>
            <p:cNvSpPr/>
            <p:nvPr/>
          </p:nvSpPr>
          <p:spPr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1" y="2725"/>
                </a:cxn>
                <a:cxn ang="0">
                  <a:pos x="3159" y="2702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2" name="任意多边形 7185"/>
            <p:cNvSpPr/>
            <p:nvPr/>
          </p:nvSpPr>
          <p:spPr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F0F9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3" name="任意多边形 7186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4" name="任意多边形 7187"/>
            <p:cNvSpPr/>
            <p:nvPr/>
          </p:nvSpPr>
          <p:spPr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3" y="2678"/>
                </a:cxn>
                <a:cxn ang="0">
                  <a:pos x="3119" y="2588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5" name="任意多边形 7188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6" name="任意多边形 7189"/>
            <p:cNvSpPr/>
            <p:nvPr/>
          </p:nvSpPr>
          <p:spPr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4" y="2534"/>
                </a:cxn>
                <a:cxn ang="0">
                  <a:pos x="2514" y="2534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7" name="任意多边形 7190"/>
            <p:cNvSpPr/>
            <p:nvPr/>
          </p:nvSpPr>
          <p:spPr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6" y="2480"/>
                </a:cxn>
                <a:cxn ang="0">
                  <a:pos x="2198" y="2474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8" name="任意多边形 7191"/>
            <p:cNvSpPr/>
            <p:nvPr/>
          </p:nvSpPr>
          <p:spPr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1717A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69" name="任意多边形 7192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0" name="任意多边形 7193"/>
            <p:cNvSpPr/>
            <p:nvPr/>
          </p:nvSpPr>
          <p:spPr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6" y="1042"/>
                </a:cxn>
                <a:cxn ang="0">
                  <a:pos x="573" y="850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1" name="任意多边形 7194"/>
            <p:cNvSpPr/>
            <p:nvPr/>
          </p:nvSpPr>
          <p:spPr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6"/>
                </a:cxn>
                <a:cxn ang="0">
                  <a:pos x="341" y="652"/>
                </a:cxn>
                <a:cxn ang="0">
                  <a:pos x="144" y="0"/>
                </a:cxn>
                <a:cxn ang="0">
                  <a:pos x="144" y="0"/>
                </a:cxn>
              </a:cxnLst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2" name="任意多边形 7195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1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3" name="任意多边形 7196"/>
            <p:cNvSpPr/>
            <p:nvPr/>
          </p:nvSpPr>
          <p:spPr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52" y="1864"/>
                </a:cxn>
                <a:cxn ang="0">
                  <a:pos x="5752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4" name="任意多边形 7197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5" name="任意多边形 7198"/>
            <p:cNvSpPr/>
            <p:nvPr/>
          </p:nvSpPr>
          <p:spPr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52" y="1337"/>
                </a:cxn>
                <a:cxn ang="0">
                  <a:pos x="5752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6" name="任意多边形 7199"/>
            <p:cNvSpPr/>
            <p:nvPr/>
          </p:nvSpPr>
          <p:spPr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52" y="414"/>
                </a:cxn>
                <a:cxn ang="0">
                  <a:pos x="5752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7" name="任意多边形 7200"/>
            <p:cNvSpPr/>
            <p:nvPr/>
          </p:nvSpPr>
          <p:spPr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57" y="3177"/>
                </a:cxn>
                <a:cxn ang="0">
                  <a:pos x="4457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8" name="任意多边形 7201"/>
            <p:cNvSpPr/>
            <p:nvPr/>
          </p:nvSpPr>
          <p:spPr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33" y="2614"/>
                </a:cxn>
                <a:cxn ang="0">
                  <a:pos x="2433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79" name="任意多边形 7202"/>
            <p:cNvSpPr/>
            <p:nvPr/>
          </p:nvSpPr>
          <p:spPr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6" y="0"/>
                </a:cxn>
                <a:cxn ang="0">
                  <a:pos x="0" y="0"/>
                </a:cxn>
                <a:cxn ang="0">
                  <a:pos x="1804" y="2464"/>
                </a:cxn>
                <a:cxn ang="0">
                  <a:pos x="1804" y="2248"/>
                </a:cxn>
                <a:cxn ang="0">
                  <a:pos x="1798" y="2248"/>
                </a:cxn>
                <a:cxn ang="0">
                  <a:pos x="486" y="0"/>
                </a:cxn>
                <a:cxn ang="0">
                  <a:pos x="486" y="0"/>
                </a:cxn>
              </a:cxnLst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80" name="任意多边形 7203"/>
            <p:cNvSpPr/>
            <p:nvPr/>
          </p:nvSpPr>
          <p:spPr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5" y="2074"/>
                </a:cxn>
                <a:cxn ang="0">
                  <a:pos x="1235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81" name="任意多边形 7204"/>
            <p:cNvSpPr/>
            <p:nvPr/>
          </p:nvSpPr>
          <p:spPr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0" y="1936"/>
                </a:cxn>
                <a:cxn ang="0">
                  <a:pos x="1060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6182" name="任意多边形 7205"/>
            <p:cNvSpPr/>
            <p:nvPr/>
          </p:nvSpPr>
          <p:spPr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3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3" y="1487"/>
                </a:cxn>
                <a:cxn ang="0">
                  <a:pos x="773" y="1433"/>
                </a:cxn>
                <a:cxn ang="0">
                  <a:pos x="773" y="1433"/>
                </a:cxn>
              </a:cxnLst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grpSp>
          <p:nvGrpSpPr>
            <p:cNvPr id="6183" name="组合 7206"/>
            <p:cNvGrpSpPr/>
            <p:nvPr userDrawn="1"/>
          </p:nvGrpSpPr>
          <p:grpSpPr>
            <a:xfrm>
              <a:off x="0" y="1632"/>
              <a:ext cx="5758" cy="1858"/>
              <a:chOff x="0" y="0"/>
              <a:chExt cx="5758" cy="1858"/>
            </a:xfrm>
          </p:grpSpPr>
          <p:sp>
            <p:nvSpPr>
              <p:cNvPr id="6184" name="任意多边形 7207"/>
              <p:cNvSpPr/>
              <p:nvPr/>
            </p:nvSpPr>
            <p:spPr>
              <a:xfrm>
                <a:off x="0" y="0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46" y="1313"/>
                  </a:cxn>
                  <a:cxn ang="0">
                    <a:pos x="3658" y="1235"/>
                  </a:cxn>
                  <a:cxn ang="0">
                    <a:pos x="3670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  <p:sp>
            <p:nvSpPr>
              <p:cNvPr id="6185" name="任意多边形 7208"/>
              <p:cNvSpPr/>
              <p:nvPr/>
            </p:nvSpPr>
            <p:spPr>
              <a:xfrm>
                <a:off x="3646" y="1163"/>
                <a:ext cx="2112" cy="695"/>
              </a:xfrm>
              <a:custGeom>
                <a:avLst/>
                <a:gdLst/>
                <a:ahLst/>
                <a:cxnLst>
                  <a:cxn ang="0">
                    <a:pos x="2112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12" y="695"/>
                  </a:cxn>
                  <a:cxn ang="0">
                    <a:pos x="2112" y="665"/>
                  </a:cxn>
                  <a:cxn ang="0">
                    <a:pos x="2112" y="665"/>
                  </a:cxn>
                </a:cxnLst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1717A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</p:grpSp>
      </p:grpSp>
      <p:sp>
        <p:nvSpPr>
          <p:cNvPr id="7210" name="标题 7209"/>
          <p:cNvSpPr>
            <a:spLocks noGrp="1"/>
          </p:cNvSpPr>
          <p:nvPr>
            <p:ph type="title"/>
          </p:nvPr>
        </p:nvSpPr>
        <p:spPr>
          <a:xfrm>
            <a:off x="457200" y="208396"/>
            <a:ext cx="8229600" cy="8574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211" name="文本占位符 7210"/>
          <p:cNvSpPr>
            <a:spLocks noGrp="1"/>
          </p:cNvSpPr>
          <p:nvPr>
            <p:ph type="body" idx="1"/>
          </p:nvPr>
        </p:nvSpPr>
        <p:spPr>
          <a:xfrm>
            <a:off x="457200" y="1200360"/>
            <a:ext cx="8229600" cy="3398638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212" name="日期占位符 7211"/>
          <p:cNvSpPr>
            <a:spLocks noGrp="1"/>
          </p:cNvSpPr>
          <p:nvPr>
            <p:ph type="dt" sz="half" idx="2"/>
          </p:nvPr>
        </p:nvSpPr>
        <p:spPr>
          <a:xfrm>
            <a:off x="457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900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213" name="页脚占位符 7212"/>
          <p:cNvSpPr>
            <a:spLocks noGrp="1"/>
          </p:cNvSpPr>
          <p:nvPr>
            <p:ph type="ftr" sz="quarter" idx="3"/>
          </p:nvPr>
        </p:nvSpPr>
        <p:spPr>
          <a:xfrm>
            <a:off x="3124200" y="4687120"/>
            <a:ext cx="2895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900" noProof="1" dirty="0"/>
            </a:lvl1pPr>
          </a:lstStyle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14" name="灯片编号占位符 7213"/>
          <p:cNvSpPr>
            <a:spLocks noGrp="1"/>
          </p:cNvSpPr>
          <p:nvPr>
            <p:ph type="sldNum" sz="quarter" idx="4"/>
          </p:nvPr>
        </p:nvSpPr>
        <p:spPr>
          <a:xfrm>
            <a:off x="6553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effectLst>
            <a:outerShdw blurRad="38100" dist="38100" dir="2700000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2"/>
        </a:buBlip>
        <a:defRPr sz="24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1pPr>
      <a:lvl2pPr marL="557530" lvl="1" indent="-214630" algn="l" rtl="0" fontAlgn="base">
        <a:spcBef>
          <a:spcPct val="15000"/>
        </a:spcBef>
        <a:spcAft>
          <a:spcPct val="0"/>
        </a:spcAft>
        <a:buFont typeface="Wingdings" panose="05000000000000000000" pitchFamily="2" charset="2"/>
        <a:buChar char="–"/>
        <a:defRPr sz="21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2pPr>
      <a:lvl3pPr marL="857250" lvl="2" indent="-171450" algn="l" rtl="0" fontAlgn="base">
        <a:spcBef>
          <a:spcPct val="15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3"/>
        </a:buBlip>
        <a:defRPr sz="18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3pPr>
      <a:lvl4pPr marL="1200150" lvl="3" indent="-171450" algn="l" rtl="0" fontAlgn="base">
        <a:spcBef>
          <a:spcPct val="15000"/>
        </a:spcBef>
        <a:spcAft>
          <a:spcPct val="0"/>
        </a:spcAft>
        <a:buFont typeface="Wingdings" panose="05000000000000000000" pitchFamily="2" charset="2"/>
        <a:buChar char="–"/>
        <a:defRPr sz="15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4pPr>
      <a:lvl5pPr marL="1543050" lvl="4" indent="-171450" algn="l" rtl="0" fontAlgn="base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kern="120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5pPr>
      <a:lvl6pPr marL="1886585" lvl="5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6pPr>
      <a:lvl7pPr marL="2229485" lvl="6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7pPr>
      <a:lvl8pPr marL="2572385" lvl="7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8pPr>
      <a:lvl9pPr marL="2915285" lvl="8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457200" y="1200360"/>
            <a:ext cx="8229600" cy="339506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220" name="Rectangle 4"/>
          <p:cNvSpPr>
            <a:spLocks noGrp="1"/>
          </p:cNvSpPr>
          <p:nvPr>
            <p:ph type="dt" sz="half" idx="2"/>
          </p:nvPr>
        </p:nvSpPr>
        <p:spPr>
          <a:xfrm>
            <a:off x="457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1050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9221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4684738"/>
            <a:ext cx="2895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defRPr sz="1050" noProof="1" dirty="0"/>
            </a:lvl1pPr>
          </a:lstStyle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2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4684738"/>
            <a:ext cx="2133600" cy="357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p>
            <a:pPr lvl="0" algn="r" eaLnBrk="1" fontAlgn="base" hangingPunct="1"/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4630" algn="l" rtl="0" eaLnBrk="0" fontAlgn="base" hangingPunct="0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rtl="0" eaLnBrk="0" fontAlgn="base" hangingPunct="0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rtl="0" eaLnBrk="0" fontAlgn="base" hangingPunct="0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lvl="5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9485" lvl="6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2385" lvl="7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5285" lvl="8" indent="-171450" algn="l" defTabSz="685800" eaLnBrk="0" fontAlgn="base" latinLnBrk="0" hangingPunct="0"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8194" name="组合 10241"/>
          <p:cNvGrpSpPr/>
          <p:nvPr/>
        </p:nvGrpSpPr>
        <p:grpSpPr>
          <a:xfrm>
            <a:off x="0" y="0"/>
            <a:ext cx="9144000" cy="5143209"/>
            <a:chOff x="0" y="0"/>
            <a:chExt cx="5760" cy="4319"/>
          </a:xfrm>
        </p:grpSpPr>
        <p:sp>
          <p:nvSpPr>
            <p:cNvPr id="8195" name="任意多边形 10242"/>
            <p:cNvSpPr/>
            <p:nvPr/>
          </p:nvSpPr>
          <p:spPr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20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47" y="1978"/>
                </a:cxn>
                <a:cxn ang="0">
                  <a:pos x="5758" y="3273"/>
                </a:cxn>
                <a:cxn ang="0">
                  <a:pos x="5758" y="3267"/>
                </a:cxn>
                <a:cxn ang="0">
                  <a:pos x="3203" y="1816"/>
                </a:cxn>
                <a:cxn ang="0">
                  <a:pos x="3203" y="1816"/>
                </a:cxn>
              </a:cxnLst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196" name="任意多边形 10243"/>
            <p:cNvSpPr/>
            <p:nvPr/>
          </p:nvSpPr>
          <p:spPr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73" y="1714"/>
                </a:cxn>
                <a:cxn ang="0">
                  <a:pos x="432" y="0"/>
                </a:cxn>
                <a:cxn ang="0">
                  <a:pos x="0" y="0"/>
                </a:cxn>
                <a:cxn ang="0">
                  <a:pos x="3096" y="1786"/>
                </a:cxn>
                <a:cxn ang="0">
                  <a:pos x="5609" y="3243"/>
                </a:cxn>
                <a:cxn ang="0">
                  <a:pos x="5609" y="3237"/>
                </a:cxn>
                <a:cxn ang="0">
                  <a:pos x="3173" y="1714"/>
                </a:cxn>
                <a:cxn ang="0">
                  <a:pos x="3173" y="1714"/>
                </a:cxn>
              </a:cxnLst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197" name="任意多边形 10244"/>
            <p:cNvSpPr/>
            <p:nvPr/>
          </p:nvSpPr>
          <p:spPr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5"/>
                </a:cxn>
                <a:cxn ang="0">
                  <a:pos x="4038" y="191"/>
                </a:cxn>
                <a:cxn ang="0">
                  <a:pos x="4038" y="143"/>
                </a:cxn>
                <a:cxn ang="0">
                  <a:pos x="0" y="0"/>
                </a:cxn>
                <a:cxn ang="0">
                  <a:pos x="0" y="155"/>
                </a:cxn>
                <a:cxn ang="0">
                  <a:pos x="0" y="155"/>
                </a:cxn>
              </a:cxnLst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198" name="任意多边形 10245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0" y="65"/>
                </a:cxn>
                <a:cxn ang="0">
                  <a:pos x="1720" y="59"/>
                </a:cxn>
                <a:cxn ang="0">
                  <a:pos x="0" y="0"/>
                </a:cxn>
                <a:cxn ang="0">
                  <a:pos x="0" y="47"/>
                </a:cxn>
                <a:cxn ang="0">
                  <a:pos x="1720" y="65"/>
                </a:cxn>
                <a:cxn ang="0">
                  <a:pos x="1720" y="65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199" name="任意多边形 10246"/>
            <p:cNvSpPr/>
            <p:nvPr/>
          </p:nvSpPr>
          <p:spPr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4" y="77"/>
                </a:cxn>
                <a:cxn ang="0">
                  <a:pos x="4784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0" name="任意多边形 10247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4" y="48"/>
                </a:cxn>
                <a:cxn ang="0">
                  <a:pos x="974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4" y="48"/>
                </a:cxn>
                <a:cxn ang="0">
                  <a:pos x="974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1" name="任意多边形 10248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39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39" y="0"/>
                </a:cxn>
                <a:cxn ang="0">
                  <a:pos x="2139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2" name="任意多边形 10249"/>
            <p:cNvSpPr/>
            <p:nvPr/>
          </p:nvSpPr>
          <p:spPr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19" y="42"/>
                </a:cxn>
                <a:cxn ang="0">
                  <a:pos x="3619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3" name="任意多边形 10250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79" y="276"/>
                </a:cxn>
                <a:cxn ang="0">
                  <a:pos x="2514" y="204"/>
                </a:cxn>
                <a:cxn ang="0">
                  <a:pos x="2257" y="0"/>
                </a:cxn>
                <a:cxn ang="0">
                  <a:pos x="0" y="276"/>
                </a:cxn>
                <a:cxn ang="0">
                  <a:pos x="2179" y="276"/>
                </a:cxn>
                <a:cxn ang="0">
                  <a:pos x="2179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4" name="任意多边形 10251"/>
            <p:cNvSpPr/>
            <p:nvPr/>
          </p:nvSpPr>
          <p:spPr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4" y="126"/>
                </a:cxn>
                <a:cxn ang="0">
                  <a:pos x="1404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4" y="126"/>
                </a:cxn>
                <a:cxn ang="0">
                  <a:pos x="1404" y="126"/>
                </a:cxn>
              </a:cxnLst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8089C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5" name="任意多边形 10252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8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8" y="240"/>
                </a:cxn>
                <a:cxn ang="0">
                  <a:pos x="728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6" name="任意多边形 10253"/>
            <p:cNvSpPr/>
            <p:nvPr/>
          </p:nvSpPr>
          <p:spPr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0" y="1671"/>
                </a:cxn>
                <a:cxn ang="0">
                  <a:pos x="5030" y="1665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7" name="任意多边形 10254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8" y="318"/>
                </a:cxn>
                <a:cxn ang="0">
                  <a:pos x="728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8" y="318"/>
                </a:cxn>
                <a:cxn ang="0">
                  <a:pos x="728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8" name="任意多边形 10255"/>
            <p:cNvSpPr/>
            <p:nvPr/>
          </p:nvSpPr>
          <p:spPr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0" y="2187"/>
                </a:cxn>
                <a:cxn ang="0">
                  <a:pos x="5030" y="2133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09" name="任意多边形 10256"/>
            <p:cNvSpPr/>
            <p:nvPr/>
          </p:nvSpPr>
          <p:spPr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1" y="2725"/>
                </a:cxn>
                <a:cxn ang="0">
                  <a:pos x="3159" y="2702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0" name="任意多边形 10257"/>
            <p:cNvSpPr/>
            <p:nvPr/>
          </p:nvSpPr>
          <p:spPr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F0F9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1" name="任意多边形 10258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2" name="任意多边形 10259"/>
            <p:cNvSpPr/>
            <p:nvPr/>
          </p:nvSpPr>
          <p:spPr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3" y="2678"/>
                </a:cxn>
                <a:cxn ang="0">
                  <a:pos x="3119" y="2588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3" name="任意多边形 10260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4" name="任意多边形 10261"/>
            <p:cNvSpPr/>
            <p:nvPr/>
          </p:nvSpPr>
          <p:spPr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4" y="2534"/>
                </a:cxn>
                <a:cxn ang="0">
                  <a:pos x="2514" y="2534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5" name="任意多边形 10262"/>
            <p:cNvSpPr/>
            <p:nvPr/>
          </p:nvSpPr>
          <p:spPr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6" y="2480"/>
                </a:cxn>
                <a:cxn ang="0">
                  <a:pos x="2198" y="2474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6" name="任意多边形 10263"/>
            <p:cNvSpPr/>
            <p:nvPr/>
          </p:nvSpPr>
          <p:spPr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1717A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7" name="任意多边形 10264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8" name="任意多边形 10265"/>
            <p:cNvSpPr/>
            <p:nvPr/>
          </p:nvSpPr>
          <p:spPr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6" y="1042"/>
                </a:cxn>
                <a:cxn ang="0">
                  <a:pos x="573" y="850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19" name="任意多边形 10266"/>
            <p:cNvSpPr/>
            <p:nvPr/>
          </p:nvSpPr>
          <p:spPr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6"/>
                </a:cxn>
                <a:cxn ang="0">
                  <a:pos x="341" y="652"/>
                </a:cxn>
                <a:cxn ang="0">
                  <a:pos x="144" y="0"/>
                </a:cxn>
                <a:cxn ang="0">
                  <a:pos x="144" y="0"/>
                </a:cxn>
              </a:cxnLst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0" name="任意多边形 10267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1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1" name="任意多边形 10268"/>
            <p:cNvSpPr/>
            <p:nvPr/>
          </p:nvSpPr>
          <p:spPr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52" y="1864"/>
                </a:cxn>
                <a:cxn ang="0">
                  <a:pos x="5752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2" name="任意多边形 10269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3" name="任意多边形 10270"/>
            <p:cNvSpPr/>
            <p:nvPr/>
          </p:nvSpPr>
          <p:spPr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52" y="1337"/>
                </a:cxn>
                <a:cxn ang="0">
                  <a:pos x="5752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4" name="任意多边形 10271"/>
            <p:cNvSpPr/>
            <p:nvPr/>
          </p:nvSpPr>
          <p:spPr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52" y="414"/>
                </a:cxn>
                <a:cxn ang="0">
                  <a:pos x="5752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5" name="任意多边形 10272"/>
            <p:cNvSpPr/>
            <p:nvPr/>
          </p:nvSpPr>
          <p:spPr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57" y="3177"/>
                </a:cxn>
                <a:cxn ang="0">
                  <a:pos x="4457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6" name="任意多边形 10273"/>
            <p:cNvSpPr/>
            <p:nvPr/>
          </p:nvSpPr>
          <p:spPr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33" y="2614"/>
                </a:cxn>
                <a:cxn ang="0">
                  <a:pos x="2433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7" name="任意多边形 10274"/>
            <p:cNvSpPr/>
            <p:nvPr/>
          </p:nvSpPr>
          <p:spPr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6" y="0"/>
                </a:cxn>
                <a:cxn ang="0">
                  <a:pos x="0" y="0"/>
                </a:cxn>
                <a:cxn ang="0">
                  <a:pos x="1804" y="2464"/>
                </a:cxn>
                <a:cxn ang="0">
                  <a:pos x="1804" y="2248"/>
                </a:cxn>
                <a:cxn ang="0">
                  <a:pos x="1798" y="2248"/>
                </a:cxn>
                <a:cxn ang="0">
                  <a:pos x="486" y="0"/>
                </a:cxn>
                <a:cxn ang="0">
                  <a:pos x="486" y="0"/>
                </a:cxn>
              </a:cxnLst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8" name="任意多边形 10275"/>
            <p:cNvSpPr/>
            <p:nvPr/>
          </p:nvSpPr>
          <p:spPr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5" y="2074"/>
                </a:cxn>
                <a:cxn ang="0">
                  <a:pos x="1235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29" name="任意多边形 10276"/>
            <p:cNvSpPr/>
            <p:nvPr/>
          </p:nvSpPr>
          <p:spPr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0" y="1936"/>
                </a:cxn>
                <a:cxn ang="0">
                  <a:pos x="1060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sp>
          <p:nvSpPr>
            <p:cNvPr id="8230" name="任意多边形 10277"/>
            <p:cNvSpPr/>
            <p:nvPr/>
          </p:nvSpPr>
          <p:spPr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3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3" y="1487"/>
                </a:cxn>
                <a:cxn ang="0">
                  <a:pos x="773" y="1433"/>
                </a:cxn>
                <a:cxn ang="0">
                  <a:pos x="773" y="1433"/>
                </a:cxn>
              </a:cxnLst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en-US" sz="100"/>
            </a:p>
          </p:txBody>
        </p:sp>
        <p:grpSp>
          <p:nvGrpSpPr>
            <p:cNvPr id="8231" name="组合 10278"/>
            <p:cNvGrpSpPr/>
            <p:nvPr userDrawn="1"/>
          </p:nvGrpSpPr>
          <p:grpSpPr>
            <a:xfrm>
              <a:off x="0" y="1632"/>
              <a:ext cx="5758" cy="1858"/>
              <a:chOff x="0" y="0"/>
              <a:chExt cx="5758" cy="1858"/>
            </a:xfrm>
          </p:grpSpPr>
          <p:sp>
            <p:nvSpPr>
              <p:cNvPr id="8232" name="任意多边形 10279"/>
              <p:cNvSpPr/>
              <p:nvPr/>
            </p:nvSpPr>
            <p:spPr>
              <a:xfrm>
                <a:off x="0" y="0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46" y="1313"/>
                  </a:cxn>
                  <a:cxn ang="0">
                    <a:pos x="3658" y="1235"/>
                  </a:cxn>
                  <a:cxn ang="0">
                    <a:pos x="3670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  <p:sp>
            <p:nvSpPr>
              <p:cNvPr id="8233" name="任意多边形 10280"/>
              <p:cNvSpPr/>
              <p:nvPr/>
            </p:nvSpPr>
            <p:spPr>
              <a:xfrm>
                <a:off x="3646" y="1163"/>
                <a:ext cx="2112" cy="695"/>
              </a:xfrm>
              <a:custGeom>
                <a:avLst/>
                <a:gdLst/>
                <a:ahLst/>
                <a:cxnLst>
                  <a:cxn ang="0">
                    <a:pos x="2112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12" y="695"/>
                  </a:cxn>
                  <a:cxn ang="0">
                    <a:pos x="2112" y="665"/>
                  </a:cxn>
                  <a:cxn ang="0">
                    <a:pos x="2112" y="665"/>
                  </a:cxn>
                </a:cxnLst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1717A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en-US" sz="100"/>
              </a:p>
            </p:txBody>
          </p:sp>
        </p:grpSp>
      </p:grpSp>
      <p:sp>
        <p:nvSpPr>
          <p:cNvPr id="8234" name="标题 10281"/>
          <p:cNvSpPr>
            <a:spLocks noGrp="1"/>
          </p:cNvSpPr>
          <p:nvPr>
            <p:ph type="title"/>
          </p:nvPr>
        </p:nvSpPr>
        <p:spPr>
          <a:xfrm>
            <a:off x="457200" y="208396"/>
            <a:ext cx="8229600" cy="857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235" name="文本占位符 10282"/>
          <p:cNvSpPr>
            <a:spLocks noGrp="1"/>
          </p:cNvSpPr>
          <p:nvPr>
            <p:ph type="body"/>
          </p:nvPr>
        </p:nvSpPr>
        <p:spPr>
          <a:xfrm>
            <a:off x="457200" y="1200360"/>
            <a:ext cx="8229600" cy="33986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4" name="日期占位符 10283"/>
          <p:cNvSpPr>
            <a:spLocks noGrp="1"/>
          </p:cNvSpPr>
          <p:nvPr>
            <p:ph type="dt" sz="half" idx="2"/>
          </p:nvPr>
        </p:nvSpPr>
        <p:spPr>
          <a:xfrm>
            <a:off x="457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900" noProof="1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0285" name="页脚占位符 10284"/>
          <p:cNvSpPr>
            <a:spLocks noGrp="1"/>
          </p:cNvSpPr>
          <p:nvPr>
            <p:ph type="ftr" sz="quarter" idx="3"/>
          </p:nvPr>
        </p:nvSpPr>
        <p:spPr>
          <a:xfrm>
            <a:off x="3124200" y="4687120"/>
            <a:ext cx="2895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900" noProof="1" dirty="0">
                <a:effectLst/>
              </a:defRPr>
            </a:lvl1pPr>
          </a:lstStyle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6" name="灯片编号占位符 10285"/>
          <p:cNvSpPr>
            <a:spLocks noGrp="1"/>
          </p:cNvSpPr>
          <p:nvPr>
            <p:ph type="sldNum" sz="quarter" idx="4"/>
          </p:nvPr>
        </p:nvSpPr>
        <p:spPr>
          <a:xfrm>
            <a:off x="6553200" y="4683547"/>
            <a:ext cx="2133600" cy="34296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2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4630" algn="l" rtl="0" fontAlgn="base">
        <a:spcBef>
          <a:spcPct val="15000"/>
        </a:spcBef>
        <a:spcAft>
          <a:spcPct val="0"/>
        </a:spcAft>
        <a:buFont typeface="Wingdings" panose="05000000000000000000" pitchFamily="2" charset="2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rtl="0" fontAlgn="base">
        <a:spcBef>
          <a:spcPct val="15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3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rtl="0" fontAlgn="base">
        <a:spcBef>
          <a:spcPct val="15000"/>
        </a:spcBef>
        <a:spcAft>
          <a:spcPct val="0"/>
        </a:spcAft>
        <a:buFont typeface="Wingdings" panose="05000000000000000000" pitchFamily="2" charset="2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rtl="0" fontAlgn="base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lvl="5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6pPr>
      <a:lvl7pPr marL="2229485" lvl="6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7pPr>
      <a:lvl8pPr marL="2572385" lvl="7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8pPr>
      <a:lvl9pPr marL="2915285" lvl="8" indent="-171450" algn="l" defTabSz="685800" eaLnBrk="1" fontAlgn="base" latinLnBrk="0" hangingPunct="1">
        <a:spcBef>
          <a:spcPct val="15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15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3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4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5361"/>
          <p:cNvSpPr>
            <a:spLocks noGrp="1"/>
          </p:cNvSpPr>
          <p:nvPr>
            <p:ph type="ctrTitle"/>
          </p:nvPr>
        </p:nvSpPr>
        <p:spPr>
          <a:xfrm>
            <a:off x="2011708" y="1555228"/>
            <a:ext cx="5144400" cy="1791013"/>
          </a:xfrm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Garamond" panose="02020404030301010803" pitchFamily="18" charset="0"/>
                <a:ea typeface="+mj-ea"/>
                <a:cs typeface="+mj-cs"/>
              </a:rPr>
              <a:t>第3章 选择与循环</a:t>
            </a:r>
            <a:br>
              <a:rPr lang="zh-CN" altLang="en-US" kern="1200" dirty="0">
                <a:latin typeface="Garamond" panose="02020404030301010803" pitchFamily="18" charset="0"/>
                <a:ea typeface="+mj-ea"/>
                <a:cs typeface="+mj-cs"/>
              </a:rPr>
            </a:br>
            <a:br>
              <a:rPr lang="zh-CN" altLang="en-US" kern="1200" dirty="0">
                <a:latin typeface="Garamond" panose="02020404030301010803" pitchFamily="18" charset="0"/>
                <a:ea typeface="+mj-ea"/>
                <a:cs typeface="+mj-cs"/>
              </a:rPr>
            </a:br>
            <a:endParaRPr lang="zh-CN" altLang="en-US" sz="2100" kern="1200" dirty="0">
              <a:latin typeface="Garamond" panose="02020404030301010803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标题 16385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3.1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条件表达式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7410" name="文本占位符 16386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v"/>
            </a:pPr>
            <a:r>
              <a:rPr lang="zh-CN" altLang="en-US" sz="1500" dirty="0">
                <a:latin typeface="宋体" panose="02010600030101010101" pitchFamily="2" charset="-122"/>
                <a:sym typeface="+mn-ea"/>
              </a:rPr>
              <a:t>几乎所有的</a:t>
            </a:r>
            <a:r>
              <a:rPr lang="en-US" altLang="zh-CN" sz="1500" dirty="0">
                <a:latin typeface="宋体" panose="02010600030101010101" pitchFamily="2" charset="-122"/>
                <a:sym typeface="+mn-ea"/>
              </a:rPr>
              <a:t>Python</a:t>
            </a:r>
            <a:r>
              <a:rPr lang="zh-CN" altLang="en-US" sz="1500" dirty="0">
                <a:latin typeface="宋体" panose="02010600030101010101" pitchFamily="2" charset="-122"/>
                <a:sym typeface="+mn-ea"/>
              </a:rPr>
              <a:t>合法表达式都可以作为条件表达式</a:t>
            </a:r>
            <a:r>
              <a:rPr lang="en-US" altLang="zh-CN" sz="1500" dirty="0">
                <a:latin typeface="宋体" panose="02010600030101010101" pitchFamily="2" charset="-122"/>
                <a:sym typeface="+mn-ea"/>
              </a:rPr>
              <a:t>.</a:t>
            </a:r>
            <a:endParaRPr lang="zh-CN" altLang="en-US" sz="1500" dirty="0">
              <a:latin typeface="宋体" panose="02010600030101010101" pitchFamily="2" charset="-122"/>
              <a:sym typeface="+mn-ea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§"/>
            </a:pP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算术运算符：+、-、*、/、//、%、**</a:t>
            </a: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§"/>
            </a:pP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关系运算符：&gt;、&lt;、==、&lt;=、&gt;=、!=，可以</a:t>
            </a:r>
            <a:r>
              <a:rPr lang="zh-CN" altLang="en-US" sz="1500" kern="12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连续使用</a:t>
            </a: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，如</a:t>
            </a: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35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&gt;&gt;&gt; 1&lt;2&lt;3</a:t>
            </a:r>
            <a:endParaRPr lang="en-US" altLang="zh-CN" sz="1350" kern="1200" dirty="0">
              <a:latin typeface="Consolas" panose="020B0609020204030204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35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True</a:t>
            </a:r>
            <a:endParaRPr lang="en-US" altLang="zh-CN" sz="135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35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&gt;&gt;&gt; 1&lt;2&gt;3</a:t>
            </a:r>
            <a:endParaRPr lang="en-US" altLang="zh-CN" sz="1350" kern="1200" dirty="0">
              <a:latin typeface="Consolas" panose="020B0609020204030204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35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False</a:t>
            </a:r>
            <a:endParaRPr lang="en-US" altLang="zh-CN" sz="135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35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&gt;&gt;&gt; 1&lt;3&gt;2</a:t>
            </a:r>
            <a:endParaRPr lang="en-US" altLang="zh-CN" sz="1350" kern="1200" dirty="0">
              <a:latin typeface="Consolas" panose="020B0609020204030204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35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True</a:t>
            </a:r>
            <a:endParaRPr lang="en-US" altLang="zh-CN" sz="135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§"/>
            </a:pP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测试运算符：in、not in、is、is not</a:t>
            </a: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§"/>
            </a:pP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逻辑运算符：and、or、not，注意</a:t>
            </a:r>
            <a:r>
              <a:rPr lang="zh-CN" altLang="en-US" sz="1500" kern="12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短路求值</a:t>
            </a:r>
            <a:endParaRPr lang="zh-CN" altLang="en-US" sz="1500" kern="1200" dirty="0">
              <a:solidFill>
                <a:srgbClr val="FF0000"/>
              </a:solidFill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§"/>
            </a:pP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位运算符：</a:t>
            </a:r>
            <a:r>
              <a:rPr lang="en-US" altLang="zh-CN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~</a:t>
            </a: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、</a:t>
            </a:r>
            <a:r>
              <a:rPr lang="en-US" altLang="zh-CN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&amp;</a:t>
            </a: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、</a:t>
            </a:r>
            <a:r>
              <a:rPr lang="en-US" altLang="zh-CN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|</a:t>
            </a: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、 </a:t>
            </a:r>
            <a:r>
              <a:rPr lang="en-US" altLang="zh-CN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^</a:t>
            </a: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、 </a:t>
            </a:r>
            <a:r>
              <a:rPr lang="en-US" altLang="zh-CN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&lt;&lt;</a:t>
            </a:r>
            <a:r>
              <a:rPr lang="zh-CN" altLang="en-US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、</a:t>
            </a:r>
            <a:r>
              <a:rPr lang="en-US" altLang="zh-CN" sz="1500" kern="1200" dirty="0"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&gt;&gt;</a:t>
            </a:r>
            <a:endParaRPr lang="en-US" altLang="zh-CN" sz="1500" kern="1200" dirty="0"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17409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3.1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条件表达式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8434" name="文本占位符 17410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在选择和循环结构中，条件表达式的值</a:t>
            </a:r>
            <a:r>
              <a:rPr lang="zh-CN" altLang="en-US" sz="1800" kern="12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只要不是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False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0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（或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0.0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0j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等）、空值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None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、空列表、空元组、空集合、空字典、空字符串、空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range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对象或其他空迭代对象，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Python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解释器均认为与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True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等价。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8433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3.1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条件表达式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9458" name="文本占位符 18434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if 3:              #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使用整数作为条件表达式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	    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print(5)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</a:rPr>
              <a:t>5</a:t>
            </a:r>
            <a:endParaRPr lang="en-US" altLang="zh-CN" sz="16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a = [1, 2, 3]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if a:              #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使用列表作为条件表达式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	    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print(a)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</a:rPr>
              <a:t>[1, 2, 3]</a:t>
            </a:r>
            <a:endParaRPr lang="en-US" altLang="zh-CN" sz="16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a = []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if a: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	    print(a)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else: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    print('empty')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</a:rPr>
              <a:t>empty</a:t>
            </a:r>
            <a:endParaRPr lang="en-US" altLang="zh-CN" sz="16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9457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3.1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条件表达式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0482" name="文本占位符 19458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&gt;&gt;&gt; i = s = 0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&gt;&gt;&gt; while i &lt;= 10:              #</a:t>
            </a: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使用关系表达式作为条件表达式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</a:t>
            </a: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s += i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i += 1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&gt;&gt;&gt; print(s)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Consolas" panose="020B0609020204030204" charset="0"/>
              </a:rPr>
              <a:t>55</a:t>
            </a:r>
            <a:endParaRPr lang="en-US" altLang="zh-CN" sz="14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&gt;&gt;&gt; i = s = 0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&gt;&gt;&gt; while True:                 #</a:t>
            </a: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使用常量</a:t>
            </a: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True</a:t>
            </a: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作为条件表达式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</a:t>
            </a: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s += i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i += 1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if i &gt; 10: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		break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&gt;&gt;&gt; print(s)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Consolas" panose="020B0609020204030204" charset="0"/>
              </a:rPr>
              <a:t>55</a:t>
            </a:r>
            <a:endParaRPr lang="en-US" altLang="zh-CN" sz="14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&gt;&gt;&gt; s = 0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&gt;&gt;&gt; for i in range(0, 11, 1):   #</a:t>
            </a: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遍历迭代对象中的所有元素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s += i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&gt;&gt;&gt; print(s)</a:t>
            </a:r>
            <a:endParaRPr lang="en-US" altLang="zh-CN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4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Consolas" panose="020B0609020204030204" charset="0"/>
              </a:rPr>
              <a:t>55</a:t>
            </a:r>
            <a:endParaRPr lang="en-US" altLang="zh-CN" sz="14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Content Placeholder 2"/>
          <p:cNvSpPr>
            <a:spLocks noGrp="1"/>
          </p:cNvSpPr>
          <p:nvPr>
            <p:ph idx="1"/>
          </p:nvPr>
        </p:nvSpPr>
        <p:spPr>
          <a:xfrm>
            <a:off x="394970" y="1160145"/>
            <a:ext cx="7263765" cy="3395345"/>
          </a:xfrm>
        </p:spPr>
        <p:txBody>
          <a:bodyPr anchor="t"/>
          <a:p>
            <a:pPr eaLnBrk="1" latinLnBrk="0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1800" kern="1200">
                <a:latin typeface="+mn-lt"/>
                <a:ea typeface="+mn-ea"/>
                <a:cs typeface="+mn-cs"/>
              </a:rPr>
              <a:t>逻辑运算符</a:t>
            </a:r>
            <a:r>
              <a:rPr lang="en-US" altLang="zh-CN" sz="1800" kern="1200">
                <a:latin typeface="+mn-lt"/>
                <a:ea typeface="+mn-ea"/>
                <a:cs typeface="+mn-cs"/>
              </a:rPr>
              <a:t>and</a:t>
            </a:r>
            <a:r>
              <a:rPr lang="zh-CN" altLang="en-US" sz="1800" kern="1200">
                <a:latin typeface="+mn-lt"/>
                <a:ea typeface="+mn-ea"/>
                <a:cs typeface="+mn-cs"/>
              </a:rPr>
              <a:t>和</a:t>
            </a:r>
            <a:r>
              <a:rPr lang="en-US" altLang="zh-CN" sz="1800" kern="1200">
                <a:latin typeface="+mn-lt"/>
                <a:ea typeface="+mn-ea"/>
                <a:cs typeface="+mn-cs"/>
              </a:rPr>
              <a:t>or</a:t>
            </a:r>
            <a:r>
              <a:rPr lang="zh-CN" altLang="en-US" sz="1800" kern="1200">
                <a:latin typeface="+mn-lt"/>
                <a:ea typeface="+mn-ea"/>
                <a:cs typeface="+mn-cs"/>
              </a:rPr>
              <a:t>以及关系运算符具有惰性求值特点，</a:t>
            </a:r>
            <a:r>
              <a:rPr lang="zh-CN" altLang="en-US" sz="1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只计算必须计算的表达式</a:t>
            </a:r>
            <a:r>
              <a:rPr lang="zh-CN" altLang="en-US" sz="1800" kern="1200">
                <a:latin typeface="+mn-lt"/>
                <a:ea typeface="+mn-ea"/>
                <a:cs typeface="+mn-cs"/>
              </a:rPr>
              <a:t>。</a:t>
            </a:r>
            <a:endParaRPr lang="zh-CN" altLang="en-US" sz="1800" kern="1200">
              <a:latin typeface="+mn-lt"/>
              <a:ea typeface="+mn-ea"/>
              <a:cs typeface="+mn-cs"/>
            </a:endParaRPr>
          </a:p>
        </p:txBody>
      </p:sp>
      <p:sp>
        <p:nvSpPr>
          <p:cNvPr id="21566" name="标题 16385"/>
          <p:cNvSpPr>
            <a:spLocks noGrp="1" noRot="1"/>
          </p:cNvSpPr>
          <p:nvPr>
            <p:ph type="title"/>
          </p:nvPr>
        </p:nvSpPr>
        <p:spPr>
          <a:xfrm>
            <a:off x="-6985" y="8255"/>
            <a:ext cx="9133205" cy="912495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3.1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条件表达式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grpSp>
        <p:nvGrpSpPr>
          <p:cNvPr id="3" name="画布 207"/>
          <p:cNvGrpSpPr/>
          <p:nvPr/>
        </p:nvGrpSpPr>
        <p:grpSpPr>
          <a:xfrm>
            <a:off x="551815" y="2108200"/>
            <a:ext cx="7209790" cy="2185035"/>
            <a:chOff x="0" y="0"/>
            <a:chExt cx="7430" cy="3007"/>
          </a:xfrm>
        </p:grpSpPr>
        <p:sp>
          <p:nvSpPr>
            <p:cNvPr id="4" name="Rectangle 1073743895"/>
            <p:cNvSpPr/>
            <p:nvPr/>
          </p:nvSpPr>
          <p:spPr>
            <a:xfrm>
              <a:off x="0" y="0"/>
              <a:ext cx="7430" cy="300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直接连接符 208"/>
            <p:cNvSpPr/>
            <p:nvPr/>
          </p:nvSpPr>
          <p:spPr>
            <a:xfrm>
              <a:off x="103" y="1625"/>
              <a:ext cx="420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" name="直接连接符 209"/>
            <p:cNvSpPr/>
            <p:nvPr/>
          </p:nvSpPr>
          <p:spPr>
            <a:xfrm>
              <a:off x="193" y="1730"/>
              <a:ext cx="225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" name="直接连接符 210"/>
            <p:cNvSpPr/>
            <p:nvPr/>
          </p:nvSpPr>
          <p:spPr>
            <a:xfrm>
              <a:off x="302" y="1745"/>
              <a:ext cx="0" cy="8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" name="直接连接符 211"/>
            <p:cNvSpPr/>
            <p:nvPr/>
          </p:nvSpPr>
          <p:spPr>
            <a:xfrm flipV="1">
              <a:off x="302" y="665"/>
              <a:ext cx="0" cy="93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" name="直接连接符 212"/>
            <p:cNvSpPr/>
            <p:nvPr/>
          </p:nvSpPr>
          <p:spPr>
            <a:xfrm>
              <a:off x="332" y="690"/>
              <a:ext cx="390" cy="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" name="椭圆 213"/>
            <p:cNvSpPr/>
            <p:nvPr/>
          </p:nvSpPr>
          <p:spPr>
            <a:xfrm>
              <a:off x="722" y="380"/>
              <a:ext cx="555" cy="630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直接连接符 214"/>
            <p:cNvSpPr/>
            <p:nvPr/>
          </p:nvSpPr>
          <p:spPr>
            <a:xfrm>
              <a:off x="788" y="47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" name="直接连接符 215"/>
            <p:cNvSpPr/>
            <p:nvPr/>
          </p:nvSpPr>
          <p:spPr>
            <a:xfrm flipH="1">
              <a:off x="788" y="47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" name="直接连接符 216"/>
            <p:cNvSpPr/>
            <p:nvPr/>
          </p:nvSpPr>
          <p:spPr>
            <a:xfrm>
              <a:off x="1277" y="695"/>
              <a:ext cx="690" cy="22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" name="直接连接符 217"/>
            <p:cNvSpPr/>
            <p:nvPr/>
          </p:nvSpPr>
          <p:spPr>
            <a:xfrm>
              <a:off x="1952" y="695"/>
              <a:ext cx="0" cy="3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" name="直接连接符 218"/>
            <p:cNvSpPr/>
            <p:nvPr/>
          </p:nvSpPr>
          <p:spPr>
            <a:xfrm>
              <a:off x="1592" y="1040"/>
              <a:ext cx="690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直接连接符 219"/>
            <p:cNvSpPr/>
            <p:nvPr/>
          </p:nvSpPr>
          <p:spPr>
            <a:xfrm>
              <a:off x="1562" y="1025"/>
              <a:ext cx="0" cy="37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" name="直接连接符 220"/>
            <p:cNvSpPr/>
            <p:nvPr/>
          </p:nvSpPr>
          <p:spPr>
            <a:xfrm>
              <a:off x="2267" y="1040"/>
              <a:ext cx="0" cy="40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" name="直接连接符 221"/>
            <p:cNvSpPr/>
            <p:nvPr/>
          </p:nvSpPr>
          <p:spPr>
            <a:xfrm>
              <a:off x="1562" y="1385"/>
              <a:ext cx="225" cy="49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" name="直接连接符 222"/>
            <p:cNvSpPr/>
            <p:nvPr/>
          </p:nvSpPr>
          <p:spPr>
            <a:xfrm>
              <a:off x="2267" y="1415"/>
              <a:ext cx="210" cy="40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" name="直接连接符 223"/>
            <p:cNvSpPr/>
            <p:nvPr/>
          </p:nvSpPr>
          <p:spPr>
            <a:xfrm flipH="1">
              <a:off x="1562" y="1820"/>
              <a:ext cx="15" cy="72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" name="直接连接符 224"/>
            <p:cNvSpPr/>
            <p:nvPr/>
          </p:nvSpPr>
          <p:spPr>
            <a:xfrm>
              <a:off x="2267" y="1761"/>
              <a:ext cx="0" cy="76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" name="直接连接符 225"/>
            <p:cNvSpPr/>
            <p:nvPr/>
          </p:nvSpPr>
          <p:spPr>
            <a:xfrm>
              <a:off x="302" y="2526"/>
              <a:ext cx="1965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" name="文本框 226"/>
            <p:cNvSpPr/>
            <p:nvPr/>
          </p:nvSpPr>
          <p:spPr>
            <a:xfrm>
              <a:off x="1172" y="330"/>
              <a:ext cx="450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567" tIns="0" rIns="91567" bIns="0"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文本框 227"/>
            <p:cNvSpPr/>
            <p:nvPr/>
          </p:nvSpPr>
          <p:spPr>
            <a:xfrm>
              <a:off x="2263" y="1198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K2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文本框 228"/>
            <p:cNvSpPr/>
            <p:nvPr/>
          </p:nvSpPr>
          <p:spPr>
            <a:xfrm>
              <a:off x="1513" y="1213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K1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直接连接符 208"/>
            <p:cNvSpPr/>
            <p:nvPr/>
          </p:nvSpPr>
          <p:spPr>
            <a:xfrm>
              <a:off x="2820" y="1565"/>
              <a:ext cx="420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" name="直接连接符 209"/>
            <p:cNvSpPr/>
            <p:nvPr/>
          </p:nvSpPr>
          <p:spPr>
            <a:xfrm>
              <a:off x="2910" y="1670"/>
              <a:ext cx="225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" name="直接连接符 210"/>
            <p:cNvSpPr/>
            <p:nvPr/>
          </p:nvSpPr>
          <p:spPr>
            <a:xfrm>
              <a:off x="3019" y="1685"/>
              <a:ext cx="0" cy="8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" name="直接连接符 211"/>
            <p:cNvSpPr/>
            <p:nvPr/>
          </p:nvSpPr>
          <p:spPr>
            <a:xfrm flipV="1">
              <a:off x="3019" y="605"/>
              <a:ext cx="0" cy="93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" name="直接连接符 212"/>
            <p:cNvSpPr/>
            <p:nvPr/>
          </p:nvSpPr>
          <p:spPr>
            <a:xfrm>
              <a:off x="3002" y="630"/>
              <a:ext cx="437" cy="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" name="椭圆 213"/>
            <p:cNvSpPr/>
            <p:nvPr/>
          </p:nvSpPr>
          <p:spPr>
            <a:xfrm>
              <a:off x="3439" y="320"/>
              <a:ext cx="555" cy="630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直接连接符 214"/>
            <p:cNvSpPr/>
            <p:nvPr/>
          </p:nvSpPr>
          <p:spPr>
            <a:xfrm>
              <a:off x="3505" y="41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" name="直接连接符 215"/>
            <p:cNvSpPr/>
            <p:nvPr/>
          </p:nvSpPr>
          <p:spPr>
            <a:xfrm flipH="1">
              <a:off x="3505" y="412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" name="直接连接符 216"/>
            <p:cNvSpPr/>
            <p:nvPr/>
          </p:nvSpPr>
          <p:spPr>
            <a:xfrm>
              <a:off x="3979" y="635"/>
              <a:ext cx="1245" cy="13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" name="直接连接符 225"/>
            <p:cNvSpPr/>
            <p:nvPr/>
          </p:nvSpPr>
          <p:spPr>
            <a:xfrm>
              <a:off x="3019" y="2490"/>
              <a:ext cx="585" cy="3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" name="文本框 227"/>
            <p:cNvSpPr/>
            <p:nvPr/>
          </p:nvSpPr>
          <p:spPr>
            <a:xfrm>
              <a:off x="3525" y="1873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K1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文本框 228"/>
            <p:cNvSpPr/>
            <p:nvPr/>
          </p:nvSpPr>
          <p:spPr>
            <a:xfrm>
              <a:off x="4260" y="1918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K2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直接连接符 269"/>
            <p:cNvSpPr/>
            <p:nvPr/>
          </p:nvSpPr>
          <p:spPr>
            <a:xfrm flipV="1">
              <a:off x="3604" y="2283"/>
              <a:ext cx="330" cy="2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" name="直接连接符 270"/>
            <p:cNvSpPr/>
            <p:nvPr/>
          </p:nvSpPr>
          <p:spPr>
            <a:xfrm>
              <a:off x="3844" y="2493"/>
              <a:ext cx="600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" name="直接连接符 271"/>
            <p:cNvSpPr/>
            <p:nvPr/>
          </p:nvSpPr>
          <p:spPr>
            <a:xfrm flipV="1">
              <a:off x="4429" y="2283"/>
              <a:ext cx="285" cy="21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" name="直接连接符 272"/>
            <p:cNvSpPr/>
            <p:nvPr/>
          </p:nvSpPr>
          <p:spPr>
            <a:xfrm>
              <a:off x="4639" y="2493"/>
              <a:ext cx="585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" name="直接连接符 273"/>
            <p:cNvSpPr/>
            <p:nvPr/>
          </p:nvSpPr>
          <p:spPr>
            <a:xfrm flipV="1">
              <a:off x="5209" y="633"/>
              <a:ext cx="0" cy="18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" name="直接连接符 208"/>
            <p:cNvSpPr/>
            <p:nvPr/>
          </p:nvSpPr>
          <p:spPr>
            <a:xfrm>
              <a:off x="5370" y="1490"/>
              <a:ext cx="420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" name="直接连接符 209"/>
            <p:cNvSpPr/>
            <p:nvPr/>
          </p:nvSpPr>
          <p:spPr>
            <a:xfrm>
              <a:off x="5460" y="1685"/>
              <a:ext cx="225" cy="0"/>
            </a:xfrm>
            <a:prstGeom prst="line">
              <a:avLst/>
            </a:prstGeom>
            <a:ln w="28575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" name="直接连接符 210"/>
            <p:cNvSpPr/>
            <p:nvPr/>
          </p:nvSpPr>
          <p:spPr>
            <a:xfrm>
              <a:off x="5569" y="1700"/>
              <a:ext cx="0" cy="82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" name="直接连接符 211"/>
            <p:cNvSpPr/>
            <p:nvPr/>
          </p:nvSpPr>
          <p:spPr>
            <a:xfrm flipV="1">
              <a:off x="5569" y="620"/>
              <a:ext cx="0" cy="93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" name="直接连接符 212"/>
            <p:cNvSpPr/>
            <p:nvPr/>
          </p:nvSpPr>
          <p:spPr>
            <a:xfrm>
              <a:off x="5569" y="660"/>
              <a:ext cx="810" cy="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" name="椭圆 213"/>
            <p:cNvSpPr/>
            <p:nvPr/>
          </p:nvSpPr>
          <p:spPr>
            <a:xfrm>
              <a:off x="6379" y="335"/>
              <a:ext cx="555" cy="630"/>
            </a:xfrm>
            <a:prstGeom prst="ellipse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直接连接符 214"/>
            <p:cNvSpPr/>
            <p:nvPr/>
          </p:nvSpPr>
          <p:spPr>
            <a:xfrm>
              <a:off x="6445" y="427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" name="直接连接符 215"/>
            <p:cNvSpPr/>
            <p:nvPr/>
          </p:nvSpPr>
          <p:spPr>
            <a:xfrm flipH="1">
              <a:off x="6445" y="427"/>
              <a:ext cx="393" cy="446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" name="直接连接符 216"/>
            <p:cNvSpPr/>
            <p:nvPr/>
          </p:nvSpPr>
          <p:spPr>
            <a:xfrm>
              <a:off x="6932" y="630"/>
              <a:ext cx="482" cy="3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" name="文本框 227"/>
            <p:cNvSpPr/>
            <p:nvPr/>
          </p:nvSpPr>
          <p:spPr>
            <a:xfrm>
              <a:off x="6150" y="1093"/>
              <a:ext cx="555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直接连接符 290"/>
            <p:cNvSpPr/>
            <p:nvPr/>
          </p:nvSpPr>
          <p:spPr>
            <a:xfrm>
              <a:off x="5567" y="2505"/>
              <a:ext cx="1845" cy="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" name="直接连接符 291"/>
            <p:cNvSpPr/>
            <p:nvPr/>
          </p:nvSpPr>
          <p:spPr>
            <a:xfrm flipV="1">
              <a:off x="7399" y="648"/>
              <a:ext cx="0" cy="18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" name="直接连接符 292"/>
            <p:cNvSpPr/>
            <p:nvPr/>
          </p:nvSpPr>
          <p:spPr>
            <a:xfrm>
              <a:off x="6122" y="660"/>
              <a:ext cx="0" cy="570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" name="直接连接符 293"/>
            <p:cNvSpPr/>
            <p:nvPr/>
          </p:nvSpPr>
          <p:spPr>
            <a:xfrm>
              <a:off x="6122" y="1560"/>
              <a:ext cx="0" cy="94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" name="直接连接符 294"/>
            <p:cNvSpPr/>
            <p:nvPr/>
          </p:nvSpPr>
          <p:spPr>
            <a:xfrm>
              <a:off x="6122" y="1185"/>
              <a:ext cx="240" cy="375"/>
            </a:xfrm>
            <a:prstGeom prst="line">
              <a:avLst/>
            </a:prstGeom>
            <a:ln w="6350" cap="flat" cmpd="sng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" name="文本框 295"/>
            <p:cNvSpPr/>
            <p:nvPr/>
          </p:nvSpPr>
          <p:spPr>
            <a:xfrm>
              <a:off x="3883" y="328"/>
              <a:ext cx="450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567" tIns="0" rIns="91567" bIns="0"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文本框 296"/>
            <p:cNvSpPr/>
            <p:nvPr/>
          </p:nvSpPr>
          <p:spPr>
            <a:xfrm>
              <a:off x="6808" y="238"/>
              <a:ext cx="450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567" tIns="0" rIns="91567" bIns="0"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文本框 297"/>
            <p:cNvSpPr/>
            <p:nvPr/>
          </p:nvSpPr>
          <p:spPr>
            <a:xfrm>
              <a:off x="272" y="2636"/>
              <a:ext cx="2085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（1）or，并联电路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文本框 299"/>
            <p:cNvSpPr/>
            <p:nvPr/>
          </p:nvSpPr>
          <p:spPr>
            <a:xfrm>
              <a:off x="3058" y="2636"/>
              <a:ext cx="2085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（2）and，串联电路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文本框 300"/>
            <p:cNvSpPr/>
            <p:nvPr/>
          </p:nvSpPr>
          <p:spPr>
            <a:xfrm>
              <a:off x="5473" y="2636"/>
              <a:ext cx="1816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/>
            <a:p>
              <a:r>
                <a:rPr lang="en-US" altLang="en-US" sz="1600">
                  <a:latin typeface="Arial" panose="020B0604020202020204" pitchFamily="34" charset="0"/>
                  <a:ea typeface="宋体" panose="02010600030101010101" pitchFamily="2" charset="-122"/>
                </a:rPr>
                <a:t>（3）not，短路</a:t>
              </a:r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3" name="矩形 1"/>
          <p:cNvSpPr/>
          <p:nvPr/>
        </p:nvSpPr>
        <p:spPr>
          <a:xfrm>
            <a:off x="5921058" y="3503930"/>
            <a:ext cx="76200" cy="263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20481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3.1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条件表达式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2530" name="文本占位符 20482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以“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and”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为例，对于表达式“表达式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1 and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表达式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2”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而言，如果“表达式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1”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的值为“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False”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或其他等价值时，不论“表达式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2”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的值是什么，整个表达式的值都是“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False”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，此时“表达式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2”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的值无论是什么都</a:t>
            </a:r>
            <a:r>
              <a:rPr lang="zh-CN" altLang="en-US" sz="1800" kern="12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不影响整个表达式的值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，因此将不会被计算，从而减少不必要的计算和判断。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zh-CN" altLang="en-US" sz="1800">
                <a:ln>
                  <a:noFill/>
                </a:ln>
                <a:uLnTx/>
                <a:uFillTx/>
                <a:latin typeface="宋体" panose="02010600030101010101" pitchFamily="2" charset="-122"/>
                <a:sym typeface="+mn-ea"/>
              </a:rPr>
              <a:t>在设计条件表达式时，如果能够大概</a:t>
            </a:r>
            <a:r>
              <a:rPr lang="zh-CN" altLang="en-US" sz="1800">
                <a:ln>
                  <a:noFill/>
                </a:ln>
                <a:solidFill>
                  <a:srgbClr val="FF0000"/>
                </a:solidFill>
                <a:uLnTx/>
                <a:uFillTx/>
                <a:latin typeface="宋体" panose="02010600030101010101" pitchFamily="2" charset="-122"/>
                <a:sym typeface="+mn-ea"/>
              </a:rPr>
              <a:t>预测不同条件失败的概率</a:t>
            </a:r>
            <a:r>
              <a:rPr lang="zh-CN" altLang="en-US" sz="1800">
                <a:ln>
                  <a:noFill/>
                </a:ln>
                <a:uLnTx/>
                <a:uFillTx/>
                <a:latin typeface="宋体" panose="02010600030101010101" pitchFamily="2" charset="-122"/>
                <a:sym typeface="+mn-ea"/>
              </a:rPr>
              <a:t>，并将多个条件根据“and”和“or”运算的短路求值特性来组织</a:t>
            </a:r>
            <a:r>
              <a:rPr lang="zh-CN" altLang="en-US" sz="1800">
                <a:ln>
                  <a:noFill/>
                </a:ln>
                <a:solidFill>
                  <a:srgbClr val="FF0000"/>
                </a:solidFill>
                <a:uLnTx/>
                <a:uFillTx/>
                <a:latin typeface="宋体" panose="02010600030101010101" pitchFamily="2" charset="-122"/>
                <a:sym typeface="+mn-ea"/>
              </a:rPr>
              <a:t>先后顺序</a:t>
            </a:r>
            <a:r>
              <a:rPr lang="zh-CN" altLang="en-US" sz="1800">
                <a:ln>
                  <a:noFill/>
                </a:ln>
                <a:uLnTx/>
                <a:uFillTx/>
                <a:latin typeface="宋体" panose="02010600030101010101" pitchFamily="2" charset="-122"/>
                <a:sym typeface="+mn-ea"/>
              </a:rPr>
              <a:t>，可以大幅度提高程序运行效率。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标题 22529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3.1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条件表达式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2531" name="文本占位符 2253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charset="0"/>
              <a:buChar char="n"/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在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Python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中，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条件表达式中不允许使用赋值运算符“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=”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&gt;&gt;&gt; if a=3: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SyntaxError: invalid syntax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&gt;&gt;&gt; if (a=3) and (b=4):	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SyntaxError: invalid syntax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23553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3.2.1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  单分支选择结构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5602" name="文本占位符 23554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if </a:t>
            </a: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表达式</a:t>
            </a: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:</a:t>
            </a:r>
            <a:endParaRPr lang="en-US" altLang="zh-CN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语句块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x = input('Input two number:')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a, b = map(int, x.split())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if a &gt; b: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   a, b = b, a      #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序列解包，交换两个变量的值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ts val="1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print(a, b)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</p:txBody>
      </p:sp>
      <p:graphicFrame>
        <p:nvGraphicFramePr>
          <p:cNvPr id="25603" name="Object -2147482619"/>
          <p:cNvGraphicFramePr/>
          <p:nvPr/>
        </p:nvGraphicFramePr>
        <p:xfrm>
          <a:off x="5614670" y="1096010"/>
          <a:ext cx="3118485" cy="379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381250" imgH="3064510" progId="Visio.Drawing.11">
                  <p:embed/>
                </p:oleObj>
              </mc:Choice>
              <mc:Fallback>
                <p:oleObj name="" r:id="rId1" imgW="2381250" imgH="3064510" progId="Visio.Drawing.11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14670" y="1096010"/>
                        <a:ext cx="3118485" cy="37960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24577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3.2.2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双分支结构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6626" name="文本占位符 24578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if </a:t>
            </a: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表达式</a:t>
            </a: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:</a:t>
            </a:r>
            <a:endParaRPr lang="en-US" altLang="zh-CN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语句块</a:t>
            </a: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1</a:t>
            </a:r>
            <a:endParaRPr lang="en-US" altLang="zh-CN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else:</a:t>
            </a:r>
            <a:endParaRPr lang="en-US" altLang="zh-CN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语句块</a:t>
            </a:r>
            <a:r>
              <a:rPr lang="en-US" altLang="zh-CN" sz="1600" kern="1200" dirty="0">
                <a:latin typeface="宋体" panose="02010600030101010101" pitchFamily="2" charset="-122"/>
                <a:ea typeface="+mn-ea"/>
                <a:cs typeface="+mn-cs"/>
              </a:rPr>
              <a:t>2</a:t>
            </a:r>
            <a:endParaRPr lang="en-US" altLang="zh-CN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chTest = ['1', '2', '3', '4', '5']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if chTest: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	  print(chTest)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else: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	  print('Empty')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</a:rPr>
              <a:t>['1', '2', '3', '4', '5']</a:t>
            </a:r>
            <a:endParaRPr lang="en-US" altLang="zh-CN" sz="16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</a:endParaRPr>
          </a:p>
        </p:txBody>
      </p:sp>
      <p:graphicFrame>
        <p:nvGraphicFramePr>
          <p:cNvPr id="26627" name="Object -2147482618"/>
          <p:cNvGraphicFramePr>
            <a:graphicFrameLocks noChangeAspect="1"/>
          </p:cNvGraphicFramePr>
          <p:nvPr/>
        </p:nvGraphicFramePr>
        <p:xfrm>
          <a:off x="4756150" y="1075690"/>
          <a:ext cx="3618230" cy="3945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255645" imgH="3547110" progId="Visio.Drawing.11">
                  <p:embed/>
                </p:oleObj>
              </mc:Choice>
              <mc:Fallback>
                <p:oleObj name="" r:id="rId1" imgW="3255645" imgH="3547110" progId="Visio.Drawing.11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56150" y="1075690"/>
                        <a:ext cx="3618230" cy="39458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25601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3.2.2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双分支结构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5603" name="文本占位符 2560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905" marR="0" lvl="0" indent="-190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Python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还支持如下形式的表达式：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value1 if condition else value2</a:t>
            </a:r>
            <a:endParaRPr kumimoji="0" lang="en-US" altLang="zh-CN" sz="135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当条件表达式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condition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的值与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True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等价时，表达式的值为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value1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，否则表达式的值为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value2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。在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value1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和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value2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中还可以使用复杂表达式，包括函数调用和基本输出语句。这个结构的表达式也具有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惰性求值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的特点。</a:t>
            </a:r>
            <a:endParaRPr kumimoji="0" lang="zh-CN" altLang="en-US" sz="15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&gt;&gt;&gt; a = 5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&gt;&gt;&gt; print(6) if a&gt;3 else print(5)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6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&gt;&gt;&gt; print(6 if a&gt;3 else 5)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6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&gt;&gt;&gt; b = 6 if a&gt;13 else 9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&gt;&gt;&gt; b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9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标题 26625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3.2.2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双分支结构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8674" name="文本占位符 26626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#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此时还没有导入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math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模块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x = math.sqrt(9) if 5&gt;3 else random.randint(1, 100)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charset="0"/>
                <a:ea typeface="+mn-ea"/>
                <a:cs typeface="+mn-cs"/>
              </a:rPr>
              <a:t>NameError: name 'math' is not defined</a:t>
            </a:r>
            <a:endParaRPr lang="en-US" altLang="zh-CN" sz="1600" kern="1200" dirty="0">
              <a:solidFill>
                <a:srgbClr val="FF0000"/>
              </a:solidFill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import math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#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此时还没有导入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random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模块，但由于条件表达式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5&gt;3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的值为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True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，所以可以正常运行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x = math.sqrt(9) if 5&gt;3 else random.randint(1,100) 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#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此时还没有导入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random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模块，由于条件表达式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2&gt;3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的值为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False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，需要计算第二个表达式的值，因此出错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x = math.sqrt(9) if 2&gt;3 else random.randint(1, 100)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FF0000"/>
                </a:solidFill>
                <a:latin typeface="Consolas" panose="020B0609020204030204" charset="0"/>
                <a:ea typeface="+mn-ea"/>
                <a:cs typeface="+mn-cs"/>
              </a:rPr>
              <a:t>NameError: name 'random' is not defined</a:t>
            </a:r>
            <a:endParaRPr lang="en-US" altLang="zh-CN" sz="1600" kern="1200" dirty="0">
              <a:solidFill>
                <a:srgbClr val="FF0000"/>
              </a:solidFill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import random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x = math.sqrt(9) if 2&gt;3 else random.randint(1, 100)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27649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3.2.3 嵌套的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分支结构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9698" name="文本占位符 27650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if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表达式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1:</a:t>
            </a: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语句块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1</a:t>
            </a: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elif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表达式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2:</a:t>
            </a: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语句块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2</a:t>
            </a: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elif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表达式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3:</a:t>
            </a: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语句块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3</a:t>
            </a: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else:</a:t>
            </a: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  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语句块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4</a:t>
            </a: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其中，关键字</a:t>
            </a:r>
            <a:r>
              <a:rPr lang="en-US" altLang="zh-CN" sz="1800" kern="12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elif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是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else if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的缩写。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标题 28673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3.2.3 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嵌套的</a:t>
            </a:r>
            <a:r>
              <a:rPr lang="zh-CN" altLang="en-US" dirty="0">
                <a:sym typeface="+mn-ea"/>
              </a:rPr>
              <a:t>分支结构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8675" name="文本占位符 2867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charset="0"/>
              <a:buChar char="n"/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利用多分支选择结构将成绩从百分制变换到等级制。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def func(score):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    if score &gt; 100: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	return 'wrong score.must &lt;= 100.'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    elif score &gt;= 90: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	return 'A'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elif score &gt;= 80: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	return 'B'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elif score &gt;= 70: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	return 'C'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elif score &gt;= 60: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	return 'D'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elif score &gt;= 0: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	return 'E'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else: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	return 'wrong score.must &gt;0'	</a:t>
            </a: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29697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dirty="0">
                <a:latin typeface="宋体" panose="02010600030101010101" pitchFamily="2" charset="-122"/>
                <a:sym typeface="+mn-ea"/>
              </a:rPr>
              <a:t>3.2.3 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嵌套的</a:t>
            </a:r>
            <a:r>
              <a:rPr lang="zh-CN" altLang="en-US" dirty="0">
                <a:sym typeface="+mn-ea"/>
              </a:rPr>
              <a:t>分支结构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1746" name="文本占位符 29698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if 表达式1: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    语句块1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    if 表达式2: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        语句块2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    else: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        语句块3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else: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    if 表达式4: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        语句块4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注意：</a:t>
            </a:r>
            <a:r>
              <a:rPr lang="zh-CN" altLang="en-US" sz="1600" kern="12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缩进必须要正确并且一致</a:t>
            </a:r>
            <a:r>
              <a:rPr lang="zh-CN" altLang="en-US" sz="1600" kern="1200" dirty="0"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lang="zh-CN" altLang="en-US" sz="1600" kern="12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  <p:pic>
        <p:nvPicPr>
          <p:cNvPr id="31747" name="Picture -21474826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7312" y="1200360"/>
            <a:ext cx="1819593" cy="238166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30721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dirty="0">
                <a:latin typeface="宋体" panose="02010600030101010101" pitchFamily="2" charset="-122"/>
                <a:sym typeface="+mn-ea"/>
              </a:rPr>
              <a:t>3.2.3 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嵌套的</a:t>
            </a:r>
            <a:r>
              <a:rPr lang="zh-CN" altLang="en-US" dirty="0">
                <a:sym typeface="+mn-ea"/>
              </a:rPr>
              <a:t>分支结构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2770" name="文本占位符 30722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使用嵌套的选择结构实现百分制成绩到等级制的转换。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def func(score):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	    degree = 'DCBAAE'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	    if score &gt; 100 or score &lt; 0: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return 'wrong score.must between 0 and 100.'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else: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index = (score - 60)//10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if index &gt;= 0: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    return degree[index]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else: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		     return degree[-1]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Title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sz="3000" kern="1200">
                <a:latin typeface="+mj-lt"/>
                <a:ea typeface="+mj-ea"/>
                <a:cs typeface="+mj-cs"/>
              </a:rPr>
              <a:t>补充：</a:t>
            </a:r>
            <a:r>
              <a:rPr lang="en-US" altLang="en-US" sz="3000" kern="1200">
                <a:latin typeface="+mj-lt"/>
                <a:ea typeface="+mj-ea"/>
                <a:cs typeface="+mj-cs"/>
              </a:rPr>
              <a:t>  </a:t>
            </a:r>
            <a:r>
              <a:rPr lang="en-US" altLang="en-US" sz="3000" kern="1200">
                <a:latin typeface="+mj-lt"/>
                <a:ea typeface="+mj-ea"/>
                <a:cs typeface="+mj-cs"/>
                <a:sym typeface="宋体" panose="02010600030101010101" pitchFamily="2" charset="-122"/>
              </a:rPr>
              <a:t>构建跳转表实现多分支选择结构</a:t>
            </a:r>
            <a:endParaRPr lang="en-US" altLang="en-US" sz="3000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eaLnBrk="1" fontAlgn="base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§"/>
            </a:pPr>
            <a:r>
              <a:rPr lang="en-US" sz="1800" strike="noStrike" noProof="1"/>
              <a:t>使用列表、元组或字典可以很容易构建</a:t>
            </a:r>
            <a:r>
              <a:rPr lang="en-US" sz="1800" strike="noStrike" noProof="1">
                <a:solidFill>
                  <a:srgbClr val="FF0000"/>
                </a:solidFill>
              </a:rPr>
              <a:t>跳转表</a:t>
            </a:r>
            <a:r>
              <a:rPr lang="en-US" sz="1800" strike="noStrike" noProof="1"/>
              <a:t>，在某些场合下可以更快速地实现</a:t>
            </a:r>
            <a:r>
              <a:rPr lang="en-US" sz="1800" strike="noStrike" noProof="1">
                <a:solidFill>
                  <a:srgbClr val="FF0000"/>
                </a:solidFill>
              </a:rPr>
              <a:t>类似于多分支选择结构</a:t>
            </a:r>
            <a:r>
              <a:rPr lang="en-US" sz="1800" strike="noStrike" noProof="1"/>
              <a:t>的功</a:t>
            </a:r>
            <a:r>
              <a:rPr lang="zh-CN" altLang="en-US" sz="1800" strike="noStrike" noProof="1"/>
              <a:t>能。</a:t>
            </a:r>
            <a:endParaRPr lang="zh-CN" altLang="en-US" sz="1800" strike="noStrike" noProof="1"/>
          </a:p>
          <a:p>
            <a:pPr marL="0" indent="0" fontAlgn="base">
              <a:buFont typeface="Wingdings" panose="05000000000000000000" charset="0"/>
              <a:buNone/>
            </a:pPr>
            <a:r>
              <a:rPr lang="en-US" sz="1600" strike="noStrike" noProof="1">
                <a:latin typeface="Consolas" panose="020B0609020204030204" charset="0"/>
              </a:rPr>
              <a:t>funcDict = {'1':lambda:print('You input 1'),</a:t>
            </a:r>
            <a:endParaRPr 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en-US" sz="1600" strike="noStrike" noProof="1">
                <a:latin typeface="Consolas" panose="020B0609020204030204" charset="0"/>
              </a:rPr>
              <a:t>            '2':lambda:print('You input 2'),</a:t>
            </a:r>
            <a:endParaRPr 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en-US" sz="1600" strike="noStrike" noProof="1">
                <a:latin typeface="Consolas" panose="020B0609020204030204" charset="0"/>
              </a:rPr>
              <a:t>            '3':lambda:print('You input 3')}</a:t>
            </a:r>
            <a:endParaRPr 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en-US" sz="1600" strike="noStrike" noProof="1">
                <a:latin typeface="Consolas" panose="020B0609020204030204" charset="0"/>
              </a:rPr>
              <a:t>x = input('Input an integer to call different function:')</a:t>
            </a:r>
            <a:endParaRPr 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en-US" sz="1600" strike="noStrike" noProof="1">
                <a:latin typeface="Consolas" panose="020B0609020204030204" charset="0"/>
              </a:rPr>
              <a:t>func = funcDict.get(x, None)</a:t>
            </a:r>
            <a:endParaRPr 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en-US" sz="1600" strike="noStrike" noProof="1">
                <a:latin typeface="Consolas" panose="020B0609020204030204" charset="0"/>
              </a:rPr>
              <a:t>if func:</a:t>
            </a:r>
            <a:endParaRPr 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en-US" sz="1600" strike="noStrike" noProof="1">
                <a:latin typeface="Consolas" panose="020B0609020204030204" charset="0"/>
              </a:rPr>
              <a:t>    func()</a:t>
            </a:r>
            <a:endParaRPr 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en-US" sz="1600" strike="noStrike" noProof="1">
                <a:latin typeface="Consolas" panose="020B0609020204030204" charset="0"/>
              </a:rPr>
              <a:t>else:</a:t>
            </a:r>
            <a:endParaRPr 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en-US" sz="1600" strike="noStrike" noProof="1">
                <a:latin typeface="Consolas" panose="020B0609020204030204" charset="0"/>
              </a:rPr>
              <a:t>    print('Wrong integer.')</a:t>
            </a:r>
            <a:endParaRPr lang="en-US" sz="1600" strike="noStrike" noProof="1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标题 31745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3.2.</a:t>
            </a:r>
            <a:r>
              <a:rPr lang="en-US" altLang="zh-CN" kern="1200" dirty="0">
                <a:latin typeface="宋体" panose="02010600030101010101" pitchFamily="2" charset="-122"/>
                <a:ea typeface="+mj-ea"/>
                <a:cs typeface="+mj-cs"/>
              </a:rPr>
              <a:t>4</a:t>
            </a:r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选择结构应用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4818" name="文本占位符 31746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</a:t>
            </a: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面试资格确认。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age = 24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subject = "计算机"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college = "非重点"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if (age &gt; 25 and subject=="电子信息工程") or \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(college=="重点" and subject=="电子信息工程") or\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(age&lt;=28 and subject=="计算机"):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print("恭喜，你已获得我公司的面试机会!")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else: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print("抱歉，你未达到面试要求")</a:t>
            </a:r>
            <a:endParaRPr lang="zh-CN" altLang="en-US" sz="135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buSzPct val="70000"/>
              <a:buFont typeface="Wingdings" panose="05000000000000000000" pitchFamily="2" charset="2"/>
            </a:pP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标题 32769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5842" name="文本占位符 32770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lnSpc>
                <a:spcPct val="150000"/>
              </a:lnSpc>
              <a:spcBef>
                <a:spcPct val="0"/>
              </a:spcBef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</a:t>
            </a: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2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用户输入若干个分数，求所有分数的平均分。每输入一个分数后询问是否继续输入下一个分数，回答“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yes”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就继续输入下一个分数，回答“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no”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就停止输入分数。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标题 33793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6866" name="文本占位符 33794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numbers = []                              #使用列表存放临时数据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while True: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x = input('请输入一个成绩：')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try:                                  #异常处理结构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    numbers.append(float(x))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except: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    print('不是合法成绩')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while True: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    flag = input('继续输入吗？（yes/no）')</a:t>
            </a:r>
            <a:r>
              <a:rPr lang="en-US" altLang="zh-CN" sz="1400" kern="1200" dirty="0">
                <a:latin typeface="Consolas" panose="020B0609020204030204" charset="0"/>
                <a:ea typeface="+mn-ea"/>
                <a:cs typeface="+mn-cs"/>
              </a:rPr>
              <a:t>.lower()</a:t>
            </a:r>
            <a:endParaRPr lang="en-US" altLang="zh-CN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    if flag not in ('yes', 'no'):     #限定用户输入内容必须为yes或no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        print('只能输入yes或no')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    else: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        break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if flag=='no':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        break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+mn-cs"/>
              </a:rPr>
              <a:t>print(sum(numbers)/len(numbers))</a:t>
            </a:r>
            <a:endParaRPr lang="zh-CN" altLang="en-US" sz="1400" kern="1200" dirty="0"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34817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890" name="文本占位符 34818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charset="0"/>
              <a:buChar char="n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3-3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编写程序，判断今天是今年的第几天。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350" kern="1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import time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date = time.localtime()                         #获取当前日期时间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year, month, day = date[:3]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day_month = [31, 28, 31, 30, 31, 30, 31, 31, 30, 31, 30, 31]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if year%400==0 or (year%4==0 and year%100!=0):  #判断是否为闰年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    day_month[1] = 29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if month==1: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    print(day)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else: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    print(sum(day_month[:month-1])+day)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zh-CN" alt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charset="0"/>
              <a:buChar char="n"/>
            </a:pPr>
            <a:r>
              <a:rPr lang="zh-CN" altLang="en-US" sz="1800" strike="noStrike" noProof="1" dirty="0">
                <a:effectLst/>
                <a:latin typeface="宋体" panose="02010600030101010101" pitchFamily="2" charset="-122"/>
                <a:sym typeface="+mn-ea"/>
              </a:rPr>
              <a:t>其中闰年判断可以直接使用</a:t>
            </a:r>
            <a:r>
              <a:rPr lang="en-US" altLang="zh-CN" sz="1800" strike="noStrike" noProof="1" dirty="0">
                <a:effectLst/>
                <a:latin typeface="宋体" panose="02010600030101010101" pitchFamily="2" charset="-122"/>
                <a:sym typeface="+mn-ea"/>
              </a:rPr>
              <a:t>calendar</a:t>
            </a:r>
            <a:r>
              <a:rPr lang="zh-CN" altLang="en-US" sz="1800" strike="noStrike" noProof="1" dirty="0">
                <a:effectLst/>
                <a:latin typeface="宋体" panose="02010600030101010101" pitchFamily="2" charset="-122"/>
                <a:sym typeface="+mn-ea"/>
              </a:rPr>
              <a:t>模块的方法。</a:t>
            </a:r>
            <a:endParaRPr lang="zh-CN" altLang="en-US" sz="1800" strike="noStrike" kern="1200" noProof="1" dirty="0">
              <a:effectLst/>
              <a:latin typeface="宋体" panose="02010600030101010101" pitchFamily="2" charset="-122"/>
              <a:ea typeface="+mn-ea"/>
              <a:cs typeface="+mn-cs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350" strike="noStrike" noProof="1" dirty="0">
              <a:effectLst/>
              <a:latin typeface="Consolas" panose="020B0609020204030204" charset="0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strike="noStrike" noProof="1" dirty="0">
                <a:effectLst/>
                <a:latin typeface="Consolas" panose="020B0609020204030204" charset="0"/>
                <a:sym typeface="+mn-ea"/>
              </a:rPr>
              <a:t>&gt;&gt;&gt; import calendar</a:t>
            </a:r>
            <a:endParaRPr lang="en-US" altLang="zh-CN" sz="1600" strike="noStrike" noProof="1" dirty="0">
              <a:effectLst/>
              <a:latin typeface="Consolas" panose="020B0609020204030204" charset="0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&gt;&gt;&gt; calendar.isleap(2016)</a:t>
            </a:r>
            <a:endParaRPr lang="zh-CN" altLang="en-US" sz="1600" strike="noStrike" kern="1200" noProof="1" dirty="0">
              <a:effectLst/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solidFill>
                  <a:srgbClr val="00B0F0"/>
                </a:solidFill>
                <a:effectLst/>
                <a:latin typeface="Consolas" panose="020B0609020204030204" charset="0"/>
                <a:sym typeface="+mn-ea"/>
              </a:rPr>
              <a:t>True</a:t>
            </a:r>
            <a:endParaRPr lang="zh-CN" altLang="en-US" sz="1600" strike="noStrike" kern="1200" noProof="1" dirty="0">
              <a:solidFill>
                <a:srgbClr val="00B0F0"/>
              </a:solidFill>
              <a:effectLst/>
              <a:latin typeface="Consolas" panose="020B0609020204030204" charset="0"/>
              <a:ea typeface="+mn-ea"/>
              <a:cs typeface="+mn-cs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&gt;&gt;&gt; calendar.isleap(2015)</a:t>
            </a:r>
            <a:endParaRPr lang="zh-CN" altLang="en-US" sz="1600" strike="noStrike" kern="1200" noProof="1" dirty="0">
              <a:effectLst/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solidFill>
                  <a:srgbClr val="00B0F0"/>
                </a:solidFill>
                <a:effectLst/>
                <a:latin typeface="Consolas" panose="020B0609020204030204" charset="0"/>
                <a:sym typeface="+mn-ea"/>
              </a:rPr>
              <a:t>False</a:t>
            </a:r>
            <a:endParaRPr lang="zh-CN" altLang="en-US" sz="1350" strike="noStrike" kern="1200" noProof="1" dirty="0">
              <a:solidFill>
                <a:srgbClr val="00B0F0"/>
              </a:solidFill>
              <a:effectLst/>
              <a:latin typeface="Consolas" panose="020B0609020204030204" charset="0"/>
              <a:ea typeface="+mn-ea"/>
              <a:cs typeface="+mn-cs"/>
              <a:sym typeface="+mn-ea"/>
            </a:endParaRPr>
          </a:p>
          <a:p>
            <a:pPr marL="0" indent="0" fontAlgn="base">
              <a:buNone/>
            </a:pPr>
            <a:endParaRPr lang="zh-CN" altLang="en-US" sz="1500" strike="noStrike" noProof="1">
              <a:effectLst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标题 35841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9938" name="文本占位符 35842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charset="0"/>
              <a:buChar char="n"/>
            </a:pPr>
            <a:r>
              <a:rPr lang="zh-CN" altLang="en-US" sz="1800" kern="1200" dirty="0">
                <a:latin typeface="+mn-lt"/>
                <a:ea typeface="+mn-ea"/>
                <a:cs typeface="+mn-cs"/>
              </a:rPr>
              <a:t>或者使用下面的方法直接计算今天是今年的第几天</a:t>
            </a:r>
            <a:endParaRPr lang="zh-CN" altLang="en-US" sz="1800" kern="1200" dirty="0">
              <a:latin typeface="+mn-lt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import datetime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datetime.date.today().timetuple().tm_yday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</a:rPr>
              <a:t>309</a:t>
            </a:r>
            <a:endParaRPr lang="en-US" altLang="zh-CN" sz="16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&gt;&gt;&gt; datetime.date(2019,11,5).timetuple().tm_yday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</a:rPr>
              <a:t>309</a:t>
            </a:r>
            <a:endParaRPr lang="en-US" altLang="zh-CN" sz="15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75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zh-CN" alt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40962" name="内容占位符 2"/>
          <p:cNvSpPr>
            <a:spLocks noGrp="1"/>
          </p:cNvSpPr>
          <p:nvPr>
            <p:ph idx="1"/>
          </p:nvPr>
        </p:nvSpPr>
        <p:spPr/>
        <p:txBody>
          <a:bodyPr anchor="t"/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charset="0"/>
              <a:buChar char="n"/>
            </a:pPr>
            <a:r>
              <a:rPr lang="zh-CN" altLang="en-US" sz="1800" kern="1200" dirty="0">
                <a:latin typeface="+mn-lt"/>
                <a:ea typeface="+mn-ea"/>
                <a:cs typeface="+mn-cs"/>
                <a:sym typeface="Arial" panose="020B0604020202020204" pitchFamily="34" charset="0"/>
              </a:rPr>
              <a:t>也可以使用</a:t>
            </a:r>
            <a:r>
              <a:rPr lang="en-US" altLang="zh-CN" sz="1800" kern="1200" dirty="0">
                <a:latin typeface="+mn-lt"/>
                <a:ea typeface="+mn-ea"/>
                <a:cs typeface="+mn-cs"/>
                <a:sym typeface="Arial" panose="020B0604020202020204" pitchFamily="34" charset="0"/>
              </a:rPr>
              <a:t>datetime</a:t>
            </a:r>
            <a:r>
              <a:rPr lang="zh-CN" altLang="en-US" sz="1800" kern="1200" dirty="0">
                <a:latin typeface="+mn-lt"/>
                <a:ea typeface="+mn-ea"/>
                <a:cs typeface="+mn-cs"/>
                <a:sym typeface="Arial" panose="020B0604020202020204" pitchFamily="34" charset="0"/>
              </a:rPr>
              <a:t>模块提供的功能来计算</a:t>
            </a:r>
            <a:endParaRPr lang="zh-CN" altLang="en-US" sz="1800" kern="1200" dirty="0"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500" kern="1200" dirty="0"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&gt;&gt;&gt; today = datetime.date.today()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&gt;&gt;&gt; today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datetime.date(2019, 9, 8)</a:t>
            </a:r>
            <a:endParaRPr lang="en-US" altLang="zh-CN" sz="16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&gt;&gt;&gt; firstDay = datetime.date(today.year,1,1)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&gt;&gt;&gt; firstDay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datetime.date(2019, 1, 1)</a:t>
            </a:r>
            <a:endParaRPr lang="en-US" altLang="zh-CN" sz="16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&gt;&gt;&gt; daysDelta = today-firstDay + datetime.timedelta(days=1)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&gt;&gt;&gt; daysDelta.days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  <a:sym typeface="Arial" panose="020B0604020202020204" pitchFamily="34" charset="0"/>
              </a:rPr>
              <a:t>251</a:t>
            </a:r>
            <a:endParaRPr lang="en-US" altLang="zh-CN" sz="1600" kern="1200" dirty="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zh-CN" alt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>
              <a:buFont typeface="Wingdings" panose="05000000000000000000" charset="0"/>
              <a:buChar char="§"/>
            </a:pPr>
            <a:r>
              <a:rPr lang="en-US" altLang="zh-CN" sz="1800" strike="noStrike" noProof="1"/>
              <a:t>datetime</a:t>
            </a:r>
            <a:r>
              <a:rPr lang="zh-CN" altLang="en-US" sz="1800" strike="noStrike" noProof="1"/>
              <a:t>还提供了其他功能</a:t>
            </a:r>
            <a:endParaRPr lang="zh-CN" altLang="en-US" sz="1800" strike="noStrike" noProof="1"/>
          </a:p>
          <a:p>
            <a:pPr marL="0" indent="0" fontAlgn="base">
              <a:buNone/>
            </a:pPr>
            <a:endParaRPr lang="zh-CN" altLang="en-US" sz="1500" strike="noStrike" noProof="1"/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now = datetime.datetime.now()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now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datetime.datetime(2019, 9, 8, 22, 50, 32, 872739)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now.replace(second=30)                  #替换日期时间中的秒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sz="1600" strike="noStrike" noProof="1">
                <a:solidFill>
                  <a:srgbClr val="00B0F0"/>
                </a:solidFill>
                <a:latin typeface="Consolas" panose="020B0609020204030204" charset="0"/>
              </a:rPr>
              <a:t>datetime.datetime(2019, 9, 8, 22, 50, 30, 872739)</a:t>
            </a:r>
            <a:endParaRPr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now+datetime.timedelta(days=5)          #计算5天后的日期时间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datetime.datetime(2019, 9, 13, 22, 50, 32, 872739)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now + datetime.timedelta(weeks=-5)      #计算5周前的日期时间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datetime.datetime(2019, 8, 4, 22, 50, 32, 872739)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Title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en-US" altLang="zh-CN" kern="1200">
              <a:latin typeface="+mj-lt"/>
              <a:ea typeface="+mj-ea"/>
              <a:cs typeface="+mj-cs"/>
            </a:endParaRPr>
          </a:p>
        </p:txBody>
      </p:sp>
      <p:sp>
        <p:nvSpPr>
          <p:cNvPr id="43010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p>
            <a:pPr marL="0" indent="0">
              <a:buNone/>
            </a:pPr>
            <a:r>
              <a:rPr lang="en-US" altLang="zh-CN" sz="1600" kern="1200">
                <a:latin typeface="Consolas" panose="020B0609020204030204" charset="0"/>
                <a:ea typeface="+mn-ea"/>
                <a:cs typeface="+mn-cs"/>
              </a:rPr>
              <a:t>&gt;&gt;&gt; now + datetime.timedelta(days=-2, seconds=35)  #</a:t>
            </a:r>
            <a:r>
              <a:rPr lang="zh-CN" altLang="en-US" sz="1600" kern="1200">
                <a:latin typeface="Consolas" panose="020B0609020204030204" charset="0"/>
                <a:ea typeface="+mn-ea"/>
                <a:cs typeface="+mn-cs"/>
              </a:rPr>
              <a:t>差</a:t>
            </a:r>
            <a:r>
              <a:rPr lang="en-US" altLang="zh-CN" sz="1600" kern="1200">
                <a:latin typeface="Consolas" panose="020B0609020204030204" charset="0"/>
                <a:ea typeface="+mn-ea"/>
                <a:cs typeface="+mn-cs"/>
              </a:rPr>
              <a:t>35</a:t>
            </a:r>
            <a:r>
              <a:rPr lang="zh-CN" altLang="en-US" sz="1600" kern="1200">
                <a:latin typeface="Consolas" panose="020B0609020204030204" charset="0"/>
                <a:ea typeface="+mn-ea"/>
                <a:cs typeface="+mn-cs"/>
              </a:rPr>
              <a:t>秒两天前</a:t>
            </a:r>
            <a:endParaRPr lang="zh-CN" altLang="en-US" sz="1600" kern="1200">
              <a:latin typeface="Consolas" panose="020B0609020204030204" charset="0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600" kern="120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</a:rPr>
              <a:t>datetime.datetime(2019, 9, 6, 22, 51, 7, 872739)</a:t>
            </a:r>
            <a:endParaRPr lang="en-US" altLang="zh-CN" sz="1600" kern="120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600" kern="1200">
                <a:latin typeface="Consolas" panose="020B0609020204030204" charset="0"/>
                <a:ea typeface="+mn-ea"/>
                <a:cs typeface="+mn-cs"/>
              </a:rPr>
              <a:t>&gt;&gt;&gt; now + datetime.timedelta(weeks=-2, seconds=35) #</a:t>
            </a:r>
            <a:r>
              <a:rPr lang="zh-CN" altLang="en-US" sz="1600" kern="1200">
                <a:latin typeface="Consolas" panose="020B0609020204030204" charset="0"/>
                <a:ea typeface="+mn-ea"/>
                <a:cs typeface="+mn-cs"/>
              </a:rPr>
              <a:t>差</a:t>
            </a:r>
            <a:r>
              <a:rPr lang="en-US" altLang="zh-CN" sz="1600" kern="1200">
                <a:latin typeface="Consolas" panose="020B0609020204030204" charset="0"/>
                <a:ea typeface="+mn-ea"/>
                <a:cs typeface="+mn-cs"/>
              </a:rPr>
              <a:t>35</a:t>
            </a:r>
            <a:r>
              <a:rPr lang="zh-CN" altLang="en-US" sz="1600" kern="1200">
                <a:latin typeface="Consolas" panose="020B0609020204030204" charset="0"/>
                <a:ea typeface="+mn-ea"/>
                <a:cs typeface="+mn-cs"/>
              </a:rPr>
              <a:t>秒两周前</a:t>
            </a:r>
            <a:endParaRPr lang="zh-CN" altLang="en-US" sz="1600" kern="1200">
              <a:latin typeface="Consolas" panose="020B0609020204030204" charset="0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zh-CN" sz="1600" kern="1200">
                <a:solidFill>
                  <a:srgbClr val="00B0F0"/>
                </a:solidFill>
                <a:latin typeface="Consolas" panose="020B0609020204030204" charset="0"/>
                <a:ea typeface="+mn-ea"/>
                <a:cs typeface="+mn-cs"/>
              </a:rPr>
              <a:t>datetime.datetime(2019, 8, 25, 22, 51, 7, 872739)</a:t>
            </a:r>
            <a:endParaRPr lang="en-US" altLang="zh-CN" sz="1600" kern="1200">
              <a:solidFill>
                <a:srgbClr val="00B0F0"/>
              </a:solidFill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/>
            <a:r>
              <a:rPr lang="zh-CN" altLang="en-US" sz="1800" b="1" strike="noStrike" noProof="1"/>
              <a:t>补充：</a:t>
            </a:r>
            <a:r>
              <a:rPr lang="zh-CN" altLang="en-US" sz="1800" strike="noStrike" noProof="1"/>
              <a:t>计算两个日期之间相差多少天。</a:t>
            </a:r>
            <a:endParaRPr lang="zh-CN" altLang="en-US" sz="1800" strike="noStrike" noProof="1"/>
          </a:p>
          <a:p>
            <a:pPr marL="0" indent="0" fontAlgn="base">
              <a:buNone/>
            </a:pPr>
            <a:r>
              <a:rPr lang="zh-CN" altLang="en-US" sz="1600">
                <a:latin typeface="Consolas" panose="020B0609020204030204" charset="0"/>
                <a:sym typeface="+mn-ea"/>
              </a:rPr>
              <a:t>from datetime import date</a:t>
            </a:r>
            <a:endParaRPr lang="zh-CN" altLang="en-US" sz="1350">
              <a:latin typeface="Consolas" panose="020B0609020204030204" charset="0"/>
              <a:sym typeface="+mn-ea"/>
            </a:endParaRPr>
          </a:p>
          <a:p>
            <a:pPr marL="0" indent="0" fontAlgn="base">
              <a:buNone/>
            </a:pPr>
            <a:endParaRPr lang="zh-CN" altLang="en-US" sz="135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def daysBetween(year1, month1, day1, year2, month2, day2):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dif = date(year1, month1, day1)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dif = dif - date(year2, month2, day2)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return dif.days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print(daysBetween(2016, 12, 11, 2016, 11, 27))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print(daysBetween(201</a:t>
            </a:r>
            <a:r>
              <a:rPr lang="en-US" altLang="zh-CN" sz="1600" strike="noStrike" noProof="1">
                <a:latin typeface="Consolas" panose="020B0609020204030204" charset="0"/>
              </a:rPr>
              <a:t>7</a:t>
            </a:r>
            <a:r>
              <a:rPr lang="zh-CN" altLang="en-US" sz="1600" strike="noStrike" noProof="1">
                <a:latin typeface="Consolas" panose="020B0609020204030204" charset="0"/>
              </a:rPr>
              <a:t>, 1</a:t>
            </a:r>
            <a:r>
              <a:rPr lang="en-US" altLang="zh-CN" sz="1600" strike="noStrike" noProof="1">
                <a:latin typeface="Consolas" panose="020B0609020204030204" charset="0"/>
              </a:rPr>
              <a:t>1</a:t>
            </a:r>
            <a:r>
              <a:rPr lang="zh-CN" altLang="en-US" sz="1600" strike="noStrike" noProof="1">
                <a:latin typeface="Consolas" panose="020B0609020204030204" charset="0"/>
              </a:rPr>
              <a:t>, 11, 201</a:t>
            </a:r>
            <a:r>
              <a:rPr lang="en-US" altLang="zh-CN" sz="1600" strike="noStrike" noProof="1">
                <a:latin typeface="Consolas" panose="020B0609020204030204" charset="0"/>
              </a:rPr>
              <a:t>6</a:t>
            </a:r>
            <a:r>
              <a:rPr lang="zh-CN" altLang="en-US" sz="1600" strike="noStrike" noProof="1">
                <a:latin typeface="Consolas" panose="020B0609020204030204" charset="0"/>
              </a:rPr>
              <a:t>, </a:t>
            </a:r>
            <a:r>
              <a:rPr lang="en-US" altLang="zh-CN" sz="1600" strike="noStrike" noProof="1">
                <a:latin typeface="Consolas" panose="020B0609020204030204" charset="0"/>
              </a:rPr>
              <a:t>12</a:t>
            </a:r>
            <a:r>
              <a:rPr lang="zh-CN" altLang="en-US" sz="1600" strike="noStrike" noProof="1">
                <a:latin typeface="Consolas" panose="020B0609020204030204" charset="0"/>
              </a:rPr>
              <a:t>, </a:t>
            </a:r>
            <a:r>
              <a:rPr lang="en-US" altLang="zh-CN" sz="1600" strike="noStrike" noProof="1">
                <a:latin typeface="Consolas" panose="020B0609020204030204" charset="0"/>
              </a:rPr>
              <a:t>6</a:t>
            </a:r>
            <a:r>
              <a:rPr lang="zh-CN" altLang="en-US" sz="1600" strike="noStrike" noProof="1">
                <a:latin typeface="Consolas" panose="020B0609020204030204" charset="0"/>
              </a:rPr>
              <a:t>))</a:t>
            </a:r>
            <a:endParaRPr lang="zh-CN" altLang="en-US" sz="1600" strike="noStrike" noProof="1">
              <a:latin typeface="Consolas" panose="020B0609020204030204" charset="0"/>
            </a:endParaRPr>
          </a:p>
        </p:txBody>
      </p:sp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zh-CN" altLang="en-US" kern="120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Title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3.2.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ym typeface="+mn-ea"/>
              </a:rPr>
              <a:t>选择结构应用</a:t>
            </a:r>
            <a:endParaRPr lang="en-US" altLang="zh-CN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/>
            <a:r>
              <a:rPr lang="zh-CN" altLang="en-US" sz="1800" b="1" strike="noStrike" noProof="1">
                <a:latin typeface="Consolas" panose="020B0609020204030204" charset="0"/>
              </a:rPr>
              <a:t>补充：</a:t>
            </a:r>
            <a:r>
              <a:rPr lang="zh-CN" altLang="en-US" sz="1800" strike="noStrike" noProof="1">
                <a:latin typeface="Consolas" panose="020B0609020204030204" charset="0"/>
              </a:rPr>
              <a:t>计算某年第</a:t>
            </a:r>
            <a:r>
              <a:rPr lang="en-US" altLang="zh-CN" sz="1800" strike="noStrike" noProof="1">
                <a:latin typeface="Consolas" panose="020B0609020204030204" charset="0"/>
              </a:rPr>
              <a:t>n</a:t>
            </a:r>
            <a:r>
              <a:rPr lang="zh-CN" altLang="en-US" sz="1800" strike="noStrike" noProof="1">
                <a:latin typeface="Consolas" panose="020B0609020204030204" charset="0"/>
              </a:rPr>
              <a:t>个周五是几月几号。</a:t>
            </a:r>
            <a:endParaRPr lang="zh-CN" altLang="en-US" sz="18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from datetime import date, timedelta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def getDate(year, weeks, weekday):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start = date(year, 1, 1)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</a:t>
            </a:r>
            <a:r>
              <a:rPr lang="en-US" altLang="zh-CN" sz="1600" strike="noStrike" noProof="1">
                <a:latin typeface="Consolas" panose="020B0609020204030204" charset="0"/>
              </a:rPr>
              <a:t># </a:t>
            </a:r>
            <a:r>
              <a:rPr lang="zh-CN" altLang="en-US" sz="1600" strike="noStrike" noProof="1">
                <a:latin typeface="Consolas" panose="020B0609020204030204" charset="0"/>
              </a:rPr>
              <a:t>查找第一个周</a:t>
            </a:r>
            <a:r>
              <a:rPr lang="en-US" altLang="zh-CN" sz="1600" strike="noStrike" noProof="1">
                <a:latin typeface="Consolas" panose="020B0609020204030204" charset="0"/>
              </a:rPr>
              <a:t>weekday</a:t>
            </a:r>
            <a:r>
              <a:rPr lang="zh-CN" altLang="en-US" sz="1600" strike="noStrike" noProof="1">
                <a:latin typeface="Consolas" panose="020B0609020204030204" charset="0"/>
              </a:rPr>
              <a:t>是</a:t>
            </a:r>
            <a:r>
              <a:rPr lang="en-US" altLang="zh-CN" sz="1600" strike="noStrike" noProof="1">
                <a:latin typeface="Consolas" panose="020B0609020204030204" charset="0"/>
              </a:rPr>
              <a:t>1</a:t>
            </a:r>
            <a:r>
              <a:rPr lang="zh-CN" altLang="en-US" sz="1600" strike="noStrike" noProof="1">
                <a:latin typeface="Consolas" panose="020B0609020204030204" charset="0"/>
              </a:rPr>
              <a:t>月几日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for i in range(</a:t>
            </a:r>
            <a:r>
              <a:rPr lang="en-US" altLang="zh-CN" sz="1600" strike="noStrike" noProof="1">
                <a:latin typeface="Consolas" panose="020B0609020204030204" charset="0"/>
              </a:rPr>
              <a:t>7</a:t>
            </a:r>
            <a:r>
              <a:rPr lang="zh-CN" altLang="en-US" sz="1600" strike="noStrike" noProof="1">
                <a:latin typeface="Consolas" panose="020B0609020204030204" charset="0"/>
              </a:rPr>
              <a:t>):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    if start.isoweekday() == weekday: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        break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    start = start + timedelta(days=1)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return start + timedelta(weeks=weeks-1)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print(getDate(201</a:t>
            </a:r>
            <a:r>
              <a:rPr lang="en-US" altLang="zh-CN" sz="1600" strike="noStrike" noProof="1">
                <a:latin typeface="Consolas" panose="020B0609020204030204" charset="0"/>
              </a:rPr>
              <a:t>9</a:t>
            </a:r>
            <a:r>
              <a:rPr lang="zh-CN" altLang="en-US" sz="1600" strike="noStrike" noProof="1">
                <a:latin typeface="Consolas" panose="020B0609020204030204" charset="0"/>
              </a:rPr>
              <a:t>, </a:t>
            </a:r>
            <a:r>
              <a:rPr lang="en-US" altLang="zh-CN" sz="1600" strike="noStrike" noProof="1">
                <a:latin typeface="Consolas" panose="020B0609020204030204" charset="0"/>
              </a:rPr>
              <a:t>2</a:t>
            </a:r>
            <a:r>
              <a:rPr lang="zh-CN" altLang="en-US" sz="1600" strike="noStrike" noProof="1">
                <a:latin typeface="Consolas" panose="020B0609020204030204" charset="0"/>
              </a:rPr>
              <a:t>2, 5))</a:t>
            </a:r>
            <a:endParaRPr lang="zh-CN" altLang="en-US" sz="1600" strike="noStrike" noProof="1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36865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3.3.1  for循环与while循环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6082" name="文本占位符 36866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en-US" altLang="zh-CN" sz="1800" kern="1200" dirty="0">
                <a:latin typeface="Times New Roman" panose="02020603050405020304" pitchFamily="18" charset="0"/>
                <a:ea typeface="+mn-ea"/>
                <a:cs typeface="+mn-cs"/>
              </a:rPr>
              <a:t>Python</a:t>
            </a: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</a:rPr>
              <a:t>提供了两种基本的循环结构语句</a:t>
            </a:r>
            <a:r>
              <a:rPr lang="en-US" altLang="zh-CN" sz="1800" kern="1200" dirty="0"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lang="en-US" altLang="zh-CN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while</a:t>
            </a: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和</a:t>
            </a:r>
            <a:r>
              <a:rPr lang="en-US" altLang="zh-CN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for</a:t>
            </a: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。</a:t>
            </a:r>
            <a:endParaRPr lang="zh-CN" altLang="en-US" sz="18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while循环一般用于循环次数难以提前确定的情况，也可以用于循环次数确定的情况。</a:t>
            </a:r>
            <a:endParaRPr lang="zh-CN" altLang="en-US" sz="18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for循环一般用于循环次数可以提前确定的情况，尤其是用于枚举序列或迭代对象中的元素。</a:t>
            </a:r>
            <a:endParaRPr lang="zh-CN" altLang="en-US" sz="18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一般优先考虑使用for循环。</a:t>
            </a:r>
            <a:endParaRPr lang="zh-CN" altLang="en-US" sz="18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相同或不同的循环结构之间都可以</a:t>
            </a:r>
            <a:r>
              <a:rPr lang="zh-CN" altLang="en-US" sz="1800" kern="12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互相嵌套</a:t>
            </a: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，实现更为复杂的逻辑。</a:t>
            </a:r>
            <a:endParaRPr lang="zh-CN" altLang="en-US" sz="18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 eaLnBrk="1" latinLnBrk="0" hangingPunct="1">
              <a:spcBef>
                <a:spcPts val="12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en-US" altLang="zh-CN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for</a:t>
            </a: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循环和</a:t>
            </a:r>
            <a:r>
              <a:rPr lang="en-US" altLang="zh-CN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while</a:t>
            </a: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循环都可以带</a:t>
            </a:r>
            <a:r>
              <a:rPr lang="en-US" altLang="zh-CN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else</a:t>
            </a:r>
            <a:r>
              <a:rPr lang="zh-CN" altLang="en-US" sz="18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。</a:t>
            </a:r>
            <a:endParaRPr lang="zh-CN" altLang="en-US" sz="18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标题 37889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3.3.1  for循环与while循环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7106" name="文本占位符 37890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while 条件表达式:</a:t>
            </a:r>
            <a:endParaRPr lang="zh-CN" altLang="en-US" sz="16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	循环体</a:t>
            </a:r>
            <a:endParaRPr lang="zh-CN" altLang="en-US" sz="16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[else:                     </a:t>
            </a:r>
            <a:r>
              <a:rPr lang="en-US" altLang="zh-CN" sz="1600" kern="12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# </a:t>
            </a:r>
            <a:r>
              <a:rPr lang="zh-CN" altLang="en-US" sz="1600" kern="12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如果循环是因为</a:t>
            </a:r>
            <a:r>
              <a:rPr lang="en-US" altLang="zh-CN" sz="1600" kern="12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break</a:t>
            </a:r>
            <a:r>
              <a:rPr lang="zh-CN" altLang="en-US" sz="1600" kern="12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结束的，就不执行</a:t>
            </a:r>
            <a:r>
              <a:rPr lang="en-US" altLang="zh-CN" sz="1600" kern="12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else</a:t>
            </a:r>
            <a:r>
              <a:rPr lang="zh-CN" altLang="en-US" sz="1600" kern="12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中的代码</a:t>
            </a:r>
            <a:endParaRPr lang="zh-CN" altLang="en-US" sz="1600" kern="12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	else子句代码块]</a:t>
            </a:r>
            <a:endParaRPr lang="zh-CN" altLang="en-US" sz="16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for 取值 in 序列或迭代对象:</a:t>
            </a:r>
            <a:endParaRPr lang="zh-CN" altLang="en-US" sz="16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	循环体</a:t>
            </a:r>
            <a:endParaRPr lang="zh-CN" altLang="en-US" sz="16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[else:</a:t>
            </a:r>
            <a:endParaRPr lang="zh-CN" altLang="en-US" sz="16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  <a:p>
            <a:pPr>
              <a:spcBef>
                <a:spcPct val="1000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rPr>
              <a:t>    else子句代码块]</a:t>
            </a:r>
            <a:endParaRPr lang="zh-CN" altLang="en-US" sz="1600" kern="1200" dirty="0">
              <a:latin typeface="Times New Roman" panose="02020603050405020304" pitchFamily="18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标题 39937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3.3.2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循环结构的优化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8130" name="文本占位符 39938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lnSpc>
                <a:spcPct val="150000"/>
              </a:lnSpc>
              <a:spcBef>
                <a:spcPct val="0"/>
              </a:spcBef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+mn-lt"/>
                <a:ea typeface="+mn-ea"/>
                <a:cs typeface="+mn-cs"/>
              </a:rPr>
              <a:t>为了优化程序以获得更高的效率和运行速度，在编写循环语句时，应</a:t>
            </a:r>
            <a:r>
              <a:rPr lang="zh-CN" alt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尽量减少循环内部不必要的计算</a:t>
            </a:r>
            <a:r>
              <a:rPr lang="zh-CN" altLang="en-US" sz="1800" kern="1200" dirty="0">
                <a:latin typeface="+mn-lt"/>
                <a:ea typeface="+mn-ea"/>
                <a:cs typeface="+mn-cs"/>
              </a:rPr>
              <a:t>，将与循环变量无关的代码尽可能地提取到循环之外。对于使用多重循环嵌套的情况，应</a:t>
            </a:r>
            <a:r>
              <a:rPr lang="zh-CN" altLang="en-US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尽量减少内层循环中不必要的计算</a:t>
            </a:r>
            <a:r>
              <a:rPr lang="zh-CN" altLang="en-US" sz="1800" kern="1200" dirty="0">
                <a:latin typeface="+mn-lt"/>
                <a:ea typeface="+mn-ea"/>
                <a:cs typeface="+mn-cs"/>
              </a:rPr>
              <a:t>，尽可能地向外提。</a:t>
            </a:r>
            <a:endParaRPr lang="zh-CN" altLang="en-US" sz="1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标题 40961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en-US" altLang="zh-CN" kern="1200" dirty="0">
                <a:latin typeface="+mj-lt"/>
                <a:ea typeface="+mj-ea"/>
                <a:cs typeface="+mj-cs"/>
              </a:rPr>
              <a:t>3.3.2 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循环结构的优化</a:t>
            </a:r>
            <a:endParaRPr lang="zh-CN" alt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9154" name="文本占位符 40962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charset="0"/>
              <a:buChar char="n"/>
            </a:pP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优化前的代码：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digits = (1, 2, 3, 4)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for i in range(1000):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result = []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for i in digits: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    for j in digits: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        for k in digits: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            result.append(i*100+j*10+k)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en-US" altLang="zh-CN" kern="1200" dirty="0">
                <a:latin typeface="+mj-lt"/>
                <a:ea typeface="+mj-ea"/>
                <a:cs typeface="+mj-cs"/>
                <a:sym typeface="宋体" panose="02010600030101010101" pitchFamily="2" charset="-122"/>
              </a:rPr>
              <a:t>3.3.2  </a:t>
            </a:r>
            <a:r>
              <a:rPr lang="zh-CN" altLang="en-US" kern="1200" dirty="0">
                <a:latin typeface="+mj-lt"/>
                <a:ea typeface="+mj-ea"/>
                <a:cs typeface="+mj-cs"/>
                <a:sym typeface="宋体" panose="02010600030101010101" pitchFamily="2" charset="-122"/>
              </a:rPr>
              <a:t>循环结构的优化</a:t>
            </a:r>
            <a:endParaRPr lang="zh-CN" alt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/>
            <a:r>
              <a:rPr lang="zh-CN" altLang="en-US" sz="1800" strike="noStrike" noProof="1">
                <a:effectLst/>
              </a:rPr>
              <a:t>优化后的代码：</a:t>
            </a:r>
            <a:endParaRPr lang="zh-CN" altLang="en-US" sz="1800" strike="noStrike" noProof="1">
              <a:effectLst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strike="noStrike" noProof="1" dirty="0">
              <a:effectLst/>
              <a:latin typeface="宋体" panose="02010600030101010101" pitchFamily="2" charset="-122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for i in range(1000):</a:t>
            </a:r>
            <a:endParaRPr lang="zh-CN" altLang="en-US" sz="1600" strike="noStrike" noProof="1" dirty="0">
              <a:effectLst/>
              <a:latin typeface="Consolas" panose="020B0609020204030204" charset="0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    result = []</a:t>
            </a:r>
            <a:endParaRPr lang="zh-CN" altLang="en-US" sz="1600" strike="noStrike" noProof="1" dirty="0">
              <a:effectLst/>
              <a:latin typeface="Consolas" panose="020B0609020204030204" charset="0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    for i in digits:</a:t>
            </a:r>
            <a:endParaRPr lang="zh-CN" altLang="en-US" sz="1600" strike="noStrike" noProof="1" dirty="0">
              <a:effectLst/>
              <a:latin typeface="Consolas" panose="020B0609020204030204" charset="0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        i = i*100</a:t>
            </a:r>
            <a:endParaRPr lang="zh-CN" altLang="en-US" sz="1600" strike="noStrike" noProof="1" dirty="0">
              <a:effectLst/>
              <a:latin typeface="Consolas" panose="020B0609020204030204" charset="0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        for j in digits:</a:t>
            </a:r>
            <a:endParaRPr lang="zh-CN" altLang="en-US" sz="1600" strike="noStrike" noProof="1" dirty="0">
              <a:effectLst/>
              <a:latin typeface="Consolas" panose="020B0609020204030204" charset="0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            j = j*10</a:t>
            </a:r>
            <a:endParaRPr lang="zh-CN" altLang="en-US" sz="1600" strike="noStrike" noProof="1" dirty="0">
              <a:effectLst/>
              <a:latin typeface="Consolas" panose="020B0609020204030204" charset="0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            for k in digits:</a:t>
            </a:r>
            <a:endParaRPr lang="zh-CN" altLang="en-US" sz="1600" strike="noStrike" noProof="1" dirty="0">
              <a:effectLst/>
              <a:latin typeface="Consolas" panose="020B0609020204030204" charset="0"/>
              <a:sym typeface="+mn-ea"/>
            </a:endParaRPr>
          </a:p>
          <a:p>
            <a:pPr marL="1905" indent="-344805" eaLnBrk="1" fontAlgn="base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noProof="1" dirty="0">
                <a:effectLst/>
                <a:latin typeface="Consolas" panose="020B0609020204030204" charset="0"/>
                <a:sym typeface="+mn-ea"/>
              </a:rPr>
              <a:t>                result.append(i+j+k)</a:t>
            </a:r>
            <a:endParaRPr lang="zh-CN" altLang="en-US" sz="1600" strike="noStrike" noProof="1" dirty="0">
              <a:effectLst/>
              <a:latin typeface="Consolas" panose="020B0609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标题 43009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3.4</a:t>
            </a:r>
            <a:r>
              <a:rPr lang="en-US" altLang="zh-CN" kern="1200" dirty="0">
                <a:latin typeface="宋体" panose="02010600030101010101" pitchFamily="2" charset="-122"/>
                <a:ea typeface="+mj-ea"/>
                <a:cs typeface="+mj-cs"/>
              </a:rPr>
              <a:t>  break</a:t>
            </a:r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和continue语句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2226" name="文本占位符 43010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break语句在while循环和for循环中都可以使用，一般放在if选择结构中，</a:t>
            </a:r>
            <a:r>
              <a:rPr lang="zh-CN" altLang="en-US" sz="1800" kern="12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一旦break语句被执行，将使得整个循环提前结束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continue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语句的作用是</a:t>
            </a:r>
            <a:r>
              <a:rPr lang="zh-CN" altLang="en-US" sz="1800" kern="12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终止当前循环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，并忽略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continue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之后的语句，然后回到循环的顶端，</a:t>
            </a:r>
            <a:r>
              <a:rPr lang="zh-CN" altLang="en-US" sz="1800" kern="1200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提前进入下一次循环</a:t>
            </a:r>
            <a:r>
              <a:rPr lang="zh-CN" altLang="en-US" sz="1800" kern="1200" dirty="0">
                <a:latin typeface="+mn-lt"/>
                <a:ea typeface="+mn-ea"/>
                <a:cs typeface="+mn-cs"/>
              </a:rPr>
              <a:t>。</a:t>
            </a:r>
            <a:endParaRPr lang="zh-CN" altLang="en-US" sz="1800" kern="1200" dirty="0">
              <a:latin typeface="+mn-lt"/>
              <a:ea typeface="+mn-ea"/>
              <a:cs typeface="+mn-cs"/>
            </a:endParaRPr>
          </a:p>
          <a:p>
            <a:pPr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§"/>
            </a:pP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除非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break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语句让代码更简单或更清晰，否则不要轻易使用。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标题 44033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3.4</a:t>
            </a:r>
            <a:r>
              <a:rPr lang="en-US" altLang="zh-CN" kern="1200" dirty="0">
                <a:latin typeface="宋体" panose="02010600030101010101" pitchFamily="2" charset="-122"/>
                <a:ea typeface="+mj-ea"/>
                <a:cs typeface="+mj-cs"/>
              </a:rPr>
              <a:t>  break</a:t>
            </a:r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和continue语句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4035" name="文本占位符 4403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905" marR="0" lvl="0" indent="-1905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下面的代码用来计算小于100的最大素数，注意break语句和else子句的用法。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5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&gt;&gt;&gt; for n in range(100, 1, -1):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for 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i in range(2, n):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</a:t>
            </a: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if n%i == 0: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    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break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else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	</a:t>
            </a: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print(n)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break	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97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3.4</a:t>
            </a:r>
            <a:r>
              <a:rPr lang="en-US" altLang="zh-CN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  break</a:t>
            </a:r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和continue语句</a:t>
            </a:r>
            <a:endParaRPr lang="zh-CN" alt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charset="0"/>
              <a:buChar char="n"/>
              <a:defRPr/>
            </a:pPr>
            <a:r>
              <a:rPr lang="zh-CN" altLang="en-US" sz="1800" strike="noStrike" noProof="1">
                <a:ln>
                  <a:noFill/>
                </a:ln>
                <a:uLnTx/>
                <a:uFillTx/>
                <a:latin typeface="宋体" panose="02010600030101010101" pitchFamily="2" charset="-122"/>
                <a:sym typeface="+mn-ea"/>
              </a:rPr>
              <a:t>删除上面代码中最后一个break语句，则可以用来输出100以内的所有素数。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lang="zh-CN" altLang="en-US" sz="1500" strike="noStrike" noProof="1">
              <a:ln>
                <a:noFill/>
              </a:ln>
              <a:uLnTx/>
              <a:uFillTx/>
              <a:latin typeface="宋体" panose="02010600030101010101" pitchFamily="2" charset="-122"/>
              <a:sym typeface="+mn-ea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zh-CN" altLang="en-US" sz="1600" strike="noStrike" noProof="1">
                <a:ln>
                  <a:noFill/>
                </a:ln>
                <a:uLnTx/>
                <a:uFillTx/>
                <a:latin typeface="Consolas" panose="020B0609020204030204" charset="0"/>
                <a:sym typeface="+mn-ea"/>
              </a:rPr>
              <a:t>&gt;&gt;&gt; for n in range(100, 1, -1):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zh-CN" altLang="en-US" sz="1600" strike="noStrike" noProof="1" smtClean="0">
                <a:ln>
                  <a:noFill/>
                </a:ln>
                <a:uLnTx/>
                <a:uFillTx/>
                <a:latin typeface="Consolas" panose="020B0609020204030204" charset="0"/>
                <a:sym typeface="+mn-ea"/>
              </a:rPr>
              <a:t>    for </a:t>
            </a:r>
            <a:r>
              <a:rPr lang="zh-CN" altLang="en-US" sz="1600" strike="noStrike" noProof="1">
                <a:ln>
                  <a:noFill/>
                </a:ln>
                <a:uLnTx/>
                <a:uFillTx/>
                <a:latin typeface="Consolas" panose="020B0609020204030204" charset="0"/>
                <a:sym typeface="+mn-ea"/>
              </a:rPr>
              <a:t>i in range(2, n):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lang="zh-CN" altLang="en-US" sz="1600" strike="noStrike" noProof="1">
                <a:ln>
                  <a:noFill/>
                </a:ln>
                <a:uLnTx/>
                <a:uFillTx/>
                <a:latin typeface="Consolas" panose="020B0609020204030204" charset="0"/>
                <a:sym typeface="+mn-ea"/>
              </a:rPr>
              <a:t>if n%i == 0: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    </a:t>
            </a:r>
            <a:r>
              <a:rPr lang="zh-CN" altLang="en-US" sz="1600" strike="noStrike" noProof="1">
                <a:ln>
                  <a:noFill/>
                </a:ln>
                <a:uLnTx/>
                <a:uFillTx/>
                <a:latin typeface="Consolas" panose="020B0609020204030204" charset="0"/>
                <a:sym typeface="+mn-ea"/>
              </a:rPr>
              <a:t>break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zh-CN" altLang="en-US" sz="1600" strike="noStrike" noProof="1" smtClean="0">
                <a:ln>
                  <a:noFill/>
                </a:ln>
                <a:uLnTx/>
                <a:uFillTx/>
                <a:latin typeface="Consolas" panose="020B0609020204030204" charset="0"/>
                <a:sym typeface="+mn-ea"/>
              </a:rPr>
              <a:t>    else</a:t>
            </a:r>
            <a:r>
              <a:rPr lang="zh-CN" altLang="en-US" sz="1600" strike="noStrike" noProof="1">
                <a:ln>
                  <a:noFill/>
                </a:ln>
                <a:uLnTx/>
                <a:uFillTx/>
                <a:latin typeface="Consolas" panose="020B0609020204030204" charset="0"/>
                <a:sym typeface="+mn-ea"/>
              </a:rPr>
              <a:t>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Consolas" panose="020B0609020204030204" charset="0"/>
                <a:sym typeface="+mn-ea"/>
              </a:rPr>
              <a:t>        </a:t>
            </a:r>
            <a:r>
              <a:rPr lang="zh-CN" altLang="en-US" sz="1600" strike="noStrike" noProof="1">
                <a:ln>
                  <a:noFill/>
                </a:ln>
                <a:uLnTx/>
                <a:uFillTx/>
                <a:latin typeface="Consolas" panose="020B0609020204030204" charset="0"/>
                <a:sym typeface="+mn-ea"/>
              </a:rPr>
              <a:t>print(n, end=' ')</a:t>
            </a:r>
            <a:endParaRPr lang="zh-CN" altLang="en-US" sz="1600" strike="noStrike" noProof="1">
              <a:ln>
                <a:noFill/>
              </a:ln>
              <a:uLnTx/>
              <a:uFillTx/>
              <a:latin typeface="Consolas" panose="020B0609020204030204" charset="0"/>
              <a:sym typeface="+mn-ea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zh-CN" altLang="en-US" sz="1600" strike="noStrike" noProof="1">
                <a:ln>
                  <a:noFill/>
                </a:ln>
                <a:solidFill>
                  <a:srgbClr val="00B0F0"/>
                </a:solidFill>
                <a:uLnTx/>
                <a:uFillTx/>
                <a:latin typeface="Consolas" panose="020B0609020204030204" charset="0"/>
                <a:sym typeface="+mn-ea"/>
              </a:rPr>
              <a:t>97 89 83 79 73 71 67 61 59 53 47 43 41 37 31 29 23 19 17 13 11 7 5 3 2</a:t>
            </a:r>
            <a:endParaRPr lang="zh-CN" altLang="en-US" sz="1600" strike="noStrike" noProof="1">
              <a:ln>
                <a:noFill/>
              </a:ln>
              <a:solidFill>
                <a:srgbClr val="00B0F0"/>
              </a:solidFill>
              <a:uLnTx/>
              <a:uFillTx/>
              <a:latin typeface="Consolas" panose="020B0609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标题 49153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9394" name="文本占位符 49154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3-4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计算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1+2+3+…+100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的值。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s = 0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for i in range(1,101):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s = s + i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print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(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'1+2+3+</a:t>
            </a: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</a:rPr>
              <a:t>…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+100 = ', s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print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(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'1+2+3+</a:t>
            </a:r>
            <a:r>
              <a:rPr lang="zh-CN" altLang="en-US" sz="1600" kern="1200" dirty="0">
                <a:latin typeface="Times New Roman" panose="02020603050405020304" pitchFamily="18" charset="0"/>
                <a:ea typeface="+mn-ea"/>
                <a:cs typeface="+mn-cs"/>
              </a:rPr>
              <a:t>…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+100 = ', sum(range(1,101))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标题 50177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0418" name="文本占位符 50178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3-5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输出序列中的元素。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a_list = ['a', 'b', 'mpilgrim', 'z', 'example']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for i, v in enumerate(a_list):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print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(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'列表的第', i+1, '个元素是：', v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348990" y="3029585"/>
            <a:ext cx="5549265" cy="107632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  <a:ea typeface="+mn-ea"/>
                <a:sym typeface="+mn-ea"/>
              </a:rPr>
              <a:t>a_list = ['a', 'b', 'mpilgrim', 'z', 'example']</a:t>
            </a:r>
            <a:endParaRPr lang="zh-CN" altLang="en-US" sz="1600" dirty="0">
              <a:latin typeface="Consolas" panose="020B0609020204030204" charset="0"/>
              <a:ea typeface="+mn-ea"/>
              <a:sym typeface="+mn-ea"/>
            </a:endParaRPr>
          </a:p>
          <a:p>
            <a:pPr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  <a:ea typeface="+mn-ea"/>
                <a:sym typeface="+mn-ea"/>
              </a:rPr>
              <a:t>for i, v in enumerate(a_list, start=1):</a:t>
            </a:r>
            <a:endParaRPr lang="zh-CN" altLang="en-US" sz="1600" dirty="0">
              <a:latin typeface="Consolas" panose="020B0609020204030204" charset="0"/>
              <a:ea typeface="+mn-ea"/>
              <a:sym typeface="+mn-ea"/>
            </a:endParaRPr>
          </a:p>
          <a:p>
            <a:pPr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  <a:ea typeface="+mn-ea"/>
                <a:sym typeface="+mn-ea"/>
              </a:rPr>
              <a:t>    print(f'列表的第{i}个元素是：{v}')</a:t>
            </a:r>
            <a:endParaRPr lang="zh-CN" altLang="en-US" sz="1600" dirty="0">
              <a:latin typeface="Consolas" panose="020B0609020204030204" charset="0"/>
              <a:ea typeface="+mn-ea"/>
              <a:sym typeface="+mn-ea"/>
            </a:endParaRPr>
          </a:p>
          <a:p>
            <a:endParaRPr lang="en-US"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标题 51201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1442" name="文本占位符 51202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lnSpc>
                <a:spcPct val="150000"/>
              </a:lnSpc>
              <a:spcBef>
                <a:spcPct val="0"/>
              </a:spcBef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3-6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求1~100之间能被7整除，但不能同时被5整除的所有整数 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8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for i in range(1,101):</a:t>
            </a:r>
            <a:endParaRPr lang="zh-CN" altLang="en-US" sz="18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8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if i%7 == 0 and i%5 != 0:</a:t>
            </a:r>
            <a:endParaRPr lang="zh-CN" altLang="en-US" sz="18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8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print</a:t>
            </a:r>
            <a:r>
              <a:rPr lang="en-US" altLang="zh-CN" sz="18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(</a:t>
            </a:r>
            <a:r>
              <a:rPr lang="zh-CN" altLang="en-US" sz="18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i</a:t>
            </a:r>
            <a:r>
              <a:rPr lang="en-US" altLang="zh-CN" sz="18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)</a:t>
            </a:r>
            <a:endParaRPr lang="en-US" altLang="zh-CN" sz="18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593465" y="3101975"/>
            <a:ext cx="3969385" cy="9220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for num in range(7, 101, 7):</a:t>
            </a:r>
            <a:endParaRPr lang="en-US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    if num%5 != 0:</a:t>
            </a:r>
            <a:endParaRPr lang="en-US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>
                <a:latin typeface="Consolas" panose="020B0609020204030204" charset="0"/>
                <a:cs typeface="Consolas" panose="020B0609020204030204" charset="0"/>
              </a:rPr>
              <a:t>        print(num)</a:t>
            </a:r>
            <a:endParaRPr lang="en-US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标题 52225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2466" name="文本占位符 52226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latinLnBrk="0" hangingPunct="1">
              <a:lnSpc>
                <a:spcPct val="150000"/>
              </a:lnSpc>
              <a:spcBef>
                <a:spcPct val="0"/>
              </a:spcBef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3-7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输出所有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3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位“水仙花数”。所谓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n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位水仙花数是指1个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n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位的十进制数，其各位数字的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n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次方之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和等于该数本身。例如：153是水仙花数，因为153 = 1</a:t>
            </a:r>
            <a:r>
              <a:rPr lang="zh-CN" altLang="en-US" sz="1800" kern="1200" baseline="30000" dirty="0">
                <a:latin typeface="宋体" panose="02010600030101010101" pitchFamily="2" charset="-122"/>
                <a:ea typeface="+mn-ea"/>
                <a:cs typeface="+mn-cs"/>
              </a:rPr>
              <a:t>3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+ 5</a:t>
            </a:r>
            <a:r>
              <a:rPr lang="zh-CN" altLang="en-US" sz="1800" kern="1200" baseline="30000" dirty="0">
                <a:latin typeface="宋体" panose="02010600030101010101" pitchFamily="2" charset="-122"/>
                <a:ea typeface="+mn-ea"/>
                <a:cs typeface="+mn-cs"/>
              </a:rPr>
              <a:t>3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+ 3</a:t>
            </a:r>
            <a:r>
              <a:rPr lang="zh-CN" altLang="en-US" sz="1800" kern="1200" baseline="30000" dirty="0">
                <a:latin typeface="宋体" panose="02010600030101010101" pitchFamily="2" charset="-122"/>
                <a:ea typeface="+mn-ea"/>
                <a:cs typeface="+mn-cs"/>
              </a:rPr>
              <a:t>3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ü"/>
            </a:pPr>
            <a:r>
              <a:rPr lang="zh-CN" altLang="en-US" sz="1600" dirty="0">
                <a:latin typeface="Consolas" panose="020B0609020204030204" charset="0"/>
                <a:cs typeface="Consolas" panose="020B0609020204030204" charset="0"/>
                <a:sym typeface="+mn-ea"/>
              </a:rPr>
              <a:t>方法一：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  <a:cs typeface="Consolas" panose="020B0609020204030204" charset="0"/>
                <a:sym typeface="+mn-ea"/>
              </a:rPr>
              <a:t>for i in range(100, 1000):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  <a:cs typeface="Consolas" panose="020B0609020204030204" charset="0"/>
                <a:sym typeface="+mn-ea"/>
              </a:rPr>
              <a:t>    bai, shi, ge = map(int, str(i))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  <a:cs typeface="Consolas" panose="020B0609020204030204" charset="0"/>
                <a:sym typeface="+mn-ea"/>
              </a:rPr>
              <a:t>    if ge**3 + shi**3 + bai**3 == i: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dirty="0">
                <a:latin typeface="Consolas" panose="020B0609020204030204" charset="0"/>
                <a:cs typeface="Consolas" panose="020B0609020204030204" charset="0"/>
                <a:sym typeface="+mn-ea"/>
              </a:rPr>
              <a:t>        print(i)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>
              <a:buNone/>
            </a:pPr>
            <a:endParaRPr lang="en-US" sz="16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63490" name="内容占位符 2"/>
          <p:cNvSpPr>
            <a:spLocks noGrp="1"/>
          </p:cNvSpPr>
          <p:nvPr>
            <p:ph idx="1"/>
          </p:nvPr>
        </p:nvSpPr>
        <p:spPr/>
        <p:txBody>
          <a:bodyPr anchor="t"/>
          <a:p>
            <a:pPr>
              <a:buFont typeface="Wingdings" panose="05000000000000000000" charset="0"/>
              <a:buChar char="ü"/>
            </a:pPr>
            <a:r>
              <a:rPr lang="zh-CN" altLang="en-US" sz="1600" kern="1200">
                <a:latin typeface="Consolas" panose="020B0609020204030204" charset="0"/>
                <a:ea typeface="+mn-ea"/>
                <a:cs typeface="+mn-cs"/>
              </a:rPr>
              <a:t>方法二：</a:t>
            </a:r>
            <a:endParaRPr lang="zh-CN" altLang="en-US" sz="1600" kern="1200">
              <a:latin typeface="Consolas" panose="020B0609020204030204" charset="0"/>
              <a:ea typeface="+mn-ea"/>
              <a:cs typeface="+mn-cs"/>
            </a:endParaRPr>
          </a:p>
          <a:p>
            <a:pPr marL="0" indent="0">
              <a:buNone/>
            </a:pPr>
            <a:r>
              <a:rPr lang="zh-CN" altLang="en-US" sz="1600" kern="1200">
                <a:latin typeface="Consolas" panose="020B0609020204030204" charset="0"/>
                <a:ea typeface="+mn-ea"/>
                <a:cs typeface="+mn-cs"/>
              </a:rPr>
              <a:t>for num in range(100, 1000):</a:t>
            </a:r>
            <a:endParaRPr lang="zh-CN" altLang="en-US" sz="1600" kern="1200">
              <a:latin typeface="Consolas" panose="020B0609020204030204" charset="0"/>
              <a:ea typeface="+mn-ea"/>
              <a:cs typeface="+mn-cs"/>
            </a:endParaRPr>
          </a:p>
          <a:p>
            <a:pPr marL="0" indent="0">
              <a:buNone/>
            </a:pPr>
            <a:r>
              <a:rPr lang="zh-CN" altLang="en-US" sz="1600" kern="1200">
                <a:latin typeface="Consolas" panose="020B0609020204030204" charset="0"/>
                <a:ea typeface="+mn-ea"/>
                <a:cs typeface="+mn-cs"/>
              </a:rPr>
              <a:t>    if sum(</a:t>
            </a:r>
            <a:r>
              <a:rPr lang="zh-CN" altLang="en-US" sz="1600">
                <a:latin typeface="Consolas" panose="020B0609020204030204" charset="0"/>
                <a:sym typeface="+mn-ea"/>
              </a:rPr>
              <a:t>map(lambda x:int(x)**3, str(num))</a:t>
            </a:r>
            <a:r>
              <a:rPr lang="zh-CN" altLang="en-US" sz="1600" kern="1200">
                <a:latin typeface="Consolas" panose="020B0609020204030204" charset="0"/>
                <a:ea typeface="+mn-ea"/>
                <a:cs typeface="+mn-cs"/>
              </a:rPr>
              <a:t>) == num:</a:t>
            </a:r>
            <a:endParaRPr lang="zh-CN" altLang="en-US" sz="1600" kern="1200">
              <a:latin typeface="Consolas" panose="020B0609020204030204" charset="0"/>
              <a:ea typeface="+mn-ea"/>
              <a:cs typeface="+mn-cs"/>
            </a:endParaRPr>
          </a:p>
          <a:p>
            <a:pPr marL="0" indent="0">
              <a:buNone/>
            </a:pPr>
            <a:r>
              <a:rPr lang="zh-CN" altLang="en-US" sz="1600" kern="1200">
                <a:latin typeface="Consolas" panose="020B0609020204030204" charset="0"/>
                <a:ea typeface="+mn-ea"/>
                <a:cs typeface="+mn-cs"/>
              </a:rPr>
              <a:t>        print(num)</a:t>
            </a:r>
            <a:endParaRPr lang="zh-CN" altLang="en-US" sz="1600" kern="1200"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ü"/>
            </a:pPr>
            <a:r>
              <a:rPr lang="zh-CN" altLang="en-US" sz="1600"/>
              <a:t>扩展到</a:t>
            </a:r>
            <a:r>
              <a:rPr lang="en-US" altLang="zh-CN" sz="1600"/>
              <a:t>n</a:t>
            </a:r>
            <a:r>
              <a:rPr lang="zh-CN" altLang="en-US" sz="1600"/>
              <a:t>位水仙花数：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>
                <a:latin typeface="Consolas" panose="020B0609020204030204" charset="0"/>
                <a:cs typeface="Consolas" panose="020B0609020204030204" charset="0"/>
              </a:rPr>
              <a:t>n = int(input('请输入位数：'))</a:t>
            </a:r>
            <a:endParaRPr lang="zh-CN" alt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600">
                <a:latin typeface="Consolas" panose="020B0609020204030204" charset="0"/>
                <a:cs typeface="Consolas" panose="020B0609020204030204" charset="0"/>
              </a:rPr>
              <a:t>for num in range(10**(n-1), 10**n):</a:t>
            </a:r>
            <a:endParaRPr lang="zh-CN" alt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600">
                <a:latin typeface="Consolas" panose="020B0609020204030204" charset="0"/>
                <a:cs typeface="Consolas" panose="020B0609020204030204" charset="0"/>
              </a:rPr>
              <a:t>    if sum(map(lambda i: int(i)**n, str(num))) == num:</a:t>
            </a:r>
            <a:endParaRPr lang="zh-CN" alt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600">
                <a:latin typeface="Consolas" panose="020B0609020204030204" charset="0"/>
                <a:cs typeface="Consolas" panose="020B0609020204030204" charset="0"/>
              </a:rPr>
              <a:t>        print(num)</a:t>
            </a:r>
            <a:endParaRPr lang="zh-CN" altLang="en-US" sz="16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ü"/>
            </a:pPr>
            <a:r>
              <a:rPr lang="zh-CN" altLang="en-US" sz="1600">
                <a:latin typeface="Consolas" panose="020B0609020204030204" charset="0"/>
                <a:cs typeface="Consolas" panose="020B0609020204030204" charset="0"/>
              </a:rPr>
              <a:t>函数式编程：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n = int(input('请输入位数：'))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result = filter(lambda num: sum(map(lambda i: int(i)**n,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                                str(num)))==num,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            range(10**(n-1), 10**n))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for num in result: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print(num)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标题 53249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dirty="0">
                <a:latin typeface="宋体" panose="02010600030101010101" pitchFamily="2" charset="-122"/>
                <a:sym typeface="+mn-ea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4514" name="文本占位符 53250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3-8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统计考试成绩中优、良、中、及格、不及格的人数。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ü"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方法一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scores = [89,70,49,87,92,84,73,71,78,81,90,37,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  77,82,81,79,80,82,75,90,54,80,70,68,61]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groups = {'优秀':0, '良':0, '中':0, '及格':0, '不及格':0}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for score in scores: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if score&gt;=90: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groups['优秀'] = groups['优秀']+1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elif score&gt;=80: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groups['良'] = groups['良']+1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elif score&gt;=70: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groups['中'] = groups['中']+1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elif score&gt;=60: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groups['及格'] = groups['及格']+1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else: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groups['不及格'] = groups['不及格']+1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4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print(groups)</a:t>
            </a:r>
            <a:endParaRPr lang="zh-CN" altLang="en-US" sz="14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eaLnBrk="1" latinLnBrk="0" hangingPunct="1">
              <a:spcBef>
                <a:spcPts val="0"/>
              </a:spcBef>
              <a:buFont typeface="Wingdings" panose="05000000000000000000" charset="0"/>
              <a:buChar char="ü"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方法二：</a:t>
            </a:r>
            <a:endParaRPr lang="en-US" sz="14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from itertools import groupby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scores = [89,70,49,87,92,84,73,71,78,81,90,37,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      77,82,81,79,80,82,75,90,54,80,70,68,61]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def classify(score):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if score&gt;=90: return '优秀'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elif score&gt;=80: return '良'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elif score&gt;=70: return '中'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elif score&gt;=60: return '及格'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else: return '不及格'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groups = {category:len(tuple(score))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      for category, score in groupby(sorted(scores), classify)}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print(groups)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ü"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方法三：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from collections import Counter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from pandas import cut          #需要先按照扩展库pandas才能使用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scores = [89,70,49,87,92,84,73,71,78,81,90,37,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      77,82,81,79,80,82,75,90,54,80,70,68,61]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groups = Counter(cut(scores,[0,60,70,80,90,101],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                 labels=['不及格','及格','中','良','优秀'],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                 right=False))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print(groups)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标题 54273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dirty="0">
                <a:latin typeface="宋体" panose="02010600030101010101" pitchFamily="2" charset="-122"/>
                <a:sym typeface="+mn-ea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5538" name="文本占位符 54274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lnSpc>
                <a:spcPct val="90000"/>
              </a:lnSpc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3-9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打印九九乘法表。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en-US" altLang="zh-CN" sz="1350" kern="1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for i in range(1,10):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    for j in range(1,i+1):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        print('{0}*{1}={2}'.format(i,j,i*j).ljust(6), end=' ')</a:t>
            </a:r>
            <a:endParaRPr lang="en-US" altLang="zh-CN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    print()</a:t>
            </a:r>
            <a:endParaRPr lang="en-US" altLang="zh-CN" sz="135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350" kern="1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" y="2701925"/>
            <a:ext cx="6727190" cy="207518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标题 55297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6562" name="文本占位符 55298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3-10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求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200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以内能被</a:t>
            </a:r>
            <a:r>
              <a:rPr lang="en-US" altLang="zh-CN" sz="1800" kern="1200" dirty="0">
                <a:latin typeface="宋体" panose="02010600030101010101" pitchFamily="2" charset="-122"/>
                <a:ea typeface="+mn-ea"/>
                <a:cs typeface="+mn-cs"/>
              </a:rPr>
              <a:t>17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整除的最大正整数。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for i in range(200,0,-1):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if i%17 == 0: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print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(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i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)</a:t>
            </a:r>
            <a:endParaRPr lang="en-US" altLang="zh-CN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break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标题 56321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7586" name="文本占位符 56322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§"/>
            </a:pPr>
            <a:r>
              <a:rPr lang="zh-CN" altLang="en-US" sz="1800" b="1" kern="1200" dirty="0"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kern="1200" dirty="0">
                <a:latin typeface="宋体" panose="02010600030101010101" pitchFamily="2" charset="-122"/>
                <a:ea typeface="+mn-ea"/>
                <a:cs typeface="+mn-cs"/>
              </a:rPr>
              <a:t>3-11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1800" kern="1200" dirty="0">
                <a:latin typeface="宋体" panose="02010600030101010101" pitchFamily="2" charset="-122"/>
                <a:ea typeface="+mn-ea"/>
                <a:cs typeface="+mn-cs"/>
              </a:rPr>
              <a:t>判断一个数是否为素数。</a:t>
            </a:r>
            <a:endParaRPr lang="zh-CN" altLang="en-US" sz="18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500" kern="12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import math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n = input('Input an inte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+mn-cs"/>
              </a:rPr>
              <a:t>ge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r:')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n = int(n)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m = math.ceil(math.sqrt(n)+1)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for i in range(2, m):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if n%i == 0 and i&lt;n: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    print('No')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    break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else: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+mn-cs"/>
              </a:rPr>
              <a:t>    print('Yes')</a:t>
            </a:r>
            <a:endParaRPr lang="zh-CN" altLang="en-US" sz="1600" kern="1200" dirty="0"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标题 57345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7346" name="文本占位符 57346"/>
          <p:cNvSpPr>
            <a:spLocks noGrp="1"/>
          </p:cNvSpPr>
          <p:nvPr>
            <p:ph idx="1"/>
          </p:nvPr>
        </p:nvSpPr>
        <p:spPr>
          <a:xfrm>
            <a:off x="457200" y="1101300"/>
            <a:ext cx="8229600" cy="3395066"/>
          </a:xfrm>
        </p:spPr>
        <p:txBody>
          <a:bodyPr wrap="square" lIns="68591" tIns="34295" rIns="68591" bIns="34295" anchor="t"/>
          <a:p>
            <a:pPr eaLnBrk="1" fontAlgn="base" latinLnBrk="0" hangingPunct="1">
              <a:lnSpc>
                <a:spcPct val="150000"/>
              </a:lnSpc>
              <a:spcBef>
                <a:spcPts val="0"/>
              </a:spcBef>
              <a:buSzPct val="70000"/>
              <a:buFont typeface="Wingdings" panose="05000000000000000000" charset="0"/>
              <a:buChar char="n"/>
            </a:pPr>
            <a:r>
              <a:rPr lang="zh-CN" altLang="en-US" sz="1800" b="1" strike="noStrike" kern="1200" noProof="1" dirty="0">
                <a:effectLst/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lang="en-US" altLang="zh-CN" sz="1800" b="1" strike="noStrike" kern="1200" noProof="1" dirty="0">
                <a:effectLst/>
                <a:latin typeface="宋体" panose="02010600030101010101" pitchFamily="2" charset="-122"/>
                <a:ea typeface="+mn-ea"/>
                <a:cs typeface="+mn-cs"/>
              </a:rPr>
              <a:t>3-12</a:t>
            </a:r>
            <a:r>
              <a:rPr lang="zh-CN" altLang="en-US" sz="1800" strike="noStrike" kern="1200" noProof="1" dirty="0">
                <a:effectLst/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1800" strike="noStrike" kern="1200" noProof="1" dirty="0">
                <a:effectLst/>
                <a:latin typeface="宋体" panose="02010600030101010101" pitchFamily="2" charset="-122"/>
                <a:ea typeface="+mn-ea"/>
                <a:cs typeface="+mn-cs"/>
              </a:rPr>
              <a:t>鸡兔同笼问题。假设共有鸡、兔30只，脚90只，求鸡、兔各有多少只。</a:t>
            </a:r>
            <a:endParaRPr lang="zh-CN" altLang="en-US" sz="1800" strike="noStrike" kern="1200" noProof="1" dirty="0">
              <a:effectLst/>
              <a:latin typeface="宋体" panose="02010600030101010101" pitchFamily="2" charset="-122"/>
              <a:ea typeface="+mn-ea"/>
              <a:cs typeface="+mn-cs"/>
            </a:endParaRPr>
          </a:p>
          <a:p>
            <a:pPr marL="1905" indent="-344805" eaLnBrk="1" fontAlgn="base" hangingPunct="1">
              <a:lnSpc>
                <a:spcPct val="90000"/>
              </a:lnSpc>
              <a:buSzPct val="70000"/>
              <a:buFont typeface="Wingdings" panose="05000000000000000000" pitchFamily="2" charset="2"/>
              <a:buNone/>
            </a:pPr>
            <a:endParaRPr lang="zh-CN" altLang="en-US" sz="2100" strike="noStrike" kern="1200" noProof="1" dirty="0">
              <a:effectLst/>
              <a:latin typeface="宋体" panose="02010600030101010101" pitchFamily="2" charset="-122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kern="1200" noProof="1" dirty="0">
                <a:effectLst/>
                <a:latin typeface="Consolas" panose="020B0609020204030204" charset="0"/>
                <a:ea typeface="+mn-ea"/>
                <a:cs typeface="+mn-cs"/>
              </a:rPr>
              <a:t>for ji in range(0, 31):</a:t>
            </a:r>
            <a:endParaRPr lang="zh-CN" altLang="en-US" sz="1600" strike="noStrike" kern="1200" noProof="1" dirty="0">
              <a:effectLst/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kern="1200" noProof="1" dirty="0">
                <a:effectLst/>
                <a:latin typeface="Consolas" panose="020B0609020204030204" charset="0"/>
                <a:ea typeface="+mn-ea"/>
                <a:cs typeface="+mn-cs"/>
              </a:rPr>
              <a:t>    if 2*ji + (30-ji)*4 == 90:</a:t>
            </a:r>
            <a:endParaRPr lang="zh-CN" altLang="en-US" sz="1600" strike="noStrike" kern="1200" noProof="1" dirty="0">
              <a:effectLst/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kern="1200" noProof="1" dirty="0">
                <a:effectLst/>
                <a:latin typeface="Consolas" panose="020B0609020204030204" charset="0"/>
                <a:ea typeface="+mn-ea"/>
                <a:cs typeface="+mn-cs"/>
              </a:rPr>
              <a:t>        print('ji:', ji, ' tu:', 30-ji)</a:t>
            </a:r>
            <a:endParaRPr lang="zh-CN" altLang="en-US" sz="1600" strike="noStrike" kern="1200" noProof="1" dirty="0">
              <a:effectLst/>
              <a:latin typeface="Consolas" panose="020B0609020204030204" charset="0"/>
              <a:ea typeface="+mn-ea"/>
              <a:cs typeface="+mn-cs"/>
            </a:endParaRPr>
          </a:p>
          <a:p>
            <a:pPr marL="1905" indent="-344805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kern="1200" noProof="1" dirty="0">
                <a:effectLst/>
                <a:latin typeface="Consolas" panose="020B0609020204030204" charset="0"/>
                <a:ea typeface="+mn-ea"/>
                <a:cs typeface="+mn-cs"/>
              </a:rPr>
              <a:t>        </a:t>
            </a:r>
            <a:r>
              <a:rPr lang="en-US" altLang="zh-CN" sz="1600" strike="noStrike" kern="1200" noProof="1" dirty="0">
                <a:effectLst/>
                <a:latin typeface="Consolas" panose="020B0609020204030204" charset="0"/>
                <a:ea typeface="+mn-ea"/>
                <a:cs typeface="+mn-cs"/>
              </a:rPr>
              <a:t>break</a:t>
            </a:r>
            <a:endParaRPr lang="en-US" altLang="zh-CN" sz="1600" strike="noStrike" kern="1200" noProof="1" dirty="0">
              <a:effectLst/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58370" name="内容占位符 2"/>
          <p:cNvSpPr>
            <a:spLocks noGrp="1"/>
          </p:cNvSpPr>
          <p:nvPr>
            <p:ph idx="1"/>
          </p:nvPr>
        </p:nvSpPr>
        <p:spPr>
          <a:xfrm>
            <a:off x="457200" y="1253700"/>
            <a:ext cx="8229600" cy="3395066"/>
          </a:xfrm>
        </p:spPr>
        <p:txBody>
          <a:bodyPr anchor="t"/>
          <a:p>
            <a:pPr marL="285750" indent="-285750" fontAlgn="base">
              <a:buSzPct val="70000"/>
              <a:buFont typeface="Wingdings" panose="05000000000000000000" charset="0"/>
              <a:buChar char="n"/>
            </a:pPr>
            <a:r>
              <a:rPr lang="zh-CN" altLang="en-US" sz="1800" strike="noStrike" kern="1200" noProof="1">
                <a:effectLst/>
                <a:latin typeface="+mn-lt"/>
                <a:ea typeface="+mn-ea"/>
                <a:cs typeface="+mn-cs"/>
              </a:rPr>
              <a:t>补充：另类解法。</a:t>
            </a:r>
            <a:endParaRPr lang="zh-CN" altLang="en-US" sz="1800" strike="noStrike" kern="1200" noProof="1">
              <a:effectLst/>
              <a:latin typeface="+mn-lt"/>
              <a:ea typeface="+mn-ea"/>
              <a:cs typeface="+mn-cs"/>
            </a:endParaRPr>
          </a:p>
          <a:p>
            <a:pPr marL="0" indent="0" fontAlgn="base">
              <a:buSzPct val="70000"/>
              <a:buFont typeface="Wingdings" panose="05000000000000000000" pitchFamily="2" charset="2"/>
              <a:buNone/>
            </a:pPr>
            <a:endParaRPr lang="zh-CN" altLang="en-US" sz="1350" strike="noStrike" kern="1200" noProof="1">
              <a:effectLst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eaLnBrk="1" latinLnBrk="0" hangingPunct="1"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kern="1200" noProof="1">
                <a:effectLst/>
                <a:latin typeface="Consolas" panose="020B0609020204030204" charset="0"/>
                <a:ea typeface="宋体" panose="02010600030101010101" pitchFamily="2" charset="-122"/>
                <a:cs typeface="+mn-cs"/>
              </a:rPr>
              <a:t>def demo(tui, jitu):</a:t>
            </a:r>
            <a:endParaRPr lang="zh-CN" altLang="en-US" sz="1600" strike="noStrike" kern="1200" noProof="1">
              <a:effectLst/>
              <a:latin typeface="Consolas" panose="020B0609020204030204" charset="0"/>
              <a:ea typeface="宋体" panose="02010600030101010101" pitchFamily="2" charset="-122"/>
              <a:cs typeface="+mn-cs"/>
            </a:endParaRPr>
          </a:p>
          <a:p>
            <a:pPr marL="0" indent="0" eaLnBrk="1" latinLnBrk="0" hangingPunct="1"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 strike="noStrike" kern="1200" noProof="1">
                <a:effectLst/>
                <a:latin typeface="Consolas" panose="020B0609020204030204" charset="0"/>
                <a:ea typeface="宋体" panose="02010600030101010101" pitchFamily="2" charset="-122"/>
                <a:cs typeface="+mn-cs"/>
              </a:rPr>
              <a:t>    tu = (tui - jitu*2)/2</a:t>
            </a:r>
            <a:endParaRPr lang="zh-CN" altLang="en-US" sz="1600" strike="noStrike" kern="1200" noProof="1">
              <a:effectLst/>
              <a:latin typeface="Consolas" panose="020B0609020204030204" charset="0"/>
              <a:ea typeface="宋体" panose="02010600030101010101" pitchFamily="2" charset="-122"/>
              <a:cs typeface="+mn-cs"/>
            </a:endParaRPr>
          </a:p>
          <a:p>
            <a:pPr marL="0" indent="0" eaLnBrk="1" latinLnBrk="0" hangingPunct="1"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>
                <a:latin typeface="Consolas" panose="020B0609020204030204" charset="0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600" strike="noStrike" kern="1200" noProof="1">
                <a:effectLst/>
                <a:latin typeface="Consolas" panose="020B0609020204030204" charset="0"/>
                <a:ea typeface="宋体" panose="02010600030101010101" pitchFamily="2" charset="-122"/>
                <a:cs typeface="+mn-cs"/>
              </a:rPr>
              <a:t>if int(tu)==tu:</a:t>
            </a:r>
            <a:endParaRPr lang="zh-CN" altLang="en-US" sz="1600" strike="noStrike" kern="1200" noProof="1">
              <a:effectLst/>
              <a:latin typeface="Consolas" panose="020B0609020204030204" charset="0"/>
              <a:ea typeface="宋体" panose="02010600030101010101" pitchFamily="2" charset="-122"/>
              <a:cs typeface="+mn-cs"/>
            </a:endParaRPr>
          </a:p>
          <a:p>
            <a:pPr marL="0" indent="0" eaLnBrk="1" latinLnBrk="0" hangingPunct="1"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>
                <a:latin typeface="Consolas" panose="020B0609020204030204" charset="0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 sz="1600" strike="noStrike" kern="1200" noProof="1">
                <a:effectLst/>
                <a:latin typeface="Consolas" panose="020B0609020204030204" charset="0"/>
                <a:ea typeface="宋体" panose="02010600030101010101" pitchFamily="2" charset="-122"/>
                <a:cs typeface="+mn-cs"/>
              </a:rPr>
              <a:t>return (int(tu), int(jitu-tu))</a:t>
            </a:r>
            <a:endParaRPr lang="zh-CN" altLang="en-US" sz="1600" strike="noStrike" kern="1200" noProof="1">
              <a:effectLst/>
              <a:latin typeface="Consolas" panose="020B0609020204030204" charset="0"/>
              <a:ea typeface="宋体" panose="02010600030101010101" pitchFamily="2" charset="-122"/>
              <a:cs typeface="+mn-cs"/>
            </a:endParaRPr>
          </a:p>
          <a:p>
            <a:pPr marL="0" indent="0" eaLnBrk="1" latinLnBrk="0" hangingPunct="1"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>
                <a:latin typeface="Consolas" panose="020B0609020204030204" charset="0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600" strike="noStrike" kern="1200" noProof="1">
                <a:effectLst/>
                <a:latin typeface="Consolas" panose="020B0609020204030204" charset="0"/>
                <a:ea typeface="宋体" panose="02010600030101010101" pitchFamily="2" charset="-122"/>
                <a:cs typeface="+mn-cs"/>
              </a:rPr>
              <a:t>else:</a:t>
            </a:r>
            <a:endParaRPr lang="zh-CN" altLang="en-US" sz="1600" strike="noStrike" kern="1200" noProof="1">
              <a:effectLst/>
              <a:latin typeface="Consolas" panose="020B0609020204030204" charset="0"/>
              <a:ea typeface="宋体" panose="02010600030101010101" pitchFamily="2" charset="-122"/>
              <a:cs typeface="+mn-cs"/>
            </a:endParaRPr>
          </a:p>
          <a:p>
            <a:pPr marL="0" indent="0" eaLnBrk="1" latinLnBrk="0" hangingPunct="1"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r>
              <a:rPr lang="zh-CN" altLang="en-US" sz="1600">
                <a:latin typeface="Consolas" panose="020B0609020204030204" charset="0"/>
                <a:ea typeface="宋体" panose="02010600030101010101" pitchFamily="2" charset="-122"/>
                <a:sym typeface="+mn-ea"/>
              </a:rPr>
              <a:t>        </a:t>
            </a:r>
            <a:r>
              <a:rPr lang="zh-CN" altLang="en-US" sz="1600" strike="noStrike" kern="1200" noProof="1">
                <a:effectLst/>
                <a:latin typeface="Consolas" panose="020B0609020204030204" charset="0"/>
                <a:ea typeface="宋体" panose="02010600030101010101" pitchFamily="2" charset="-122"/>
                <a:cs typeface="+mn-cs"/>
              </a:rPr>
              <a:t>return 'Data Error'	</a:t>
            </a:r>
            <a:endParaRPr lang="zh-CN" altLang="en-US" sz="1600" strike="noStrike" kern="1200" noProof="1">
              <a:effectLst/>
              <a:latin typeface="Consolas" panose="020B0609020204030204" charset="0"/>
              <a:ea typeface="宋体" panose="02010600030101010101" pitchFamily="2" charset="-122"/>
              <a:cs typeface="+mn-cs"/>
            </a:endParaRPr>
          </a:p>
          <a:p>
            <a:pPr marL="0" indent="0" eaLnBrk="1" latinLnBrk="0" hangingPunct="1">
              <a:spcBef>
                <a:spcPts val="0"/>
              </a:spcBef>
              <a:buSzPct val="70000"/>
              <a:buFont typeface="Wingdings" panose="05000000000000000000" pitchFamily="2" charset="2"/>
              <a:buNone/>
            </a:pPr>
            <a:endParaRPr lang="zh-CN" altLang="en-US" sz="1600" strike="noStrike" kern="1200" noProof="1">
              <a:solidFill>
                <a:srgbClr val="00B0F0"/>
              </a:solidFill>
              <a:effectLst/>
              <a:latin typeface="Consolas" panose="020B060902020403020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Content Placeholder 2">
            <a:hlinkClick r:id="" action="ppaction://ole?verb="/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5263515" y="1727200"/>
          <a:ext cx="3044190" cy="718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63515" y="1727200"/>
                        <a:ext cx="3044190" cy="718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标题 58369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8371" name="文本占位符 5837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charset="0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3-13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编写程序，输出由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这四个数字组成的每位数都不相同的所有三位数。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5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digits = (1, 2, 3, 4)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for i in digits: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for j in digits: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    for k in digits: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        if i!=j and j!=k and i!=k: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            print(i*100+j*10+k)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标题 59393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9395" name="文本占位符 593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charset="0"/>
              <a:buChar char="§"/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从代码优化的角度来讲，上面这段代码并不是很好，其中有些判断完全可以在外层循环来做，从而提高运行效率。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5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digits = (1, 2, 3, 4)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for i in digits: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for j in digits: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    if j==i: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        continue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    for k in digits: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        if k==i or k==j: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            continue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  <a:p>
            <a:pPr marL="1905" marR="0" lvl="0" indent="-34480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+mn-cs"/>
              </a:rPr>
              <a:t>            print(i*100+j*10+k)</a:t>
            </a:r>
            <a:endParaRPr kumimoji="0" lang="en-US" altLang="zh-CN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/>
            <a:r>
              <a:rPr lang="zh-CN" altLang="en-US" sz="1800" strike="noStrike" noProof="1"/>
              <a:t>当然，还可以进一步优化。</a:t>
            </a:r>
            <a:endParaRPr lang="zh-CN" altLang="en-US" sz="1800" strike="noStrike" noProof="1"/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digits = (1, 2, 3, 4)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for i in digits: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ii = i*100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for j in digits: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    if j == i: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        continue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    jj = j * 10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    for k in digits: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        if k!=i and k!=j: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            print(ii + jj + k)</a:t>
            </a:r>
            <a:endParaRPr lang="zh-CN" altLang="en-US" sz="1350" strike="noStrike" noProof="1">
              <a:latin typeface="Times New Roman" panose="02020603050405020304" pitchFamily="18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/>
            <a:r>
              <a:rPr lang="zh-CN" altLang="en-US" sz="1800" strike="noStrike" noProof="1">
                <a:effectLst/>
              </a:rPr>
              <a:t>也可以</a:t>
            </a:r>
            <a:r>
              <a:rPr lang="zh-CN" altLang="en-US" sz="1800" strike="noStrike" noProof="1">
                <a:effectLst/>
              </a:rPr>
              <a:t>使用集合实现同样功能。</a:t>
            </a:r>
            <a:endParaRPr lang="zh-CN" altLang="en-US" sz="1800" strike="noStrike" noProof="1">
              <a:effectLst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cs typeface="Consolas" panose="020B0609020204030204" charset="0"/>
              </a:rPr>
              <a:t>digits = {1, 2, 3, 4}</a:t>
            </a:r>
            <a:endParaRPr lang="zh-CN" altLang="en-US" sz="1600" strike="noStrike" noProof="1">
              <a:effectLst/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cs typeface="Consolas" panose="020B0609020204030204" charset="0"/>
              </a:rPr>
              <a:t>for i in digits:</a:t>
            </a:r>
            <a:endParaRPr lang="zh-CN" altLang="en-US" sz="1600" strike="noStrike" noProof="1">
              <a:effectLst/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cs typeface="Consolas" panose="020B0609020204030204" charset="0"/>
              </a:rPr>
              <a:t>    ii = i*100</a:t>
            </a:r>
            <a:endParaRPr lang="zh-CN" altLang="en-US" sz="1600" strike="noStrike" noProof="1">
              <a:effectLst/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cs typeface="Consolas" panose="020B0609020204030204" charset="0"/>
              </a:rPr>
              <a:t>    for j in digits-{i}:</a:t>
            </a:r>
            <a:endParaRPr lang="zh-CN" altLang="en-US" sz="1600" strike="noStrike" noProof="1">
              <a:effectLst/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cs typeface="Consolas" panose="020B0609020204030204" charset="0"/>
              </a:rPr>
              <a:t>        jj = j * 10</a:t>
            </a:r>
            <a:endParaRPr lang="zh-CN" altLang="en-US" sz="1600" strike="noStrike" noProof="1">
              <a:effectLst/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cs typeface="Consolas" panose="020B0609020204030204" charset="0"/>
              </a:rPr>
              <a:t>        for k in digits-{i,j}:</a:t>
            </a:r>
            <a:endParaRPr lang="zh-CN" altLang="en-US" sz="1600" strike="noStrike" noProof="1">
              <a:effectLst/>
              <a:latin typeface="Consolas" panose="020B0609020204030204" charset="0"/>
              <a:cs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cs typeface="Consolas" panose="020B0609020204030204" charset="0"/>
              </a:rPr>
              <a:t>            print(ii + jj + k)</a:t>
            </a:r>
            <a:endParaRPr lang="zh-CN" altLang="en-US" sz="1600" strike="noStrike" noProof="1">
              <a:effectLst/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800">
                <a:latin typeface="Consolas" panose="020B0609020204030204" charset="0"/>
                <a:cs typeface="Consolas" panose="020B0609020204030204" charset="0"/>
              </a:rPr>
              <a:t>还可以</a:t>
            </a:r>
            <a:r>
              <a:rPr lang="zh-CN" altLang="en-US" sz="1800">
                <a:latin typeface="Consolas" panose="020B0609020204030204" charset="0"/>
                <a:cs typeface="Consolas" panose="020B0609020204030204" charset="0"/>
              </a:rPr>
              <a:t>使用排列函数实现。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from itertools import permutations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digits = {1, 2, 3, 4}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for num in permutations(digits, 3):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num = int(''.join(map(str, num)))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print(num)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标题 60417"/>
          <p:cNvSpPr>
            <a:spLocks noGrp="1" noRot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0419" name="文本占位符 604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charset="0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例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3-14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有一箱苹果， 4 个 4 个地数最后余下 1 个， 5 个 5 个地数最后余下 2 个， 9 个 9 个地数最后余下 7 个。编写程序计算这箱苹果至少有多少个。</a:t>
            </a:r>
            <a:endParaRPr kumimoji="0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charset="0"/>
              <a:buChar char="n"/>
              <a:defRPr/>
            </a:pPr>
            <a:r>
              <a:rPr kumimoji="0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先确定除以 9 余 7 的最小整数，对这个数字重复加 9，如果得到的数字除以 5 余 2 就停止；然后对得到的数字重复加 45，如果得到的数字除以 4 余 1 就停止。这时得到的数字就是题目的答案。</a:t>
            </a:r>
            <a:endParaRPr kumimoji="0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from itertools import count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for num in count(16, 9):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if num%5 == 2: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    break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for result in count(num, 45):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if result%4 == 1: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    break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print(result)</a:t>
            </a:r>
            <a:endParaRPr lang="zh-CN" altLang="en-US" sz="1600" strike="noStrike" noProof="1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编写程序，计算组合数C(n,i)，即从n个元素中任选i个，有多少种选法。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35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根据组合数定义，需要计算3个数的阶乘，在很多编程语言中都很难直接使用整型变量表示大数的阶乘结果，虽然Python并不存在这个问题，但是计算大数的阶乘仍需要相当多的时间。本例提供另一种计算方法：以Cni(8,3)为例，按定义式展开如下，对于(5,8]区间的数，分子上出现一次而分母上没出现；(3,5]区间的数在分子、分母上各出现一次；[1,3]区间的数分子上出现一次而分母上出现两次。</a:t>
            </a: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6803" name="Content Placeholder 3">
            <a:hlinkClick r:id="" action="ppaction://ole?verb="/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786765" y="3373120"/>
          <a:ext cx="7309485" cy="834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276600" imgH="419100" progId="Equation.KSEE3">
                  <p:embed/>
                </p:oleObj>
              </mc:Choice>
              <mc:Fallback>
                <p:oleObj name="" r:id="rId1" imgW="3276600" imgH="419100" progId="Equation.KSEE3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6765" y="3373120"/>
                        <a:ext cx="7309485" cy="83439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77826" name="内容占位符 2"/>
          <p:cNvSpPr>
            <a:spLocks noGrp="1"/>
          </p:cNvSpPr>
          <p:nvPr>
            <p:ph idx="1"/>
          </p:nvPr>
        </p:nvSpPr>
        <p:spPr/>
        <p:txBody>
          <a:bodyPr wrap="square" lIns="68591" tIns="34295" rIns="68591" bIns="34295" anchor="t"/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def Cni1(n,i):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if not (isinstance(n,int) and isinstance(i,int) and n&gt;=i):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print('n and i must be integers and n 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&gt;=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i.')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return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result = 1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Min, Max = 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sorted(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(i,n-i)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)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for i in range(n,0,-1):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if i&gt;Max: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    result *= i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elif i&lt;=Min: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        result /</a:t>
            </a:r>
            <a:r>
              <a:rPr lang="en-US" altLang="zh-CN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/</a:t>
            </a: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= i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indent="0"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1600" kern="1200" dirty="0">
                <a:latin typeface="Consolas" panose="020B0609020204030204" charset="0"/>
                <a:ea typeface="+mn-ea"/>
                <a:cs typeface="Consolas" panose="020B0609020204030204" charset="0"/>
              </a:rPr>
              <a:t>    return result</a:t>
            </a:r>
            <a:endParaRPr lang="zh-CN" altLang="en-US" sz="1600" kern="1200" dirty="0">
              <a:latin typeface="Consolas" panose="020B0609020204030204" charset="0"/>
              <a:ea typeface="+mn-ea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>
              <a:buFont typeface="Wingdings" panose="05000000000000000000" charset="0"/>
              <a:buChar char="n"/>
            </a:pPr>
            <a:r>
              <a:rPr lang="zh-CN" altLang="en-US" sz="1800" strike="noStrike" noProof="1"/>
              <a:t>也可以使用math库中的阶乘函数直接按组合数定义实现。</a:t>
            </a:r>
            <a:endParaRPr lang="zh-CN" altLang="en-US" sz="1800" strike="noStrike" noProof="1"/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def Cni2(n, i):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import math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return int(math.factorial(n)/math.factorial(i)/math.factorial(n-i))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Cni2(6,2)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15</a:t>
            </a:r>
            <a:endParaRPr lang="zh-CN" altLang="en-US" sz="12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endParaRPr lang="zh-CN" altLang="en-US" sz="1350" strike="noStrike" noProof="1">
              <a:latin typeface="Times New Roman" panose="02020603050405020304" pitchFamily="18" charset="0"/>
            </a:endParaRPr>
          </a:p>
          <a:p>
            <a:pPr fontAlgn="base">
              <a:buFont typeface="Wingdings" panose="05000000000000000000" charset="0"/>
              <a:buChar char="n"/>
            </a:pPr>
            <a:r>
              <a:rPr lang="zh-CN" altLang="en-US" sz="1800" strike="noStrike" noProof="1"/>
              <a:t>还可以直接使用Python标准库itertools提供的函数。</a:t>
            </a:r>
            <a:endParaRPr lang="zh-CN" altLang="en-US" sz="1800" strike="noStrike" noProof="1"/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import itertools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len(tuple(itertools.combinations(range(60),2)))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1770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 案例精选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/>
              <a:t>Python 3.8</a:t>
            </a:r>
            <a:r>
              <a:rPr lang="zh-CN" altLang="en-US" sz="2000"/>
              <a:t>之后的版本中，</a:t>
            </a:r>
            <a:r>
              <a:rPr lang="en-US" altLang="zh-CN" sz="2000"/>
              <a:t>math</a:t>
            </a:r>
            <a:r>
              <a:rPr lang="zh-CN" altLang="en-US" sz="2000"/>
              <a:t>标准库直接提供了组合数和排列数计算的函数。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943100"/>
            <a:ext cx="7493635" cy="29387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 案例精选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" y="1134110"/>
            <a:ext cx="8451850" cy="303593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454390" cy="3395345"/>
          </a:xfrm>
        </p:spPr>
        <p:txBody>
          <a:bodyPr/>
          <a:p>
            <a:pPr marL="152400" indent="-152400" eaLnBrk="1" fontAlgn="base" latinLnBrk="0" hangingPunct="1">
              <a:spcBef>
                <a:spcPts val="0"/>
              </a:spcBef>
            </a:pPr>
            <a:r>
              <a:rPr lang="en-US" altLang="zh-CN" sz="1800" strike="noStrike" noProof="1"/>
              <a:t>itertools</a:t>
            </a:r>
            <a:r>
              <a:rPr lang="zh-CN" altLang="en-US" sz="1800" strike="noStrike" noProof="1"/>
              <a:t>模块中的函数combinations_with_replacement</a:t>
            </a:r>
            <a:r>
              <a:rPr lang="en-US" altLang="zh-CN" sz="1800" strike="noStrike" noProof="1"/>
              <a:t>()</a:t>
            </a:r>
            <a:r>
              <a:rPr lang="zh-CN" altLang="en-US" sz="1800">
                <a:sym typeface="+mn-ea"/>
              </a:rPr>
              <a:t>可以返回带重复值的组合</a:t>
            </a:r>
            <a:r>
              <a:rPr lang="zh-CN" altLang="en-US" sz="1800" strike="noStrike" noProof="1"/>
              <a:t>。</a:t>
            </a:r>
            <a:endParaRPr lang="zh-CN" altLang="en-US" sz="1800" strike="noStrike" noProof="1"/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endParaRPr lang="zh-CN" altLang="en-US" sz="1500" strike="noStrike" noProof="1"/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from itertools import combinations_with_replacement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primes = (2,3,5,7,11,13,17,19,23,29,31,37,41,43,47)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en-US" altLang="zh-CN" sz="1600" strike="noStrike" noProof="1"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平方和等于</a:t>
            </a:r>
            <a:r>
              <a:rPr lang="en-US" altLang="zh-CN" sz="1600" strike="noStrike" noProof="1">
                <a:latin typeface="Consolas" panose="020B0609020204030204" charset="0"/>
                <a:cs typeface="Consolas" panose="020B0609020204030204" charset="0"/>
              </a:rPr>
              <a:t>2019</a:t>
            </a: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的三个素数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for item in combinations_with_replacement(primes, 3):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if sum(map(lambda x:x**2, item)) == 2019: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latin typeface="Consolas" panose="020B0609020204030204" charset="0"/>
                <a:cs typeface="Consolas" panose="020B0609020204030204" charset="0"/>
              </a:rPr>
              <a:t>        print(item)</a:t>
            </a:r>
            <a:endParaRPr lang="zh-CN" altLang="en-US" sz="16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endParaRPr lang="zh-CN" altLang="en-US" sz="15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800" strike="noStrike" noProof="1">
                <a:latin typeface="Consolas" panose="020B0609020204030204" charset="0"/>
                <a:cs typeface="Consolas" panose="020B0609020204030204" charset="0"/>
              </a:rPr>
              <a:t>运行结果：</a:t>
            </a:r>
            <a:endParaRPr lang="zh-CN" altLang="en-US" sz="1500" strike="noStrike" noProof="1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fontAlgn="base" latinLnBrk="0" hangingPunct="1">
              <a:spcBef>
                <a:spcPts val="0"/>
              </a:spcBef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  <a:cs typeface="Consolas" panose="020B0609020204030204" charset="0"/>
              </a:rPr>
              <a:t>(7, 11, 43) (7, 17, 41) (11, 23, 37) (13, 13, 41) (17, 19, 37) (23, 23, 31)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>
              <a:buFont typeface="Wingdings" panose="05000000000000000000" charset="0"/>
              <a:buChar char="§"/>
            </a:pPr>
            <a:r>
              <a:rPr lang="zh-CN" altLang="en-US" sz="1800" strike="noStrike" noProof="1">
                <a:sym typeface="+mn-ea"/>
              </a:rPr>
              <a:t>itertools还提供了排列函数permutations()。</a:t>
            </a:r>
            <a:endParaRPr lang="zh-CN" altLang="en-US" sz="1800" strike="noStrike" noProof="1">
              <a:sym typeface="+mn-ea"/>
            </a:endParaRPr>
          </a:p>
          <a:p>
            <a:pPr marL="0" indent="0" fontAlgn="base">
              <a:buNone/>
            </a:pPr>
            <a:endParaRPr lang="zh-CN" altLang="en-US" sz="1500" strike="noStrike" noProof="1"/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import itertools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for item in itertools.permutations(range(1,4),2):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print(item)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	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(1, 2)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(1, 3)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(2, 1)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(2, 3)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(3, 1)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(3, 2)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fontAlgn="base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§"/>
            </a:pPr>
            <a:r>
              <a:rPr lang="zh-CN" altLang="en-US" sz="1800" strike="noStrike" noProof="1"/>
              <a:t>itertools还提供了用于循环遍历可迭代对象元素的函数cycle()。</a:t>
            </a:r>
            <a:endParaRPr lang="zh-CN" altLang="en-US" sz="1800" strike="noStrike" noProof="1"/>
          </a:p>
          <a:p>
            <a:pPr marL="0" indent="0" fontAlgn="base">
              <a:buNone/>
            </a:pPr>
            <a:endParaRPr lang="zh-CN" altLang="en-US" sz="1350" strike="noStrike" noProof="1">
              <a:latin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import itertools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x = 'Private Key'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y = itertools.cycle(x)            #循环遍历序列中的元素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for i in range(20):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print(next(y), end=',')	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P,r,i,v,a,t,e, ,K,e,y,P,r,i,v,a,t,e, ,K,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&gt;&gt;&gt; for i in range(5):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latin typeface="Consolas" panose="020B0609020204030204" charset="0"/>
              </a:rPr>
              <a:t>    print(next(y), end=',')	</a:t>
            </a:r>
            <a:endParaRPr lang="zh-CN" altLang="en-US" sz="1600" strike="noStrike" noProof="1"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latin typeface="Consolas" panose="020B0609020204030204" charset="0"/>
              </a:rPr>
              <a:t>e,y,P,r,i,</a:t>
            </a:r>
            <a:endParaRPr lang="zh-CN" altLang="en-US" sz="1600" strike="noStrike" noProof="1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fontAlgn="base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§"/>
            </a:pPr>
            <a:r>
              <a:rPr lang="zh-CN" altLang="en-US" sz="1800" strike="noStrike" noProof="1">
                <a:effectLst/>
                <a:sym typeface="+mn-ea"/>
              </a:rPr>
              <a:t>itertools还提供了根据一个序列的值对另一个序列进行过滤的函数compress()。</a:t>
            </a:r>
            <a:endParaRPr lang="zh-CN" altLang="en-US" sz="1800" strike="noStrike" noProof="1">
              <a:effectLst/>
              <a:sym typeface="+mn-ea"/>
            </a:endParaRPr>
          </a:p>
          <a:p>
            <a:pPr marL="0" indent="0" fontAlgn="base">
              <a:buNone/>
            </a:pPr>
            <a:endParaRPr lang="zh-CN" altLang="en-US" sz="1500" strike="noStrike" noProof="1">
              <a:effectLst/>
              <a:sym typeface="+mn-ea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sym typeface="+mn-ea"/>
              </a:rPr>
              <a:t>&gt;&gt;&gt; x = range(1, 20)</a:t>
            </a:r>
            <a:endParaRPr lang="zh-CN" altLang="en-US" sz="1600" strike="noStrike" noProof="1">
              <a:effectLst/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sym typeface="+mn-ea"/>
              </a:rPr>
              <a:t>&gt;&gt;&gt; y = (1,0)*9+(1,)</a:t>
            </a:r>
            <a:endParaRPr lang="zh-CN" altLang="en-US" sz="1600" strike="noStrike" noProof="1">
              <a:effectLst/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sym typeface="+mn-ea"/>
              </a:rPr>
              <a:t>&gt;&gt;&gt; y</a:t>
            </a:r>
            <a:endParaRPr lang="zh-CN" altLang="en-US" sz="1600" strike="noStrike" noProof="1">
              <a:effectLst/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effectLst/>
                <a:latin typeface="Consolas" panose="020B0609020204030204" charset="0"/>
                <a:sym typeface="+mn-ea"/>
              </a:rPr>
              <a:t>(1, 0, 1, 0, 1, 0, 1, 0, 1, 0, 1, 0, 1, 0, 1, 0, 1, 0, 1)</a:t>
            </a:r>
            <a:endParaRPr lang="zh-CN" altLang="en-US" sz="1600" strike="noStrike" noProof="1">
              <a:solidFill>
                <a:srgbClr val="00B0F0"/>
              </a:solidFill>
              <a:effectLst/>
              <a:latin typeface="Consolas" panose="020B0609020204030204" charset="0"/>
              <a:sym typeface="+mn-ea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effectLst/>
                <a:latin typeface="Consolas" panose="020B0609020204030204" charset="0"/>
                <a:sym typeface="+mn-ea"/>
              </a:rPr>
              <a:t>&gt;&gt;&gt; list(itertools.compress(x, y)) </a:t>
            </a:r>
            <a:endParaRPr lang="zh-CN" altLang="en-US" sz="1600" strike="noStrike" noProof="1">
              <a:effectLst/>
              <a:latin typeface="Consolas" panose="020B0609020204030204" charset="0"/>
            </a:endParaRPr>
          </a:p>
          <a:p>
            <a:pPr marL="0" indent="0" fontAlgn="base">
              <a:buNone/>
            </a:pPr>
            <a:r>
              <a:rPr lang="zh-CN" altLang="en-US" sz="1600" strike="noStrike" noProof="1">
                <a:solidFill>
                  <a:srgbClr val="00B0F0"/>
                </a:solidFill>
                <a:effectLst/>
                <a:latin typeface="Consolas" panose="020B0609020204030204" charset="0"/>
                <a:sym typeface="+mn-ea"/>
              </a:rPr>
              <a:t>[1, 3, 5, 7, 9, 11, 13, 15, 17, 19]</a:t>
            </a:r>
            <a:endParaRPr lang="zh-CN" altLang="en-US" sz="1600" strike="noStrike" noProof="1">
              <a:solidFill>
                <a:srgbClr val="00B0F0"/>
              </a:solidFill>
              <a:effectLst/>
              <a:latin typeface="Consolas" panose="020B0609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anchor="ctr"/>
          <a:p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eaLnBrk="1" fontAlgn="base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strike="noStrike" noProof="1">
                <a:effectLst/>
                <a:sym typeface="+mn-ea"/>
              </a:rPr>
              <a:t>itertools还提供了根据函数返回值对序列进行分组的函数groupby()。</a:t>
            </a:r>
            <a:endParaRPr lang="zh-CN" altLang="en-US" sz="1800" strike="noStrike" noProof="1">
              <a:effectLst/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&gt;&gt;&gt; def group(v):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    if v&gt;10: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        return 'greater than 10'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    elif v&lt;5: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        return 'less than 5'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    else: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        return 'between 5 and 10'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&gt;&gt;&gt; x = range(20)                       </a:t>
            </a:r>
            <a:r>
              <a:rPr lang="en-US" altLang="zh-CN" sz="1400" strike="noStrike" noProof="1">
                <a:effectLst/>
                <a:latin typeface="Consolas" panose="020B0609020204030204" charset="0"/>
              </a:rPr>
              <a:t>#</a:t>
            </a:r>
            <a:r>
              <a:rPr lang="zh-CN" altLang="en-US" sz="1400" strike="noStrike" noProof="1">
                <a:effectLst/>
                <a:latin typeface="Consolas" panose="020B0609020204030204" charset="0"/>
              </a:rPr>
              <a:t>待分组的数据，要求有序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&gt;&gt;&gt; y = itertools.groupby(x, group)     #根据函数返回值对序列元素进行分组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&gt;&gt;&gt; for k, v in y: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effectLst/>
                <a:latin typeface="Consolas" panose="020B0609020204030204" charset="0"/>
              </a:rPr>
              <a:t>    print(k, ':', list(v))</a:t>
            </a:r>
            <a:endParaRPr lang="zh-CN" altLang="en-US" sz="1400" strike="noStrike" noProof="1"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solidFill>
                  <a:srgbClr val="00B0F0"/>
                </a:solidFill>
                <a:effectLst/>
                <a:latin typeface="Consolas" panose="020B0609020204030204" charset="0"/>
              </a:rPr>
              <a:t>less than 5 : [0, 1, 2, 3, 4]</a:t>
            </a:r>
            <a:endParaRPr lang="zh-CN" altLang="en-US" sz="1400" strike="noStrike" noProof="1">
              <a:solidFill>
                <a:srgbClr val="00B0F0"/>
              </a:solidFill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solidFill>
                  <a:srgbClr val="00B0F0"/>
                </a:solidFill>
                <a:effectLst/>
                <a:latin typeface="Consolas" panose="020B0609020204030204" charset="0"/>
              </a:rPr>
              <a:t>between 5 and 10 : [5, 6, 7, 8, 9, 10]</a:t>
            </a:r>
            <a:endParaRPr lang="zh-CN" altLang="en-US" sz="1400" strike="noStrike" noProof="1">
              <a:solidFill>
                <a:srgbClr val="00B0F0"/>
              </a:solidFill>
              <a:effectLst/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400" strike="noStrike" noProof="1">
                <a:solidFill>
                  <a:srgbClr val="00B0F0"/>
                </a:solidFill>
                <a:effectLst/>
                <a:latin typeface="Consolas" panose="020B0609020204030204" charset="0"/>
              </a:rPr>
              <a:t>greater than 10 : [11, 12, 13, 14, 15, 16, 17, 18, 19]</a:t>
            </a:r>
            <a:endParaRPr lang="zh-CN" altLang="en-US" sz="1400" strike="noStrike" noProof="1">
              <a:solidFill>
                <a:srgbClr val="00B0F0"/>
              </a:solidFill>
              <a:effectLst/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569325" cy="3395345"/>
          </a:xfrm>
        </p:spPr>
        <p:txBody>
          <a:bodyPr/>
          <a:p>
            <a:r>
              <a:rPr lang="zh-CN" altLang="en-US" sz="1800"/>
              <a:t>根据字符种类数量判断密码安全强度。</a:t>
            </a:r>
            <a:endParaRPr lang="zh-CN" altLang="en-US"/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from itertools import groupby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def rules(ch):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    if '0'&lt;=ch&lt;='9': return 'digits'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    if 'a'&lt;=ch&lt;='z': return 'lowercase'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    if 'A'&lt;=ch&lt;='Z': return 'uppercase'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    if ch in ',._': return 'punctrations'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def check(pwd):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    grade = {1: 'weak', 2: 'below middle', 3: 'above middle', 4: 'strong'}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    num = len(tuple(groupby(</a:t>
            </a:r>
            <a:r>
              <a:rPr lang="en-US" altLang="zh-CN" sz="1600">
                <a:latin typeface="Consolas" panose="020B0609020204030204" charset="0"/>
              </a:rPr>
              <a:t>sorted(</a:t>
            </a:r>
            <a:r>
              <a:rPr lang="zh-CN" altLang="en-US" sz="1600">
                <a:latin typeface="Consolas" panose="020B0609020204030204" charset="0"/>
              </a:rPr>
              <a:t>pwd</a:t>
            </a:r>
            <a:r>
              <a:rPr lang="en-US" altLang="zh-CN" sz="1600">
                <a:latin typeface="Consolas" panose="020B0609020204030204" charset="0"/>
              </a:rPr>
              <a:t>)</a:t>
            </a:r>
            <a:r>
              <a:rPr lang="zh-CN" altLang="en-US" sz="1600">
                <a:latin typeface="Consolas" panose="020B0609020204030204" charset="0"/>
              </a:rPr>
              <a:t>, key=rules)))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    return grade.get(num, 'not suitable')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print(check('abcd'))</a:t>
            </a:r>
            <a:endParaRPr lang="zh-CN" altLang="en-US" sz="160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600">
                <a:latin typeface="Consolas" panose="020B0609020204030204" charset="0"/>
              </a:rPr>
              <a:t>print(check('aB123,'))</a:t>
            </a:r>
            <a:endParaRPr lang="zh-CN" altLang="en-US" sz="1600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标题 1"/>
          <p:cNvSpPr>
            <a:spLocks noGrp="1"/>
          </p:cNvSpPr>
          <p:nvPr>
            <p:ph type="title"/>
          </p:nvPr>
        </p:nvSpPr>
        <p:spPr>
          <a:xfrm>
            <a:off x="5080" y="1905"/>
            <a:ext cx="9128125" cy="949960"/>
          </a:xfrm>
          <a:gradFill rotWithShape="1">
            <a:gsLst>
              <a:gs pos="5000">
                <a:srgbClr val="E5EEF7">
                  <a:alpha val="100000"/>
                </a:srgbClr>
              </a:gs>
              <a:gs pos="24001">
                <a:srgbClr val="D7E5F3">
                  <a:alpha val="100000"/>
                </a:srgbClr>
              </a:gs>
              <a:gs pos="39000">
                <a:srgbClr val="D7E5F3">
                  <a:alpha val="100000"/>
                </a:srgbClr>
              </a:gs>
              <a:gs pos="100000">
                <a:srgbClr val="00B0F0">
                  <a:alpha val="100000"/>
                </a:srgbClr>
              </a:gs>
            </a:gsLst>
            <a:lin ang="10800000"/>
            <a:tileRect/>
          </a:gradFill>
        </p:spPr>
        <p:txBody>
          <a:bodyPr wrap="square" lIns="68591" tIns="34295" rIns="68591" bIns="34295" anchor="ctr"/>
          <a:p>
            <a:pPr eaLnBrk="1" hangingPunct="1"/>
            <a:r>
              <a:rPr lang="zh-CN" altLang="en-US" kern="1200" dirty="0"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3.5  案例精选</a:t>
            </a:r>
            <a:endParaRPr lang="zh-CN" altLang="en-US" kern="1200" dirty="0">
              <a:latin typeface="宋体" panose="02010600030101010101" pitchFamily="2" charset="-122"/>
              <a:ea typeface="+mj-ea"/>
              <a:cs typeface="+mj-cs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16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编写程序，计算理财产品收益，假设收益和本金一起滚动。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def licai(base, rate, days):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    #初始投资金额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    result = base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    #整除，用来计算一年可以滚动多少期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    times = 365//days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    for i in range(times):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        result = result +result*rate/365*days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    return result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#14天理财，利率0.0385，投资10万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print(licai(100000, 0.0385, 14))</a:t>
            </a: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/>
            <a:r>
              <a:rPr lang="zh-CN" altLang="en-US" sz="1800" b="1" strike="noStrike" noProof="1"/>
              <a:t>例</a:t>
            </a:r>
            <a:r>
              <a:rPr lang="en-US" altLang="zh-CN" sz="1800" b="1" strike="noStrike" noProof="1"/>
              <a:t>3-17</a:t>
            </a:r>
            <a:r>
              <a:rPr lang="en-US" altLang="zh-CN" sz="1800" strike="noStrike" noProof="1"/>
              <a:t>  计算</a:t>
            </a:r>
            <a:r>
              <a:rPr lang="zh-CN" altLang="en-US" sz="1800" strike="noStrike" noProof="1"/>
              <a:t>前</a:t>
            </a:r>
            <a:r>
              <a:rPr lang="en-US" altLang="zh-CN" sz="1800" strike="noStrike" noProof="1"/>
              <a:t>n</a:t>
            </a:r>
            <a:r>
              <a:rPr lang="zh-CN" altLang="en-US" sz="1800" strike="noStrike" noProof="1"/>
              <a:t>个自然数的阶乘之和</a:t>
            </a:r>
            <a:r>
              <a:rPr lang="en-US" altLang="zh-CN" sz="1800" strike="noStrike" noProof="1"/>
              <a:t>1!+2!+3!+...+n!</a:t>
            </a:r>
            <a:r>
              <a:rPr lang="zh-CN" altLang="en-US" sz="1800" strike="noStrike" noProof="1"/>
              <a:t>的值。</a:t>
            </a:r>
            <a:endParaRPr lang="zh-CN" altLang="en-US" sz="1800" strike="noStrike" noProof="1"/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from time import time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from functools import reduce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from operator import mul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from math import factorial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from numpy import cumprod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def func1(n):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    result = 0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    for i in range(1, n+1):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        t = 1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        for j in range(1, i+1):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            t = t*j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        result = result+t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zh-CN" altLang="en-US" sz="1350" strike="noStrike" noProof="1">
                <a:solidFill>
                  <a:schemeClr val="tx1"/>
                </a:solidFill>
                <a:latin typeface="Consolas" panose="020B0609020204030204" charset="0"/>
              </a:rPr>
              <a:t>    return result</a:t>
            </a:r>
            <a:endParaRPr lang="zh-CN" altLang="en-US" sz="1350" strike="noStrike" noProof="1">
              <a:solidFill>
                <a:schemeClr val="tx1"/>
              </a:solidFill>
              <a:latin typeface="Consolas" panose="020B0609020204030204" charset="0"/>
            </a:endParaRPr>
          </a:p>
        </p:txBody>
      </p:sp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案例精选</a:t>
            </a:r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def func2(n):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result = 0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for i in range(1, n+1):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    result = result+factorial(i)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return result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def func3(n):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result = 0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t = 1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for i in range(1, n+1):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    t = t*i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    result = result+t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return result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def func4(n):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return sum(map(factorial, range(1, n+1)))</a:t>
            </a:r>
            <a:endParaRPr lang="en-US" sz="1350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def func5(n):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return sum(cumprod(range(1,n+1), dtype=object))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def func6(n):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return sum(map(lambda x: reduce(mul, range(1,x+1)),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               range(1, n+1)))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for n in range(3000, 10000, 1000):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print(n)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values = []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for func in (func1, func2, func3, func4, func5, func6):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    start = time()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    values.append(func(n))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    print(time()-start, end='  ')</a:t>
            </a:r>
            <a:endParaRPr lang="en-US" sz="1350">
              <a:latin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350">
                <a:latin typeface="Consolas" panose="020B0609020204030204" charset="0"/>
              </a:rPr>
              <a:t>    print(len(set(values))==1)</a:t>
            </a:r>
            <a:endParaRPr lang="en-US" sz="1350">
              <a:latin typeface="Consolas" panose="020B060902020403020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案例精选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4490" y="1384300"/>
            <a:ext cx="8588375" cy="207581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1"/>
              <a:t>例</a:t>
            </a:r>
            <a:r>
              <a:rPr lang="en-US" altLang="zh-CN" sz="1800" b="1"/>
              <a:t>3-18</a:t>
            </a:r>
            <a:r>
              <a:rPr lang="en-US" altLang="zh-CN" sz="1800"/>
              <a:t>  验证6174猜想。1955年，卡普耶卡(D.R.Kaprekar)对4位数字进行了研究，发现一个规律：对任意各位数字不相同的4位数，使用各位数字能组成的最大数减去能组成的最小数，对得到的差重复这个操作，最终会得到6174这个数字，并且这个操作最多不会超过7次。</a:t>
            </a:r>
            <a:endParaRPr lang="en-US" altLang="zh-CN" sz="1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from string import digits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from itertools import combinations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for item in combinations(digits, 4):      # </a:t>
            </a:r>
            <a:r>
              <a:rPr lang="zh-CN" altLang="en-US" sz="1200">
                <a:latin typeface="Consolas" panose="020B0609020204030204" charset="0"/>
                <a:cs typeface="Consolas" panose="020B0609020204030204" charset="0"/>
              </a:rPr>
              <a:t>这里用组合和排列是一样的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times = 0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while True: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# 当前选择的4个数字能够组成的最大数和最小数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big = int(''.join(sorted(item, reverse=True)))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little = int(''.join(sorted(item)))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difference = big-little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times = times+1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# 如果最大数和最小数相减得到6174就退出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# 否则就对得到的差重复这个操作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# 最多7次，总能得到6174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if difference==6174: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    if times&gt;7: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        print(times)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    break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else: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sz="1200">
                <a:latin typeface="Consolas" panose="020B0609020204030204" charset="0"/>
                <a:cs typeface="Consolas" panose="020B0609020204030204" charset="0"/>
              </a:rPr>
              <a:t>            item = str(difference)</a:t>
            </a:r>
            <a:endParaRPr lang="en-US" sz="12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宋体" panose="02010600030101010101" pitchFamily="2" charset="-122"/>
                <a:sym typeface="宋体" panose="02010600030101010101" pitchFamily="2" charset="-122"/>
              </a:rPr>
              <a:t>3.5  案例精选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1800" b="1"/>
              <a:t>例3-19</a:t>
            </a:r>
            <a:r>
              <a:rPr lang="en-US" sz="1800"/>
              <a:t>  检测序列中的元素是否满足严格升序关系。</a:t>
            </a:r>
            <a:endParaRPr lang="en-US" sz="1800"/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def lessThan1(seq):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for index, value in enumerate(seq[:-1]):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    if value &gt;= seq[index+1]: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        return False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return True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def lessThan2(seq):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func = lambda x,y: x&lt;y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return all(map(func, seq[:-1], seq[1:]))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tests = ('abcdeff', [1,2,3,5,4], (3,5,7,9))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for test in tests: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buNone/>
            </a:pPr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print(lessThan1(test), lessThan2(test))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</p:txBody>
      </p:sp>
      <p:pic>
        <p:nvPicPr>
          <p:cNvPr id="10244" name="图片 3" descr="qrcode_for_gh_6f2df669dea9_1280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7546975" y="3779520"/>
            <a:ext cx="1582420" cy="1355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3853180" y="2550795"/>
            <a:ext cx="5020310" cy="82994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from operator import lt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def lessThan2(seq):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sz="1600">
                <a:latin typeface="Consolas" panose="020B0609020204030204" charset="0"/>
                <a:cs typeface="Consolas" panose="020B0609020204030204" charset="0"/>
              </a:rPr>
              <a:t>    return all(map(lt, seq[:-1], seq[1:]))</a:t>
            </a:r>
            <a:endParaRPr lang="en-US" sz="16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600feffb-b051-4c0e-8c61-8dde7acfd6e4"/>
  <p:tag name="COMMONDATA" val="eyJoZGlkIjoiNjQ4ODIzODhlZmQ0NTI0ZDU0ZTg3OTllNjVkMTBiMTg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eam">
  <a:themeElements>
    <a:clrScheme name="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AAAACA"/>
      </a:accent3>
      <a:accent4>
        <a:srgbClr val="DCDCDC"/>
      </a:accent4>
      <a:accent5>
        <a:srgbClr val="ADB9FF"/>
      </a:accent5>
      <a:accent6>
        <a:srgbClr val="6E3EBA"/>
      </a:accent6>
      <a:hlink>
        <a:srgbClr val="86D1EC"/>
      </a:hlink>
      <a:folHlink>
        <a:srgbClr val="45C984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默认设计模板_3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_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默认设计模板_4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_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Beam_2">
  <a:themeElements>
    <a:clrScheme name="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AAAACA"/>
      </a:accent3>
      <a:accent4>
        <a:srgbClr val="DCDCDC"/>
      </a:accent4>
      <a:accent5>
        <a:srgbClr val="ADB9FF"/>
      </a:accent5>
      <a:accent6>
        <a:srgbClr val="6E3EBA"/>
      </a:accent6>
      <a:hlink>
        <a:srgbClr val="86D1EC"/>
      </a:hlink>
      <a:folHlink>
        <a:srgbClr val="45C984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eam_2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2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2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2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2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2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2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2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2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默认设计模板_5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_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Beam_3">
  <a:themeElements>
    <a:clrScheme name="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AAAACA"/>
      </a:accent3>
      <a:accent4>
        <a:srgbClr val="DCDCDC"/>
      </a:accent4>
      <a:accent5>
        <a:srgbClr val="ADB9FF"/>
      </a:accent5>
      <a:accent6>
        <a:srgbClr val="6E3EBA"/>
      </a:accent6>
      <a:hlink>
        <a:srgbClr val="86D1EC"/>
      </a:hlink>
      <a:folHlink>
        <a:srgbClr val="45C984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eam_3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3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3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3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3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3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3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3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_3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17897</Words>
  <Application>WPS 演示</Application>
  <PresentationFormat>全屏显示(4:3)</PresentationFormat>
  <Paragraphs>984</Paragraphs>
  <Slides>78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78</vt:i4>
      </vt:variant>
    </vt:vector>
  </HeadingPairs>
  <TitlesOfParts>
    <vt:vector size="99" baseType="lpstr">
      <vt:lpstr>Arial</vt:lpstr>
      <vt:lpstr>宋体</vt:lpstr>
      <vt:lpstr>Wingdings</vt:lpstr>
      <vt:lpstr>Garamond</vt:lpstr>
      <vt:lpstr>Wingdings</vt:lpstr>
      <vt:lpstr>Consolas</vt:lpstr>
      <vt:lpstr>微软雅黑</vt:lpstr>
      <vt:lpstr>Arial Unicode MS</vt:lpstr>
      <vt:lpstr>Times New Roman</vt:lpstr>
      <vt:lpstr>默认设计模板</vt:lpstr>
      <vt:lpstr>默认设计模板_2</vt:lpstr>
      <vt:lpstr>Beam</vt:lpstr>
      <vt:lpstr>默认设计模板_3</vt:lpstr>
      <vt:lpstr>默认设计模板_4</vt:lpstr>
      <vt:lpstr>Beam_2</vt:lpstr>
      <vt:lpstr>默认设计模板_5</vt:lpstr>
      <vt:lpstr>Beam_3</vt:lpstr>
      <vt:lpstr>Visio.Drawing.11</vt:lpstr>
      <vt:lpstr>Visio.Drawing.11</vt:lpstr>
      <vt:lpstr>Equation.KSEE3</vt:lpstr>
      <vt:lpstr>Equation.KSEE3</vt:lpstr>
      <vt:lpstr>第3章 选择与循环  董付国 微信公众号：Python小屋</vt:lpstr>
      <vt:lpstr>3.1  条件表达式</vt:lpstr>
      <vt:lpstr>3.1  条件表达式</vt:lpstr>
      <vt:lpstr>3.1  条件表达式</vt:lpstr>
      <vt:lpstr>3.1  条件表达式</vt:lpstr>
      <vt:lpstr>3.1  条件表达式</vt:lpstr>
      <vt:lpstr>3.1  条件表达式</vt:lpstr>
      <vt:lpstr>3.1  条件表达式</vt:lpstr>
      <vt:lpstr>3.2.1  单分支选择结构</vt:lpstr>
      <vt:lpstr>3.2.2 双分支结构</vt:lpstr>
      <vt:lpstr>3.2.2 双分支结构</vt:lpstr>
      <vt:lpstr>3.2.2 双分支结构</vt:lpstr>
      <vt:lpstr>3.2.3 嵌套的分支结构</vt:lpstr>
      <vt:lpstr>3.2.3 嵌套的分支结构</vt:lpstr>
      <vt:lpstr>3.2.3 嵌套的分支结构</vt:lpstr>
      <vt:lpstr>3.2.3 嵌套的分支结构</vt:lpstr>
      <vt:lpstr>补充：  构建跳转表实现多分支选择结构</vt:lpstr>
      <vt:lpstr>3.2.4  选择结构应用</vt:lpstr>
      <vt:lpstr>3.2.4  选择结构应用</vt:lpstr>
      <vt:lpstr>3.2.4  选择结构应用</vt:lpstr>
      <vt:lpstr>3.2.4  选择结构应用</vt:lpstr>
      <vt:lpstr>3.2.4  选择结构应用</vt:lpstr>
      <vt:lpstr>3.2.4  选择结构应用</vt:lpstr>
      <vt:lpstr>3.2.4  选择结构应用</vt:lpstr>
      <vt:lpstr>3.2.4  选择结构应用</vt:lpstr>
      <vt:lpstr>3.2.4  选择结构应用</vt:lpstr>
      <vt:lpstr>3.2.4  选择结构应用</vt:lpstr>
      <vt:lpstr>3.2.4  选择结构应用</vt:lpstr>
      <vt:lpstr>3.3.1  for循环与while循环</vt:lpstr>
      <vt:lpstr>3.3.1  for循环与while循环</vt:lpstr>
      <vt:lpstr>3.3.2  循环结构的优化</vt:lpstr>
      <vt:lpstr>3.3.2  循环结构的优化</vt:lpstr>
      <vt:lpstr>3.3.2  循环结构的优化</vt:lpstr>
      <vt:lpstr>3.4  break和continue语句</vt:lpstr>
      <vt:lpstr>3.4  break和continue语句</vt:lpstr>
      <vt:lpstr>3.4  break和continue语句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 案例精选</vt:lpstr>
      <vt:lpstr>3.5 案例精选</vt:lpstr>
      <vt:lpstr>3.5 案例精选</vt:lpstr>
      <vt:lpstr>3.5 案例精选</vt:lpstr>
      <vt:lpstr>3.5 案例精选</vt:lpstr>
      <vt:lpstr>3.5  案例精选</vt:lpstr>
      <vt:lpstr>3.5  案例精选</vt:lpstr>
      <vt:lpstr>3.5  案例精选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Dong</dc:creator>
  <cp:lastModifiedBy>WPS_1652408129</cp:lastModifiedBy>
  <cp:revision>152</cp:revision>
  <dcterms:created xsi:type="dcterms:W3CDTF">2013-01-25T01:44:00Z</dcterms:created>
  <dcterms:modified xsi:type="dcterms:W3CDTF">2023-08-23T00:34:47Z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650680D16EBC4DF3BBEAE7C23C88448B_12</vt:lpwstr>
  </property>
</Properties>
</file>