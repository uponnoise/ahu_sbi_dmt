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58" r:id="rId5"/>
    <p:sldId id="282" r:id="rId6"/>
    <p:sldId id="277" r:id="rId7"/>
    <p:sldId id="287" r:id="rId8"/>
    <p:sldId id="266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nana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4.xml"/><Relationship Id="rId15" Type="http://schemas.openxmlformats.org/officeDocument/2006/relationships/customXml" Target="../customXml/item1.xml"/><Relationship Id="rId14" Type="http://schemas.openxmlformats.org/officeDocument/2006/relationships/customXmlProps" Target="../customXml/itemProps13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6-25T00:14:27.693" idx="1">
    <p:pos x="10" y="10"/>
    <p:text/>
  </p:cm>
  <p:cm authorId="1" dt="2024-06-25T00:14:39.642" idx="2">
    <p:pos x="7690" y="24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714625" y="133985"/>
            <a:ext cx="5983605" cy="1184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0">
                <a:solidFill>
                  <a:schemeClr val="bg1"/>
                </a:solidFill>
              </a:rPr>
              <a:t>  </a:t>
            </a:r>
            <a:r>
              <a:rPr lang="en-US" altLang="zh-CN" sz="8000">
                <a:solidFill>
                  <a:schemeClr val="tx1"/>
                </a:solidFill>
              </a:rPr>
              <a:t>Presentation</a:t>
            </a:r>
            <a:r>
              <a:rPr lang="en-US" altLang="zh-CN" sz="8000">
                <a:solidFill>
                  <a:schemeClr val="bg1"/>
                </a:solidFill>
              </a:rPr>
              <a:t>    </a:t>
            </a:r>
            <a:endParaRPr lang="zh-CN" altLang="en-US" sz="80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47178" y="1431453"/>
            <a:ext cx="6298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Quantity of corn people comsume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F35B0BEE-F18A-47BB-8FCB-E00DA2F2635D-7" descr="C:/Users/ykc/AppData/Local/Temp/wpp.zZgUgkwpp"/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82675" y="51435"/>
            <a:ext cx="3074035" cy="307594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868172" y="1431453"/>
            <a:ext cx="60910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F35B0BEE-F18A-47BB-8FCB-E00DA2F2635D-2" descr="C:/Users/ykc/AppData/Local/Temp/wpp.BPZubZwp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85820" y="1248410"/>
            <a:ext cx="4804410" cy="769620"/>
          </a:xfrm>
          <a:prstGeom prst="rect">
            <a:avLst/>
          </a:prstGeom>
        </p:spPr>
      </p:pic>
      <p:pic>
        <p:nvPicPr>
          <p:cNvPr id="3" name="F35B0BEE-F18A-47BB-8FCB-E00DA2F2635D-3" descr="C:/Users/ykc/AppData/Local/Temp/wpp.BPZubZwpp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82670" y="2597785"/>
            <a:ext cx="4804410" cy="769620"/>
          </a:xfrm>
          <a:prstGeom prst="rect">
            <a:avLst/>
          </a:prstGeom>
        </p:spPr>
      </p:pic>
      <p:pic>
        <p:nvPicPr>
          <p:cNvPr id="4" name="F35B0BEE-F18A-47BB-8FCB-E00DA2F2635D-4" descr="C:/Users/ykc/AppData/Local/Temp/wpp.BPZubZwpp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52570" y="3947160"/>
            <a:ext cx="4804410" cy="769620"/>
          </a:xfrm>
          <a:prstGeom prst="rect">
            <a:avLst/>
          </a:prstGeom>
        </p:spPr>
      </p:pic>
      <p:pic>
        <p:nvPicPr>
          <p:cNvPr id="5" name="F35B0BEE-F18A-47BB-8FCB-E00DA2F2635D-5" descr="C:/Users/ykc/AppData/Local/Temp/wpp.BPZubZwpp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1365" y="5296535"/>
            <a:ext cx="4804410" cy="76962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4692015" y="1316990"/>
            <a:ext cx="2585720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chemeClr val="tx1"/>
                </a:solidFill>
              </a:rPr>
              <a:t>The pie chart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3977005" y="1316990"/>
            <a:ext cx="51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en-US" altLang="zh-CN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4173220" y="2663825"/>
            <a:ext cx="51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en-US" altLang="zh-CN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622800" y="4009390"/>
            <a:ext cx="51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en-US" altLang="zh-CN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5141595" y="5354320"/>
            <a:ext cx="51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en-US" altLang="zh-CN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914900" y="2695575"/>
            <a:ext cx="3127375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chemeClr val="tx1"/>
                </a:solidFill>
              </a:rPr>
              <a:t>The Data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5239385" y="4024630"/>
            <a:ext cx="2585720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chemeClr val="tx1"/>
                </a:solidFill>
              </a:rPr>
              <a:t>Trend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5801360" y="5353685"/>
            <a:ext cx="2585720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chemeClr val="tx1"/>
                </a:solidFill>
              </a:rPr>
              <a:t>Summarize</a:t>
            </a:r>
            <a:endParaRPr lang="en-US" altLang="zh-CN" sz="2800">
              <a:solidFill>
                <a:schemeClr val="tx1"/>
              </a:solidFill>
            </a:endParaRPr>
          </a:p>
        </p:txBody>
      </p:sp>
      <p:pic>
        <p:nvPicPr>
          <p:cNvPr id="15" name="F35B0BEE-F18A-47BB-8FCB-E00DA2F2635D-6" descr="C:/Users/ykc/AppData/Local/Temp/wpp.zZgUgkwpp"/>
          <p:cNvPicPr>
            <a:picLocks noChangeAspect="1"/>
          </p:cNvPicPr>
          <p:nvPr/>
        </p:nvPicPr>
        <p:blipFill>
          <a:blip r:embed="rId15">
            <a:biLevel thresh="50000"/>
          </a:blip>
          <a:stretch>
            <a:fillRect/>
          </a:stretch>
        </p:blipFill>
        <p:spPr>
          <a:xfrm>
            <a:off x="-368935" y="-194945"/>
            <a:ext cx="2857500" cy="28587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 rot="10800000">
            <a:off x="-171450" y="0"/>
            <a:ext cx="12192000" cy="6858000"/>
          </a:xfrm>
          <a:prstGeom prst="rect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rgbClr val="A7D5EE">
                  <a:alpha val="100000"/>
                  <a:lumMod val="99000"/>
                  <a:lumOff val="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475865" y="288290"/>
            <a:ext cx="9240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Pie chart  of quantity 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9345" y="3522980"/>
            <a:ext cx="47758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TITLE</a:t>
            </a:r>
            <a:endParaRPr lang="en-US" altLang="zh-CN" sz="4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8" name="Picture 198"/>
          <p:cNvPicPr/>
          <p:nvPr/>
        </p:nvPicPr>
        <p:blipFill>
          <a:blip r:embed="rId2"/>
          <a:stretch>
            <a:fillRect/>
          </a:stretch>
        </p:blipFill>
        <p:spPr>
          <a:xfrm>
            <a:off x="1541145" y="1287145"/>
            <a:ext cx="9303385" cy="4754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等腰三角形 6"/>
          <p:cNvSpPr/>
          <p:nvPr/>
        </p:nvSpPr>
        <p:spPr>
          <a:xfrm rot="3660000">
            <a:off x="1257300" y="120650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41000">
                <a:srgbClr val="BEEFEB">
                  <a:alpha val="37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B0F0"/>
                </a:solidFill>
              </a:rPr>
              <a:t>Data  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rgbClr val="00B0F0"/>
                </a:solidFill>
              </a:rPr>
              <a:t>Consu</a:t>
            </a:r>
            <a:r>
              <a:rPr lang="en-US" altLang="zh-CN">
                <a:solidFill>
                  <a:srgbClr val="00B0F0"/>
                </a:solidFill>
              </a:rPr>
              <a:t>mption of US is </a:t>
            </a:r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00B0F0"/>
                </a:solidFill>
                <a:sym typeface="+mn-ea"/>
              </a:rPr>
              <a:t>slowly increasing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Consumption of China is </a:t>
            </a:r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00B0F0"/>
                </a:solidFill>
                <a:sym typeface="+mn-ea"/>
              </a:rPr>
              <a:t>qiuckly increasing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Consumption of other country increased very slow or even decreased</a:t>
            </a:r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8" name="等腰三角形 7"/>
          <p:cNvSpPr/>
          <p:nvPr/>
        </p:nvSpPr>
        <p:spPr>
          <a:xfrm rot="14460000">
            <a:off x="2596515" y="285369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2000">
                <a:srgbClr val="BEEFEB">
                  <a:alpha val="65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365125"/>
            <a:ext cx="7035800" cy="486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等腰三角形 6"/>
          <p:cNvSpPr/>
          <p:nvPr/>
        </p:nvSpPr>
        <p:spPr>
          <a:xfrm rot="3660000">
            <a:off x="1257300" y="120650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41000">
                <a:srgbClr val="BEEFEB">
                  <a:alpha val="37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B0F0"/>
                </a:solidFill>
              </a:rPr>
              <a:t>Trend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rgbClr val="00B0F0"/>
                </a:solidFill>
              </a:rPr>
              <a:t>Us and China</a:t>
            </a:r>
            <a:r>
              <a:rPr lang="en-US" altLang="zh-CN">
                <a:solidFill>
                  <a:srgbClr val="00B0F0"/>
                </a:solidFill>
              </a:rPr>
              <a:t> will keep slowly increasing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Consumption in Mexico will sustained increase 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Rest country in World’s part will decrease soon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8" name="等腰三角形 7"/>
          <p:cNvSpPr/>
          <p:nvPr/>
        </p:nvSpPr>
        <p:spPr>
          <a:xfrm rot="14460000">
            <a:off x="2596515" y="285369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2000">
                <a:srgbClr val="BEEFEB">
                  <a:alpha val="65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等腰三角形 6"/>
          <p:cNvSpPr/>
          <p:nvPr/>
        </p:nvSpPr>
        <p:spPr>
          <a:xfrm rot="3660000">
            <a:off x="1257300" y="120650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41000">
                <a:srgbClr val="BEEFEB">
                  <a:alpha val="37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B0F0"/>
                </a:solidFill>
              </a:rPr>
              <a:t>Summarize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rgbClr val="00B0F0"/>
                </a:solidFill>
              </a:rPr>
              <a:t> US is the biggest corn consumption country all time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 US and China consumed 54% corn in the world </a:t>
            </a:r>
            <a:endParaRPr lang="en-US" altLang="zh-CN">
              <a:solidFill>
                <a:srgbClr val="00B0F0"/>
              </a:solidFill>
            </a:endParaRPr>
          </a:p>
          <a:p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>
                <a:solidFill>
                  <a:srgbClr val="00B0F0"/>
                </a:solidFill>
              </a:rPr>
              <a:t> In developing countries have a big corn market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8" name="等腰三角形 7"/>
          <p:cNvSpPr/>
          <p:nvPr/>
        </p:nvSpPr>
        <p:spPr>
          <a:xfrm rot="14460000">
            <a:off x="2596515" y="2853690"/>
            <a:ext cx="3719830" cy="2857500"/>
          </a:xfrm>
          <a:prstGeom prst="triangle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2000">
                <a:srgbClr val="BEEFEB">
                  <a:alpha val="65000"/>
                </a:srgbClr>
              </a:gs>
              <a:gs pos="0">
                <a:schemeClr val="accent5">
                  <a:lumMod val="60000"/>
                  <a:lumOff val="4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pic>
        <p:nvPicPr>
          <p:cNvPr id="100" name="F35B0BEE-F18A-47BB-8FCB-E00DA2F2635D-1" descr="C:/Users/ykc/AppData/Local/Temp/wpp.LjrHajwpp"/>
          <p:cNvPicPr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865823" y="2005330"/>
            <a:ext cx="10715625" cy="2381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2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3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4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5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6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7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8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9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10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11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12.xml><?xml version="1.0" encoding="utf-8"?>
<p:tagLst xmlns:p="http://schemas.openxmlformats.org/presentationml/2006/main">
  <p:tag name="KSO_WM_DIAGRAM_VIRTUALLY_FRAME" val="{&quot;height&quot;:379.35,&quot;left&quot;:266.6,&quot;top&quot;:98.3,&quot;width&quot;:471.65}"/>
</p:tagLst>
</file>

<file path=ppt/tags/tag14.xml><?xml version="1.0" encoding="utf-8"?>
<p:tagLst xmlns:p="http://schemas.openxmlformats.org/presentationml/2006/main">
  <p:tag name="resource_record_key" val="{&quot;13&quot;:[4364974]}"/>
  <p:tag name="commondata" val="eyJoZGlkIjoiN2M3MmNmZTM2ODM2MGFmMjBlYTE1ZTFhZTM0MmNmN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I0NjZkZmU1Ni1kZTgzLTRiODAtYmY4Mi1jOTkzNjc3NGZhMTkiCn0K"/>
    </extobj>
    <extobj name="F35B0BEE-F18A-47BB-8FCB-E00DA2F2635D-2">
      <extobjdata type="F35B0BEE-F18A-47BB-8FCB-E00DA2F2635D" data="ewoJIkRlc2lnbklkIiA6ICI3NDc3MGNkZS0wN2FmLTQ1NmItYTkzZC1lMGEyNTBlZjM4MmIiCn0K"/>
    </extobj>
    <extobj name="F35B0BEE-F18A-47BB-8FCB-E00DA2F2635D-3">
      <extobjdata type="F35B0BEE-F18A-47BB-8FCB-E00DA2F2635D" data="ewoJIkRlc2lnbklkIiA6ICI3NDc3MGNkZS0wN2FmLTQ1NmItYTkzZC1lMGEyNTBlZjM4MmIiCn0K"/>
    </extobj>
    <extobj name="F35B0BEE-F18A-47BB-8FCB-E00DA2F2635D-4">
      <extobjdata type="F35B0BEE-F18A-47BB-8FCB-E00DA2F2635D" data="ewoJIkRlc2lnbklkIiA6ICI3NDc3MGNkZS0wN2FmLTQ1NmItYTkzZC1lMGEyNTBlZjM4MmIiCn0K"/>
    </extobj>
    <extobj name="F35B0BEE-F18A-47BB-8FCB-E00DA2F2635D-5">
      <extobjdata type="F35B0BEE-F18A-47BB-8FCB-E00DA2F2635D" data="ewoJIkRlc2lnbklkIiA6ICI3NDc3MGNkZS0wN2FmLTQ1NmItYTkzZC1lMGEyNTBlZjM4MmIiCn0K"/>
    </extobj>
    <extobj name="F35B0BEE-F18A-47BB-8FCB-E00DA2F2635D-6">
      <extobjdata type="F35B0BEE-F18A-47BB-8FCB-E00DA2F2635D" data="ewoJIkRlc2lnbklkIiA6ICI0NTE4NDBhMi05ZDJkLTQ0NDItODNiOC1mYmIwODcxMGQ3YTkiCn0K"/>
    </extobj>
    <extobj name="F35B0BEE-F18A-47BB-8FCB-E00DA2F2635D-7">
      <extobjdata type="F35B0BEE-F18A-47BB-8FCB-E00DA2F2635D" data="ewoJIkRlc2lnbklkIiA6ICI0NTE4NDBhMi05ZDJkLTQ0NDItODNiOC1mYmIwODcxMGQ3YTkiCn0K"/>
    </extobj>
  </extobjs>
</s:customData>
</file>

<file path=customXml/itemProps1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WPS 演示</Application>
  <PresentationFormat>宽屏</PresentationFormat>
  <Paragraphs>56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Summarize</vt:lpstr>
      <vt:lpstr>Trend</vt:lpstr>
      <vt:lpstr>Summarize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ykc</dc:creator>
  <cp:lastModifiedBy>CananA</cp:lastModifiedBy>
  <cp:revision>9</cp:revision>
  <dcterms:created xsi:type="dcterms:W3CDTF">2023-08-09T12:44:00Z</dcterms:created>
  <dcterms:modified xsi:type="dcterms:W3CDTF">2024-06-24T16:16:58Z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CF76B2F8C43241BD87256724356F6FBA_13</vt:lpwstr>
  </property>
  <property fmtid="{D5CDD505-2E9C-101B-9397-08002B2CF9AE}" pid="3" name="KSOProductBuildVer">
    <vt:lpwstr>2052-12.1.0.16929</vt:lpwstr>
  </property>
</Properties>
</file>