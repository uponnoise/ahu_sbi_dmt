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550" r:id="rId2"/>
    <p:sldId id="555" r:id="rId3"/>
    <p:sldId id="262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301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551" r:id="rId36"/>
    <p:sldId id="294" r:id="rId37"/>
    <p:sldId id="305" r:id="rId38"/>
    <p:sldId id="302" r:id="rId39"/>
    <p:sldId id="303" r:id="rId40"/>
    <p:sldId id="553" r:id="rId41"/>
    <p:sldId id="554" r:id="rId42"/>
    <p:sldId id="552" r:id="rId43"/>
    <p:sldId id="304" r:id="rId44"/>
    <p:sldId id="306" r:id="rId45"/>
    <p:sldId id="295" r:id="rId46"/>
    <p:sldId id="296" r:id="rId47"/>
    <p:sldId id="556" r:id="rId48"/>
    <p:sldId id="297" r:id="rId49"/>
    <p:sldId id="298" r:id="rId50"/>
    <p:sldId id="299" r:id="rId51"/>
    <p:sldId id="307" r:id="rId52"/>
    <p:sldId id="557" r:id="rId53"/>
    <p:sldId id="558" r:id="rId54"/>
    <p:sldId id="308" r:id="rId55"/>
    <p:sldId id="309" r:id="rId56"/>
    <p:sldId id="300" r:id="rId57"/>
    <p:sldId id="310" r:id="rId58"/>
    <p:sldId id="311" r:id="rId59"/>
    <p:sldId id="313" r:id="rId60"/>
    <p:sldId id="315" r:id="rId61"/>
    <p:sldId id="316" r:id="rId62"/>
    <p:sldId id="317" r:id="rId63"/>
    <p:sldId id="314" r:id="rId64"/>
    <p:sldId id="312" r:id="rId65"/>
    <p:sldId id="318" r:id="rId66"/>
    <p:sldId id="320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9CA44-4BCE-4F49-8F16-788705D2B335}" v="141" dt="2025-05-08T11:14:23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770" autoAdjust="0"/>
  </p:normalViewPr>
  <p:slideViewPr>
    <p:cSldViewPr snapToGrid="0">
      <p:cViewPr varScale="1">
        <p:scale>
          <a:sx n="85" d="100"/>
          <a:sy n="85" d="100"/>
        </p:scale>
        <p:origin x="2649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77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5089CA44-4BCE-4F49-8F16-788705D2B335}"/>
    <pc:docChg chg="undo custSel addSld modSld sldOrd">
      <pc:chgData name="于 心瑞 Xinrui YU" userId="e6fcc6d4-2b88-4beb-95d7-57ae4d33a768" providerId="ADAL" clId="{5089CA44-4BCE-4F49-8F16-788705D2B335}" dt="2025-05-08T11:14:23.929" v="842"/>
      <pc:docMkLst>
        <pc:docMk/>
      </pc:docMkLst>
      <pc:sldChg chg="modSp mod">
        <pc:chgData name="于 心瑞 Xinrui YU" userId="e6fcc6d4-2b88-4beb-95d7-57ae4d33a768" providerId="ADAL" clId="{5089CA44-4BCE-4F49-8F16-788705D2B335}" dt="2025-05-08T07:20:55.156" v="46" actId="27636"/>
        <pc:sldMkLst>
          <pc:docMk/>
          <pc:sldMk cId="2875153499" sldId="273"/>
        </pc:sldMkLst>
        <pc:spChg chg="mod">
          <ac:chgData name="于 心瑞 Xinrui YU" userId="e6fcc6d4-2b88-4beb-95d7-57ae4d33a768" providerId="ADAL" clId="{5089CA44-4BCE-4F49-8F16-788705D2B335}" dt="2025-05-08T07:20:55.156" v="46" actId="27636"/>
          <ac:spMkLst>
            <pc:docMk/>
            <pc:sldMk cId="2875153499" sldId="273"/>
            <ac:spMk id="3" creationId="{2425F833-F48A-41AB-BDF3-AE0A36E8B10B}"/>
          </ac:spMkLst>
        </pc:spChg>
      </pc:sldChg>
      <pc:sldChg chg="modSp mod">
        <pc:chgData name="于 心瑞 Xinrui YU" userId="e6fcc6d4-2b88-4beb-95d7-57ae4d33a768" providerId="ADAL" clId="{5089CA44-4BCE-4F49-8F16-788705D2B335}" dt="2025-05-08T07:23:11.223" v="48" actId="27636"/>
        <pc:sldMkLst>
          <pc:docMk/>
          <pc:sldMk cId="2865115451" sldId="283"/>
        </pc:sldMkLst>
        <pc:spChg chg="mod">
          <ac:chgData name="于 心瑞 Xinrui YU" userId="e6fcc6d4-2b88-4beb-95d7-57ae4d33a768" providerId="ADAL" clId="{5089CA44-4BCE-4F49-8F16-788705D2B335}" dt="2025-05-08T07:23:11.223" v="48" actId="27636"/>
          <ac:spMkLst>
            <pc:docMk/>
            <pc:sldMk cId="2865115451" sldId="283"/>
            <ac:spMk id="3" creationId="{2425F833-F48A-41AB-BDF3-AE0A36E8B10B}"/>
          </ac:spMkLst>
        </pc:spChg>
      </pc:sldChg>
      <pc:sldChg chg="modSp mod">
        <pc:chgData name="于 心瑞 Xinrui YU" userId="e6fcc6d4-2b88-4beb-95d7-57ae4d33a768" providerId="ADAL" clId="{5089CA44-4BCE-4F49-8F16-788705D2B335}" dt="2025-05-08T07:23:27.366" v="50" actId="20577"/>
        <pc:sldMkLst>
          <pc:docMk/>
          <pc:sldMk cId="4229804524" sldId="284"/>
        </pc:sldMkLst>
        <pc:spChg chg="mod">
          <ac:chgData name="于 心瑞 Xinrui YU" userId="e6fcc6d4-2b88-4beb-95d7-57ae4d33a768" providerId="ADAL" clId="{5089CA44-4BCE-4F49-8F16-788705D2B335}" dt="2025-05-08T07:23:27.366" v="50" actId="20577"/>
          <ac:spMkLst>
            <pc:docMk/>
            <pc:sldMk cId="4229804524" sldId="284"/>
            <ac:spMk id="3" creationId="{2425F833-F48A-41AB-BDF3-AE0A36E8B10B}"/>
          </ac:spMkLst>
        </pc:spChg>
      </pc:sldChg>
      <pc:sldChg chg="modSp mod">
        <pc:chgData name="于 心瑞 Xinrui YU" userId="e6fcc6d4-2b88-4beb-95d7-57ae4d33a768" providerId="ADAL" clId="{5089CA44-4BCE-4F49-8F16-788705D2B335}" dt="2025-05-08T07:23:52.871" v="58" actId="27636"/>
        <pc:sldMkLst>
          <pc:docMk/>
          <pc:sldMk cId="808823137" sldId="286"/>
        </pc:sldMkLst>
        <pc:spChg chg="mod">
          <ac:chgData name="于 心瑞 Xinrui YU" userId="e6fcc6d4-2b88-4beb-95d7-57ae4d33a768" providerId="ADAL" clId="{5089CA44-4BCE-4F49-8F16-788705D2B335}" dt="2025-05-08T07:23:52.871" v="58" actId="27636"/>
          <ac:spMkLst>
            <pc:docMk/>
            <pc:sldMk cId="808823137" sldId="286"/>
            <ac:spMk id="3" creationId="{2425F833-F48A-41AB-BDF3-AE0A36E8B10B}"/>
          </ac:spMkLst>
        </pc:spChg>
      </pc:sldChg>
      <pc:sldChg chg="modSp mod">
        <pc:chgData name="于 心瑞 Xinrui YU" userId="e6fcc6d4-2b88-4beb-95d7-57ae4d33a768" providerId="ADAL" clId="{5089CA44-4BCE-4F49-8F16-788705D2B335}" dt="2025-05-08T07:24:01.670" v="62" actId="27636"/>
        <pc:sldMkLst>
          <pc:docMk/>
          <pc:sldMk cId="840468019" sldId="287"/>
        </pc:sldMkLst>
        <pc:spChg chg="mod">
          <ac:chgData name="于 心瑞 Xinrui YU" userId="e6fcc6d4-2b88-4beb-95d7-57ae4d33a768" providerId="ADAL" clId="{5089CA44-4BCE-4F49-8F16-788705D2B335}" dt="2025-05-08T07:24:01.670" v="62" actId="27636"/>
          <ac:spMkLst>
            <pc:docMk/>
            <pc:sldMk cId="840468019" sldId="287"/>
            <ac:spMk id="3" creationId="{2425F833-F48A-41AB-BDF3-AE0A36E8B10B}"/>
          </ac:spMkLst>
        </pc:spChg>
      </pc:sldChg>
      <pc:sldChg chg="addSp modSp mod">
        <pc:chgData name="于 心瑞 Xinrui YU" userId="e6fcc6d4-2b88-4beb-95d7-57ae4d33a768" providerId="ADAL" clId="{5089CA44-4BCE-4F49-8F16-788705D2B335}" dt="2025-05-08T07:24:22.396" v="66" actId="27636"/>
        <pc:sldMkLst>
          <pc:docMk/>
          <pc:sldMk cId="3194754959" sldId="291"/>
        </pc:sldMkLst>
        <pc:spChg chg="mod">
          <ac:chgData name="于 心瑞 Xinrui YU" userId="e6fcc6d4-2b88-4beb-95d7-57ae4d33a768" providerId="ADAL" clId="{5089CA44-4BCE-4F49-8F16-788705D2B335}" dt="2025-05-08T07:24:22.396" v="66" actId="27636"/>
          <ac:spMkLst>
            <pc:docMk/>
            <pc:sldMk cId="3194754959" sldId="291"/>
            <ac:spMk id="3" creationId="{2425F833-F48A-41AB-BDF3-AE0A36E8B10B}"/>
          </ac:spMkLst>
        </pc:spChg>
        <pc:picChg chg="add mod">
          <ac:chgData name="于 心瑞 Xinrui YU" userId="e6fcc6d4-2b88-4beb-95d7-57ae4d33a768" providerId="ADAL" clId="{5089CA44-4BCE-4F49-8F16-788705D2B335}" dt="2025-05-06T13:05:57.478" v="3" actId="1076"/>
          <ac:picMkLst>
            <pc:docMk/>
            <pc:sldMk cId="3194754959" sldId="291"/>
            <ac:picMk id="4" creationId="{CF3A694A-FAB4-3613-9363-04E94A25D5F4}"/>
          </ac:picMkLst>
        </pc:picChg>
      </pc:sldChg>
      <pc:sldChg chg="modSp mod">
        <pc:chgData name="于 心瑞 Xinrui YU" userId="e6fcc6d4-2b88-4beb-95d7-57ae4d33a768" providerId="ADAL" clId="{5089CA44-4BCE-4F49-8F16-788705D2B335}" dt="2025-05-08T07:24:33.959" v="67" actId="14100"/>
        <pc:sldMkLst>
          <pc:docMk/>
          <pc:sldMk cId="4017491219" sldId="293"/>
        </pc:sldMkLst>
        <pc:spChg chg="mod">
          <ac:chgData name="于 心瑞 Xinrui YU" userId="e6fcc6d4-2b88-4beb-95d7-57ae4d33a768" providerId="ADAL" clId="{5089CA44-4BCE-4F49-8F16-788705D2B335}" dt="2025-05-08T07:24:33.959" v="67" actId="14100"/>
          <ac:spMkLst>
            <pc:docMk/>
            <pc:sldMk cId="4017491219" sldId="293"/>
            <ac:spMk id="3" creationId="{2425F833-F48A-41AB-BDF3-AE0A36E8B10B}"/>
          </ac:spMkLst>
        </pc:spChg>
      </pc:sldChg>
      <pc:sldChg chg="modSp mod">
        <pc:chgData name="于 心瑞 Xinrui YU" userId="e6fcc6d4-2b88-4beb-95d7-57ae4d33a768" providerId="ADAL" clId="{5089CA44-4BCE-4F49-8F16-788705D2B335}" dt="2025-05-08T07:39:33.363" v="94" actId="27636"/>
        <pc:sldMkLst>
          <pc:docMk/>
          <pc:sldMk cId="3701338740" sldId="295"/>
        </pc:sldMkLst>
        <pc:spChg chg="mod">
          <ac:chgData name="于 心瑞 Xinrui YU" userId="e6fcc6d4-2b88-4beb-95d7-57ae4d33a768" providerId="ADAL" clId="{5089CA44-4BCE-4F49-8F16-788705D2B335}" dt="2025-05-08T07:39:33.363" v="94" actId="27636"/>
          <ac:spMkLst>
            <pc:docMk/>
            <pc:sldMk cId="3701338740" sldId="295"/>
            <ac:spMk id="3" creationId="{2425F833-F48A-41AB-BDF3-AE0A36E8B10B}"/>
          </ac:spMkLst>
        </pc:spChg>
      </pc:sldChg>
      <pc:sldChg chg="addSp delSp">
        <pc:chgData name="于 心瑞 Xinrui YU" userId="e6fcc6d4-2b88-4beb-95d7-57ae4d33a768" providerId="ADAL" clId="{5089CA44-4BCE-4F49-8F16-788705D2B335}" dt="2025-05-08T10:28:43.319" v="346" actId="21"/>
        <pc:sldMkLst>
          <pc:docMk/>
          <pc:sldMk cId="3959894932" sldId="296"/>
        </pc:sldMkLst>
        <pc:picChg chg="add del">
          <ac:chgData name="于 心瑞 Xinrui YU" userId="e6fcc6d4-2b88-4beb-95d7-57ae4d33a768" providerId="ADAL" clId="{5089CA44-4BCE-4F49-8F16-788705D2B335}" dt="2025-05-08T10:28:43.319" v="346" actId="21"/>
          <ac:picMkLst>
            <pc:docMk/>
            <pc:sldMk cId="3959894932" sldId="296"/>
            <ac:picMk id="7170" creationId="{41806D77-A3F4-8830-395D-DA7302C39BE9}"/>
          </ac:picMkLst>
        </pc:picChg>
      </pc:sldChg>
      <pc:sldChg chg="addSp modSp">
        <pc:chgData name="于 心瑞 Xinrui YU" userId="e6fcc6d4-2b88-4beb-95d7-57ae4d33a768" providerId="ADAL" clId="{5089CA44-4BCE-4F49-8F16-788705D2B335}" dt="2025-05-08T10:39:32.578" v="517" actId="1076"/>
        <pc:sldMkLst>
          <pc:docMk/>
          <pc:sldMk cId="1918328671" sldId="300"/>
        </pc:sldMkLst>
        <pc:picChg chg="add mod">
          <ac:chgData name="于 心瑞 Xinrui YU" userId="e6fcc6d4-2b88-4beb-95d7-57ae4d33a768" providerId="ADAL" clId="{5089CA44-4BCE-4F49-8F16-788705D2B335}" dt="2025-05-08T10:39:04.292" v="515" actId="1076"/>
          <ac:picMkLst>
            <pc:docMk/>
            <pc:sldMk cId="1918328671" sldId="300"/>
            <ac:picMk id="10242" creationId="{EDECBBF8-27BF-C781-015C-3A413034E7E1}"/>
          </ac:picMkLst>
        </pc:picChg>
        <pc:picChg chg="add mod">
          <ac:chgData name="于 心瑞 Xinrui YU" userId="e6fcc6d4-2b88-4beb-95d7-57ae4d33a768" providerId="ADAL" clId="{5089CA44-4BCE-4F49-8F16-788705D2B335}" dt="2025-05-08T10:39:32.578" v="517" actId="1076"/>
          <ac:picMkLst>
            <pc:docMk/>
            <pc:sldMk cId="1918328671" sldId="300"/>
            <ac:picMk id="10244" creationId="{03DCFF59-7954-2DE7-C58F-865D0A65A989}"/>
          </ac:picMkLst>
        </pc:picChg>
      </pc:sldChg>
      <pc:sldChg chg="addSp delSp modSp mod modAnim">
        <pc:chgData name="于 心瑞 Xinrui YU" userId="e6fcc6d4-2b88-4beb-95d7-57ae4d33a768" providerId="ADAL" clId="{5089CA44-4BCE-4F49-8F16-788705D2B335}" dt="2025-05-08T11:14:23.929" v="842"/>
        <pc:sldMkLst>
          <pc:docMk/>
          <pc:sldMk cId="3541879933" sldId="302"/>
        </pc:sldMkLst>
        <pc:spChg chg="mod">
          <ac:chgData name="于 心瑞 Xinrui YU" userId="e6fcc6d4-2b88-4beb-95d7-57ae4d33a768" providerId="ADAL" clId="{5089CA44-4BCE-4F49-8F16-788705D2B335}" dt="2025-05-08T11:07:42.587" v="755" actId="20577"/>
          <ac:spMkLst>
            <pc:docMk/>
            <pc:sldMk cId="3541879933" sldId="302"/>
            <ac:spMk id="3" creationId="{2425F833-F48A-41AB-BDF3-AE0A36E8B10B}"/>
          </ac:spMkLst>
        </pc:spChg>
        <pc:spChg chg="add mod">
          <ac:chgData name="于 心瑞 Xinrui YU" userId="e6fcc6d4-2b88-4beb-95d7-57ae4d33a768" providerId="ADAL" clId="{5089CA44-4BCE-4F49-8F16-788705D2B335}" dt="2025-05-08T11:14:20.648" v="841" actId="1076"/>
          <ac:spMkLst>
            <pc:docMk/>
            <pc:sldMk cId="3541879933" sldId="302"/>
            <ac:spMk id="5" creationId="{4704444E-2600-24B8-01F6-6E86E151FC77}"/>
          </ac:spMkLst>
        </pc:spChg>
        <pc:spChg chg="add del">
          <ac:chgData name="于 心瑞 Xinrui YU" userId="e6fcc6d4-2b88-4beb-95d7-57ae4d33a768" providerId="ADAL" clId="{5089CA44-4BCE-4F49-8F16-788705D2B335}" dt="2025-05-08T11:13:17.867" v="822" actId="478"/>
          <ac:spMkLst>
            <pc:docMk/>
            <pc:sldMk cId="3541879933" sldId="302"/>
            <ac:spMk id="6" creationId="{86CDC616-1B88-E61B-A6E3-23C461D01322}"/>
          </ac:spMkLst>
        </pc:spChg>
        <pc:picChg chg="add del mod">
          <ac:chgData name="于 心瑞 Xinrui YU" userId="e6fcc6d4-2b88-4beb-95d7-57ae4d33a768" providerId="ADAL" clId="{5089CA44-4BCE-4F49-8F16-788705D2B335}" dt="2025-05-08T11:12:01.331" v="820" actId="478"/>
          <ac:picMkLst>
            <pc:docMk/>
            <pc:sldMk cId="3541879933" sldId="302"/>
            <ac:picMk id="13314" creationId="{40AD369A-FA73-C7A5-C27D-E25920F56B35}"/>
          </ac:picMkLst>
        </pc:picChg>
        <pc:picChg chg="add mod">
          <ac:chgData name="于 心瑞 Xinrui YU" userId="e6fcc6d4-2b88-4beb-95d7-57ae4d33a768" providerId="ADAL" clId="{5089CA44-4BCE-4F49-8F16-788705D2B335}" dt="2025-05-08T11:13:41.516" v="830" actId="1076"/>
          <ac:picMkLst>
            <pc:docMk/>
            <pc:sldMk cId="3541879933" sldId="302"/>
            <ac:picMk id="13318" creationId="{5DE4C1AF-DAFA-23AE-9C3F-613154508E6E}"/>
          </ac:picMkLst>
        </pc:picChg>
      </pc:sldChg>
      <pc:sldChg chg="modSp mod">
        <pc:chgData name="于 心瑞 Xinrui YU" userId="e6fcc6d4-2b88-4beb-95d7-57ae4d33a768" providerId="ADAL" clId="{5089CA44-4BCE-4F49-8F16-788705D2B335}" dt="2025-05-08T07:40:03.806" v="107" actId="20577"/>
        <pc:sldMkLst>
          <pc:docMk/>
          <pc:sldMk cId="2449837868" sldId="303"/>
        </pc:sldMkLst>
        <pc:spChg chg="mod">
          <ac:chgData name="于 心瑞 Xinrui YU" userId="e6fcc6d4-2b88-4beb-95d7-57ae4d33a768" providerId="ADAL" clId="{5089CA44-4BCE-4F49-8F16-788705D2B335}" dt="2025-05-08T07:40:03.806" v="107" actId="20577"/>
          <ac:spMkLst>
            <pc:docMk/>
            <pc:sldMk cId="2449837868" sldId="303"/>
            <ac:spMk id="2" creationId="{F1C8AE2E-C992-4FD9-B4E4-017D83176207}"/>
          </ac:spMkLst>
        </pc:spChg>
      </pc:sldChg>
      <pc:sldChg chg="addSp modSp">
        <pc:chgData name="于 心瑞 Xinrui YU" userId="e6fcc6d4-2b88-4beb-95d7-57ae4d33a768" providerId="ADAL" clId="{5089CA44-4BCE-4F49-8F16-788705D2B335}" dt="2025-05-08T10:26:36.453" v="344" actId="14100"/>
        <pc:sldMkLst>
          <pc:docMk/>
          <pc:sldMk cId="255583040" sldId="304"/>
        </pc:sldMkLst>
        <pc:picChg chg="add mod">
          <ac:chgData name="于 心瑞 Xinrui YU" userId="e6fcc6d4-2b88-4beb-95d7-57ae4d33a768" providerId="ADAL" clId="{5089CA44-4BCE-4F49-8F16-788705D2B335}" dt="2025-05-08T10:26:36.453" v="344" actId="14100"/>
          <ac:picMkLst>
            <pc:docMk/>
            <pc:sldMk cId="255583040" sldId="304"/>
            <ac:picMk id="6146" creationId="{FA93CC7E-E15E-39E4-816F-AE68629388D1}"/>
          </ac:picMkLst>
        </pc:picChg>
      </pc:sldChg>
      <pc:sldChg chg="modSp mod">
        <pc:chgData name="于 心瑞 Xinrui YU" userId="e6fcc6d4-2b88-4beb-95d7-57ae4d33a768" providerId="ADAL" clId="{5089CA44-4BCE-4F49-8F16-788705D2B335}" dt="2025-05-08T07:39:24.277" v="92" actId="27636"/>
        <pc:sldMkLst>
          <pc:docMk/>
          <pc:sldMk cId="1955426757" sldId="306"/>
        </pc:sldMkLst>
        <pc:spChg chg="mod">
          <ac:chgData name="于 心瑞 Xinrui YU" userId="e6fcc6d4-2b88-4beb-95d7-57ae4d33a768" providerId="ADAL" clId="{5089CA44-4BCE-4F49-8F16-788705D2B335}" dt="2025-05-08T07:39:24.277" v="92" actId="27636"/>
          <ac:spMkLst>
            <pc:docMk/>
            <pc:sldMk cId="1955426757" sldId="306"/>
            <ac:spMk id="3" creationId="{2425F833-F48A-41AB-BDF3-AE0A36E8B10B}"/>
          </ac:spMkLst>
        </pc:spChg>
      </pc:sldChg>
      <pc:sldChg chg="addSp delSp modSp mod">
        <pc:chgData name="于 心瑞 Xinrui YU" userId="e6fcc6d4-2b88-4beb-95d7-57ae4d33a768" providerId="ADAL" clId="{5089CA44-4BCE-4F49-8F16-788705D2B335}" dt="2025-05-08T10:34:11.917" v="471" actId="21"/>
        <pc:sldMkLst>
          <pc:docMk/>
          <pc:sldMk cId="3603222682" sldId="307"/>
        </pc:sldMkLst>
        <pc:spChg chg="mod">
          <ac:chgData name="于 心瑞 Xinrui YU" userId="e6fcc6d4-2b88-4beb-95d7-57ae4d33a768" providerId="ADAL" clId="{5089CA44-4BCE-4F49-8F16-788705D2B335}" dt="2025-05-08T10:34:04.227" v="469" actId="14100"/>
          <ac:spMkLst>
            <pc:docMk/>
            <pc:sldMk cId="3603222682" sldId="307"/>
            <ac:spMk id="3" creationId="{2425F833-F48A-41AB-BDF3-AE0A36E8B10B}"/>
          </ac:spMkLst>
        </pc:spChg>
        <pc:picChg chg="add del mod">
          <ac:chgData name="于 心瑞 Xinrui YU" userId="e6fcc6d4-2b88-4beb-95d7-57ae4d33a768" providerId="ADAL" clId="{5089CA44-4BCE-4F49-8F16-788705D2B335}" dt="2025-05-08T10:34:11.917" v="471" actId="21"/>
          <ac:picMkLst>
            <pc:docMk/>
            <pc:sldMk cId="3603222682" sldId="307"/>
            <ac:picMk id="8194" creationId="{E12F3AF6-A468-83B3-EE13-8AE1C7ADD47B}"/>
          </ac:picMkLst>
        </pc:picChg>
      </pc:sldChg>
      <pc:sldChg chg="modSp">
        <pc:chgData name="于 心瑞 Xinrui YU" userId="e6fcc6d4-2b88-4beb-95d7-57ae4d33a768" providerId="ADAL" clId="{5089CA44-4BCE-4F49-8F16-788705D2B335}" dt="2025-05-06T13:23:46.054" v="4" actId="1076"/>
        <pc:sldMkLst>
          <pc:docMk/>
          <pc:sldMk cId="3521818665" sldId="308"/>
        </pc:sldMkLst>
        <pc:spChg chg="mod">
          <ac:chgData name="于 心瑞 Xinrui YU" userId="e6fcc6d4-2b88-4beb-95d7-57ae4d33a768" providerId="ADAL" clId="{5089CA44-4BCE-4F49-8F16-788705D2B335}" dt="2025-05-06T13:23:46.054" v="4" actId="1076"/>
          <ac:spMkLst>
            <pc:docMk/>
            <pc:sldMk cId="3521818665" sldId="308"/>
            <ac:spMk id="6" creationId="{00FB95D0-9E9D-43C6-B0FF-AFB7DB5F6331}"/>
          </ac:spMkLst>
        </pc:spChg>
        <pc:spChg chg="mod">
          <ac:chgData name="于 心瑞 Xinrui YU" userId="e6fcc6d4-2b88-4beb-95d7-57ae4d33a768" providerId="ADAL" clId="{5089CA44-4BCE-4F49-8F16-788705D2B335}" dt="2025-05-06T13:23:46.054" v="4" actId="1076"/>
          <ac:spMkLst>
            <pc:docMk/>
            <pc:sldMk cId="3521818665" sldId="308"/>
            <ac:spMk id="7" creationId="{0DE6F254-C47A-45C7-9A64-D61A6947C27C}"/>
          </ac:spMkLst>
        </pc:spChg>
        <pc:grpChg chg="mod">
          <ac:chgData name="于 心瑞 Xinrui YU" userId="e6fcc6d4-2b88-4beb-95d7-57ae4d33a768" providerId="ADAL" clId="{5089CA44-4BCE-4F49-8F16-788705D2B335}" dt="2025-05-06T13:23:46.054" v="4" actId="1076"/>
          <ac:grpSpMkLst>
            <pc:docMk/>
            <pc:sldMk cId="3521818665" sldId="308"/>
            <ac:grpSpMk id="4" creationId="{D0D95554-C6FD-473A-A992-C11B2FBE7D1A}"/>
          </ac:grpSpMkLst>
        </pc:grpChg>
        <pc:picChg chg="mod">
          <ac:chgData name="于 心瑞 Xinrui YU" userId="e6fcc6d4-2b88-4beb-95d7-57ae4d33a768" providerId="ADAL" clId="{5089CA44-4BCE-4F49-8F16-788705D2B335}" dt="2025-05-06T13:23:46.054" v="4" actId="1076"/>
          <ac:picMkLst>
            <pc:docMk/>
            <pc:sldMk cId="3521818665" sldId="308"/>
            <ac:picMk id="5" creationId="{EB4B1FF5-C628-47FA-A90B-78D61C8CBE84}"/>
          </ac:picMkLst>
        </pc:picChg>
      </pc:sldChg>
      <pc:sldChg chg="modNotesTx">
        <pc:chgData name="于 心瑞 Xinrui YU" userId="e6fcc6d4-2b88-4beb-95d7-57ae4d33a768" providerId="ADAL" clId="{5089CA44-4BCE-4F49-8F16-788705D2B335}" dt="2025-05-06T13:33:11.701" v="45" actId="20577"/>
        <pc:sldMkLst>
          <pc:docMk/>
          <pc:sldMk cId="4129596285" sldId="318"/>
        </pc:sldMkLst>
      </pc:sldChg>
      <pc:sldChg chg="addSp delSp modSp mod">
        <pc:chgData name="于 心瑞 Xinrui YU" userId="e6fcc6d4-2b88-4beb-95d7-57ae4d33a768" providerId="ADAL" clId="{5089CA44-4BCE-4F49-8F16-788705D2B335}" dt="2025-05-06T12:42:16.451" v="1"/>
        <pc:sldMkLst>
          <pc:docMk/>
          <pc:sldMk cId="3252378307" sldId="550"/>
        </pc:sldMkLst>
        <pc:spChg chg="add mod">
          <ac:chgData name="于 心瑞 Xinrui YU" userId="e6fcc6d4-2b88-4beb-95d7-57ae4d33a768" providerId="ADAL" clId="{5089CA44-4BCE-4F49-8F16-788705D2B335}" dt="2025-05-06T12:42:15.884" v="0" actId="478"/>
          <ac:spMkLst>
            <pc:docMk/>
            <pc:sldMk cId="3252378307" sldId="550"/>
            <ac:spMk id="6" creationId="{BECF5053-9FCA-F2CA-85A6-0681A5A292F1}"/>
          </ac:spMkLst>
        </pc:spChg>
        <pc:spChg chg="add mod">
          <ac:chgData name="于 心瑞 Xinrui YU" userId="e6fcc6d4-2b88-4beb-95d7-57ae4d33a768" providerId="ADAL" clId="{5089CA44-4BCE-4F49-8F16-788705D2B335}" dt="2025-05-06T12:42:16.451" v="1"/>
          <ac:spMkLst>
            <pc:docMk/>
            <pc:sldMk cId="3252378307" sldId="550"/>
            <ac:spMk id="7" creationId="{E9A430B1-2236-B384-8988-AA75E6A761AC}"/>
          </ac:spMkLst>
        </pc:spChg>
      </pc:sldChg>
      <pc:sldChg chg="addSp delSp modSp new mod modAnim">
        <pc:chgData name="于 心瑞 Xinrui YU" userId="e6fcc6d4-2b88-4beb-95d7-57ae4d33a768" providerId="ADAL" clId="{5089CA44-4BCE-4F49-8F16-788705D2B335}" dt="2025-05-08T07:31:54.347" v="90"/>
        <pc:sldMkLst>
          <pc:docMk/>
          <pc:sldMk cId="3061885033" sldId="551"/>
        </pc:sldMkLst>
        <pc:spChg chg="del">
          <ac:chgData name="于 心瑞 Xinrui YU" userId="e6fcc6d4-2b88-4beb-95d7-57ae4d33a768" providerId="ADAL" clId="{5089CA44-4BCE-4F49-8F16-788705D2B335}" dt="2025-05-08T07:26:35.310" v="69" actId="478"/>
          <ac:spMkLst>
            <pc:docMk/>
            <pc:sldMk cId="3061885033" sldId="551"/>
            <ac:spMk id="2" creationId="{BCBE5FA9-2618-B028-15D0-130AF9EC578A}"/>
          </ac:spMkLst>
        </pc:spChg>
        <pc:spChg chg="del">
          <ac:chgData name="于 心瑞 Xinrui YU" userId="e6fcc6d4-2b88-4beb-95d7-57ae4d33a768" providerId="ADAL" clId="{5089CA44-4BCE-4F49-8F16-788705D2B335}" dt="2025-05-08T07:26:35.310" v="69" actId="478"/>
          <ac:spMkLst>
            <pc:docMk/>
            <pc:sldMk cId="3061885033" sldId="551"/>
            <ac:spMk id="3" creationId="{DAD40B75-620F-56EE-DD7F-6855FA38C5BC}"/>
          </ac:spMkLst>
        </pc:spChg>
        <pc:spChg chg="add del">
          <ac:chgData name="于 心瑞 Xinrui YU" userId="e6fcc6d4-2b88-4beb-95d7-57ae4d33a768" providerId="ADAL" clId="{5089CA44-4BCE-4F49-8F16-788705D2B335}" dt="2025-05-08T07:31:21.302" v="86" actId="22"/>
          <ac:spMkLst>
            <pc:docMk/>
            <pc:sldMk cId="3061885033" sldId="551"/>
            <ac:spMk id="5" creationId="{DA7803D4-1CDC-8693-CEE1-FAABA4292E0B}"/>
          </ac:spMkLst>
        </pc:spChg>
        <pc:spChg chg="add del">
          <ac:chgData name="于 心瑞 Xinrui YU" userId="e6fcc6d4-2b88-4beb-95d7-57ae4d33a768" providerId="ADAL" clId="{5089CA44-4BCE-4F49-8F16-788705D2B335}" dt="2025-05-08T07:31:30.396" v="88" actId="478"/>
          <ac:spMkLst>
            <pc:docMk/>
            <pc:sldMk cId="3061885033" sldId="551"/>
            <ac:spMk id="6" creationId="{1886FFE4-CD58-A839-8247-AFFAB2BFE549}"/>
          </ac:spMkLst>
        </pc:spChg>
        <pc:picChg chg="add mod">
          <ac:chgData name="于 心瑞 Xinrui YU" userId="e6fcc6d4-2b88-4beb-95d7-57ae4d33a768" providerId="ADAL" clId="{5089CA44-4BCE-4F49-8F16-788705D2B335}" dt="2025-05-08T07:31:51.126" v="89" actId="166"/>
          <ac:picMkLst>
            <pc:docMk/>
            <pc:sldMk cId="3061885033" sldId="551"/>
            <ac:picMk id="1026" creationId="{A1C5BE20-C56D-A10D-EECE-0E2BFE4EA295}"/>
          </ac:picMkLst>
        </pc:picChg>
        <pc:picChg chg="add mod">
          <ac:chgData name="于 心瑞 Xinrui YU" userId="e6fcc6d4-2b88-4beb-95d7-57ae4d33a768" providerId="ADAL" clId="{5089CA44-4BCE-4F49-8F16-788705D2B335}" dt="2025-05-08T07:28:02.208" v="73" actId="14861"/>
          <ac:picMkLst>
            <pc:docMk/>
            <pc:sldMk cId="3061885033" sldId="551"/>
            <ac:picMk id="1028" creationId="{127DF8E7-F9EF-CD1D-9783-E714BC46994B}"/>
          </ac:picMkLst>
        </pc:picChg>
        <pc:picChg chg="add del mod">
          <ac:chgData name="于 心瑞 Xinrui YU" userId="e6fcc6d4-2b88-4beb-95d7-57ae4d33a768" providerId="ADAL" clId="{5089CA44-4BCE-4F49-8F16-788705D2B335}" dt="2025-05-08T07:29:54.133" v="77" actId="478"/>
          <ac:picMkLst>
            <pc:docMk/>
            <pc:sldMk cId="3061885033" sldId="551"/>
            <ac:picMk id="1030" creationId="{EEE75684-5AC0-1C02-5DEB-AC398B688810}"/>
          </ac:picMkLst>
        </pc:picChg>
        <pc:picChg chg="add mod">
          <ac:chgData name="于 心瑞 Xinrui YU" userId="e6fcc6d4-2b88-4beb-95d7-57ae4d33a768" providerId="ADAL" clId="{5089CA44-4BCE-4F49-8F16-788705D2B335}" dt="2025-05-08T07:30:19.315" v="84" actId="14861"/>
          <ac:picMkLst>
            <pc:docMk/>
            <pc:sldMk cId="3061885033" sldId="551"/>
            <ac:picMk id="1032" creationId="{98B4F363-01CC-713B-A5C6-B7DFDCE1761F}"/>
          </ac:picMkLst>
        </pc:picChg>
      </pc:sldChg>
      <pc:sldChg chg="addSp modSp add mod">
        <pc:chgData name="于 心瑞 Xinrui YU" userId="e6fcc6d4-2b88-4beb-95d7-57ae4d33a768" providerId="ADAL" clId="{5089CA44-4BCE-4F49-8F16-788705D2B335}" dt="2025-05-08T11:03:20.760" v="708" actId="20577"/>
        <pc:sldMkLst>
          <pc:docMk/>
          <pc:sldMk cId="3600890107" sldId="552"/>
        </pc:sldMkLst>
        <pc:spChg chg="mod">
          <ac:chgData name="于 心瑞 Xinrui YU" userId="e6fcc6d4-2b88-4beb-95d7-57ae4d33a768" providerId="ADAL" clId="{5089CA44-4BCE-4F49-8F16-788705D2B335}" dt="2025-05-08T07:40:12.879" v="108" actId="20577"/>
          <ac:spMkLst>
            <pc:docMk/>
            <pc:sldMk cId="3600890107" sldId="552"/>
            <ac:spMk id="2" creationId="{D1C902AE-1165-E413-8007-A77D7B3442B6}"/>
          </ac:spMkLst>
        </pc:spChg>
        <pc:spChg chg="mod">
          <ac:chgData name="于 心瑞 Xinrui YU" userId="e6fcc6d4-2b88-4beb-95d7-57ae4d33a768" providerId="ADAL" clId="{5089CA44-4BCE-4F49-8F16-788705D2B335}" dt="2025-05-08T11:03:20.760" v="708" actId="20577"/>
          <ac:spMkLst>
            <pc:docMk/>
            <pc:sldMk cId="3600890107" sldId="552"/>
            <ac:spMk id="3" creationId="{4D5EFFCE-6E33-A9D6-A35E-1E948C836ACD}"/>
          </ac:spMkLst>
        </pc:spChg>
        <pc:picChg chg="add mod">
          <ac:chgData name="于 心瑞 Xinrui YU" userId="e6fcc6d4-2b88-4beb-95d7-57ae4d33a768" providerId="ADAL" clId="{5089CA44-4BCE-4F49-8F16-788705D2B335}" dt="2025-05-08T10:19:17.740" v="336" actId="1076"/>
          <ac:picMkLst>
            <pc:docMk/>
            <pc:sldMk cId="3600890107" sldId="552"/>
            <ac:picMk id="5122" creationId="{C6917DE2-4EDC-2193-5DF0-876F83BAE8ED}"/>
          </ac:picMkLst>
        </pc:picChg>
      </pc:sldChg>
      <pc:sldChg chg="addSp delSp modSp new mod modAnim">
        <pc:chgData name="于 心瑞 Xinrui YU" userId="e6fcc6d4-2b88-4beb-95d7-57ae4d33a768" providerId="ADAL" clId="{5089CA44-4BCE-4F49-8F16-788705D2B335}" dt="2025-05-08T07:44:03.954" v="150"/>
        <pc:sldMkLst>
          <pc:docMk/>
          <pc:sldMk cId="941188085" sldId="553"/>
        </pc:sldMkLst>
        <pc:spChg chg="del">
          <ac:chgData name="于 心瑞 Xinrui YU" userId="e6fcc6d4-2b88-4beb-95d7-57ae4d33a768" providerId="ADAL" clId="{5089CA44-4BCE-4F49-8F16-788705D2B335}" dt="2025-05-08T07:41:40.715" v="110" actId="478"/>
          <ac:spMkLst>
            <pc:docMk/>
            <pc:sldMk cId="941188085" sldId="553"/>
            <ac:spMk id="2" creationId="{86D0DBD0-EEDA-E5F5-A81A-9E0038BA9D0D}"/>
          </ac:spMkLst>
        </pc:spChg>
        <pc:spChg chg="del">
          <ac:chgData name="于 心瑞 Xinrui YU" userId="e6fcc6d4-2b88-4beb-95d7-57ae4d33a768" providerId="ADAL" clId="{5089CA44-4BCE-4F49-8F16-788705D2B335}" dt="2025-05-08T07:41:40.715" v="110" actId="478"/>
          <ac:spMkLst>
            <pc:docMk/>
            <pc:sldMk cId="941188085" sldId="553"/>
            <ac:spMk id="3" creationId="{FF4B95CE-FA75-4E13-FAF1-A7DA8CE554FC}"/>
          </ac:spMkLst>
        </pc:spChg>
        <pc:spChg chg="add mod">
          <ac:chgData name="于 心瑞 Xinrui YU" userId="e6fcc6d4-2b88-4beb-95d7-57ae4d33a768" providerId="ADAL" clId="{5089CA44-4BCE-4F49-8F16-788705D2B335}" dt="2025-05-08T07:42:41.406" v="117" actId="208"/>
          <ac:spMkLst>
            <pc:docMk/>
            <pc:sldMk cId="941188085" sldId="553"/>
            <ac:spMk id="4" creationId="{268BE15D-D620-4BC6-9E53-E8EE8EB52D25}"/>
          </ac:spMkLst>
        </pc:spChg>
        <pc:spChg chg="add del mod">
          <ac:chgData name="于 心瑞 Xinrui YU" userId="e6fcc6d4-2b88-4beb-95d7-57ae4d33a768" providerId="ADAL" clId="{5089CA44-4BCE-4F49-8F16-788705D2B335}" dt="2025-05-08T07:43:09.458" v="121" actId="478"/>
          <ac:spMkLst>
            <pc:docMk/>
            <pc:sldMk cId="941188085" sldId="553"/>
            <ac:spMk id="5" creationId="{A01D8212-A7A4-62D9-0B22-4C87F5DA79A1}"/>
          </ac:spMkLst>
        </pc:spChg>
        <pc:spChg chg="add mod">
          <ac:chgData name="于 心瑞 Xinrui YU" userId="e6fcc6d4-2b88-4beb-95d7-57ae4d33a768" providerId="ADAL" clId="{5089CA44-4BCE-4F49-8F16-788705D2B335}" dt="2025-05-08T07:43:52.262" v="149" actId="113"/>
          <ac:spMkLst>
            <pc:docMk/>
            <pc:sldMk cId="941188085" sldId="553"/>
            <ac:spMk id="8" creationId="{C30F0528-FAAA-24F0-E6E2-59623639939A}"/>
          </ac:spMkLst>
        </pc:spChg>
        <pc:picChg chg="add mod">
          <ac:chgData name="于 心瑞 Xinrui YU" userId="e6fcc6d4-2b88-4beb-95d7-57ae4d33a768" providerId="ADAL" clId="{5089CA44-4BCE-4F49-8F16-788705D2B335}" dt="2025-05-08T07:41:49.498" v="112" actId="1076"/>
          <ac:picMkLst>
            <pc:docMk/>
            <pc:sldMk cId="941188085" sldId="553"/>
            <ac:picMk id="2050" creationId="{6ADA057C-65EA-7D3E-606B-3FF7BC6873E3}"/>
          </ac:picMkLst>
        </pc:picChg>
        <pc:cxnChg chg="add mod">
          <ac:chgData name="于 心瑞 Xinrui YU" userId="e6fcc6d4-2b88-4beb-95d7-57ae4d33a768" providerId="ADAL" clId="{5089CA44-4BCE-4F49-8F16-788705D2B335}" dt="2025-05-08T07:43:24.290" v="124" actId="1582"/>
          <ac:cxnSpMkLst>
            <pc:docMk/>
            <pc:sldMk cId="941188085" sldId="553"/>
            <ac:cxnSpMk id="7" creationId="{4DFDAC23-D0D7-C46E-6732-85508A8BBD14}"/>
          </ac:cxnSpMkLst>
        </pc:cxnChg>
      </pc:sldChg>
      <pc:sldChg chg="addSp modSp add mod ord">
        <pc:chgData name="于 心瑞 Xinrui YU" userId="e6fcc6d4-2b88-4beb-95d7-57ae4d33a768" providerId="ADAL" clId="{5089CA44-4BCE-4F49-8F16-788705D2B335}" dt="2025-05-08T11:07:45.497" v="757" actId="1076"/>
        <pc:sldMkLst>
          <pc:docMk/>
          <pc:sldMk cId="1854076618" sldId="554"/>
        </pc:sldMkLst>
        <pc:spChg chg="mod">
          <ac:chgData name="于 心瑞 Xinrui YU" userId="e6fcc6d4-2b88-4beb-95d7-57ae4d33a768" providerId="ADAL" clId="{5089CA44-4BCE-4F49-8F16-788705D2B335}" dt="2025-05-08T07:59:55.137" v="175" actId="20577"/>
          <ac:spMkLst>
            <pc:docMk/>
            <pc:sldMk cId="1854076618" sldId="554"/>
            <ac:spMk id="2" creationId="{814FF950-619C-45A1-50D5-3F2076CEF44E}"/>
          </ac:spMkLst>
        </pc:spChg>
        <pc:spChg chg="mod">
          <ac:chgData name="于 心瑞 Xinrui YU" userId="e6fcc6d4-2b88-4beb-95d7-57ae4d33a768" providerId="ADAL" clId="{5089CA44-4BCE-4F49-8F16-788705D2B335}" dt="2025-05-08T11:05:04.007" v="712" actId="20577"/>
          <ac:spMkLst>
            <pc:docMk/>
            <pc:sldMk cId="1854076618" sldId="554"/>
            <ac:spMk id="3" creationId="{FA9912C1-0C88-0E25-9934-EF7DAA8BEB3D}"/>
          </ac:spMkLst>
        </pc:spChg>
        <pc:picChg chg="add mod">
          <ac:chgData name="于 心瑞 Xinrui YU" userId="e6fcc6d4-2b88-4beb-95d7-57ae4d33a768" providerId="ADAL" clId="{5089CA44-4BCE-4F49-8F16-788705D2B335}" dt="2025-05-08T11:05:15.150" v="714" actId="1076"/>
          <ac:picMkLst>
            <pc:docMk/>
            <pc:sldMk cId="1854076618" sldId="554"/>
            <ac:picMk id="4098" creationId="{0EBCD6B2-1DEB-C883-6385-FF21A923B1A1}"/>
          </ac:picMkLst>
        </pc:picChg>
        <pc:picChg chg="add mod">
          <ac:chgData name="于 心瑞 Xinrui YU" userId="e6fcc6d4-2b88-4beb-95d7-57ae4d33a768" providerId="ADAL" clId="{5089CA44-4BCE-4F49-8F16-788705D2B335}" dt="2025-05-08T11:07:45.497" v="757" actId="1076"/>
          <ac:picMkLst>
            <pc:docMk/>
            <pc:sldMk cId="1854076618" sldId="554"/>
            <ac:picMk id="4100" creationId="{DC4A2034-0665-0987-751A-8578A6A8B12E}"/>
          </ac:picMkLst>
        </pc:picChg>
      </pc:sldChg>
      <pc:sldChg chg="addSp delSp modSp new mod">
        <pc:chgData name="于 心瑞 Xinrui YU" userId="e6fcc6d4-2b88-4beb-95d7-57ae4d33a768" providerId="ADAL" clId="{5089CA44-4BCE-4F49-8F16-788705D2B335}" dt="2025-05-08T10:15:41.585" v="283" actId="1076"/>
        <pc:sldMkLst>
          <pc:docMk/>
          <pc:sldMk cId="3305884507" sldId="555"/>
        </pc:sldMkLst>
        <pc:spChg chg="mod">
          <ac:chgData name="于 心瑞 Xinrui YU" userId="e6fcc6d4-2b88-4beb-95d7-57ae4d33a768" providerId="ADAL" clId="{5089CA44-4BCE-4F49-8F16-788705D2B335}" dt="2025-05-08T10:15:15.704" v="274" actId="20577"/>
          <ac:spMkLst>
            <pc:docMk/>
            <pc:sldMk cId="3305884507" sldId="555"/>
            <ac:spMk id="2" creationId="{53E2905C-ED01-603C-E974-84BC40BFF5E2}"/>
          </ac:spMkLst>
        </pc:spChg>
        <pc:spChg chg="del">
          <ac:chgData name="于 心瑞 Xinrui YU" userId="e6fcc6d4-2b88-4beb-95d7-57ae4d33a768" providerId="ADAL" clId="{5089CA44-4BCE-4F49-8F16-788705D2B335}" dt="2025-05-08T10:15:33.212" v="277"/>
          <ac:spMkLst>
            <pc:docMk/>
            <pc:sldMk cId="3305884507" sldId="555"/>
            <ac:spMk id="3" creationId="{B6BA371E-DA17-A133-3BB7-554E3153B1A9}"/>
          </ac:spMkLst>
        </pc:spChg>
        <pc:spChg chg="add del">
          <ac:chgData name="于 心瑞 Xinrui YU" userId="e6fcc6d4-2b88-4beb-95d7-57ae4d33a768" providerId="ADAL" clId="{5089CA44-4BCE-4F49-8F16-788705D2B335}" dt="2025-05-08T10:15:24.663" v="276" actId="478"/>
          <ac:spMkLst>
            <pc:docMk/>
            <pc:sldMk cId="3305884507" sldId="555"/>
            <ac:spMk id="4" creationId="{470EA94D-9388-09CE-BD3D-7A08AD012004}"/>
          </ac:spMkLst>
        </pc:spChg>
        <pc:picChg chg="add mod">
          <ac:chgData name="于 心瑞 Xinrui YU" userId="e6fcc6d4-2b88-4beb-95d7-57ae4d33a768" providerId="ADAL" clId="{5089CA44-4BCE-4F49-8F16-788705D2B335}" dt="2025-05-08T10:15:41.585" v="283" actId="1076"/>
          <ac:picMkLst>
            <pc:docMk/>
            <pc:sldMk cId="3305884507" sldId="555"/>
            <ac:picMk id="6" creationId="{C6BB5657-66B4-AF35-D20F-5994BBE46ACD}"/>
          </ac:picMkLst>
        </pc:picChg>
      </pc:sldChg>
      <pc:sldChg chg="addSp delSp modSp new mod">
        <pc:chgData name="于 心瑞 Xinrui YU" userId="e6fcc6d4-2b88-4beb-95d7-57ae4d33a768" providerId="ADAL" clId="{5089CA44-4BCE-4F49-8F16-788705D2B335}" dt="2025-05-08T10:32:01.740" v="463" actId="1076"/>
        <pc:sldMkLst>
          <pc:docMk/>
          <pc:sldMk cId="426789971" sldId="556"/>
        </pc:sldMkLst>
        <pc:spChg chg="del">
          <ac:chgData name="于 心瑞 Xinrui YU" userId="e6fcc6d4-2b88-4beb-95d7-57ae4d33a768" providerId="ADAL" clId="{5089CA44-4BCE-4F49-8F16-788705D2B335}" dt="2025-05-08T10:30:43.966" v="392" actId="478"/>
          <ac:spMkLst>
            <pc:docMk/>
            <pc:sldMk cId="426789971" sldId="556"/>
            <ac:spMk id="2" creationId="{68C47F06-ACC3-C3E8-F566-C1E0F7F3232A}"/>
          </ac:spMkLst>
        </pc:spChg>
        <pc:spChg chg="del">
          <ac:chgData name="于 心瑞 Xinrui YU" userId="e6fcc6d4-2b88-4beb-95d7-57ae4d33a768" providerId="ADAL" clId="{5089CA44-4BCE-4F49-8F16-788705D2B335}" dt="2025-05-08T10:30:45.318" v="393" actId="478"/>
          <ac:spMkLst>
            <pc:docMk/>
            <pc:sldMk cId="426789971" sldId="556"/>
            <ac:spMk id="3" creationId="{A5939635-283E-B3D3-EDF7-9E3C1A95841C}"/>
          </ac:spMkLst>
        </pc:spChg>
        <pc:spChg chg="add mod">
          <ac:chgData name="于 心瑞 Xinrui YU" userId="e6fcc6d4-2b88-4beb-95d7-57ae4d33a768" providerId="ADAL" clId="{5089CA44-4BCE-4F49-8F16-788705D2B335}" dt="2025-05-08T10:32:01.740" v="463" actId="1076"/>
          <ac:spMkLst>
            <pc:docMk/>
            <pc:sldMk cId="426789971" sldId="556"/>
            <ac:spMk id="4" creationId="{563E5684-9330-93DC-11CA-5A168E5D46BA}"/>
          </ac:spMkLst>
        </pc:spChg>
        <pc:spChg chg="add mod">
          <ac:chgData name="于 心瑞 Xinrui YU" userId="e6fcc6d4-2b88-4beb-95d7-57ae4d33a768" providerId="ADAL" clId="{5089CA44-4BCE-4F49-8F16-788705D2B335}" dt="2025-05-08T10:31:52.487" v="459" actId="1076"/>
          <ac:spMkLst>
            <pc:docMk/>
            <pc:sldMk cId="426789971" sldId="556"/>
            <ac:spMk id="5" creationId="{8D32F1AE-5096-FB34-A594-7494549834DD}"/>
          </ac:spMkLst>
        </pc:spChg>
        <pc:picChg chg="add mod">
          <ac:chgData name="于 心瑞 Xinrui YU" userId="e6fcc6d4-2b88-4beb-95d7-57ae4d33a768" providerId="ADAL" clId="{5089CA44-4BCE-4F49-8F16-788705D2B335}" dt="2025-05-08T10:28:45.699" v="348"/>
          <ac:picMkLst>
            <pc:docMk/>
            <pc:sldMk cId="426789971" sldId="556"/>
            <ac:picMk id="7170" creationId="{41806D77-A3F4-8830-395D-DA7302C39BE9}"/>
          </ac:picMkLst>
        </pc:picChg>
      </pc:sldChg>
      <pc:sldChg chg="addSp delSp modSp new mod">
        <pc:chgData name="于 心瑞 Xinrui YU" userId="e6fcc6d4-2b88-4beb-95d7-57ae4d33a768" providerId="ADAL" clId="{5089CA44-4BCE-4F49-8F16-788705D2B335}" dt="2025-05-08T10:35:11.353" v="511" actId="20577"/>
        <pc:sldMkLst>
          <pc:docMk/>
          <pc:sldMk cId="3012733105" sldId="557"/>
        </pc:sldMkLst>
        <pc:spChg chg="mod">
          <ac:chgData name="于 心瑞 Xinrui YU" userId="e6fcc6d4-2b88-4beb-95d7-57ae4d33a768" providerId="ADAL" clId="{5089CA44-4BCE-4F49-8F16-788705D2B335}" dt="2025-05-08T10:35:11.353" v="511" actId="20577"/>
          <ac:spMkLst>
            <pc:docMk/>
            <pc:sldMk cId="3012733105" sldId="557"/>
            <ac:spMk id="2" creationId="{6F503E04-0118-E51A-3323-A7FD2B94628B}"/>
          </ac:spMkLst>
        </pc:spChg>
        <pc:spChg chg="del">
          <ac:chgData name="于 心瑞 Xinrui YU" userId="e6fcc6d4-2b88-4beb-95d7-57ae4d33a768" providerId="ADAL" clId="{5089CA44-4BCE-4F49-8F16-788705D2B335}" dt="2025-05-08T10:34:14.827" v="472" actId="478"/>
          <ac:spMkLst>
            <pc:docMk/>
            <pc:sldMk cId="3012733105" sldId="557"/>
            <ac:spMk id="3" creationId="{6458C53A-E6EC-1A69-AB20-83FE611A27B0}"/>
          </ac:spMkLst>
        </pc:spChg>
        <pc:picChg chg="add mod">
          <ac:chgData name="于 心瑞 Xinrui YU" userId="e6fcc6d4-2b88-4beb-95d7-57ae4d33a768" providerId="ADAL" clId="{5089CA44-4BCE-4F49-8F16-788705D2B335}" dt="2025-05-08T10:34:20.438" v="476" actId="1076"/>
          <ac:picMkLst>
            <pc:docMk/>
            <pc:sldMk cId="3012733105" sldId="557"/>
            <ac:picMk id="8194" creationId="{E12F3AF6-A468-83B3-EE13-8AE1C7ADD47B}"/>
          </ac:picMkLst>
        </pc:picChg>
      </pc:sldChg>
      <pc:sldChg chg="addSp delSp modSp new mod">
        <pc:chgData name="于 心瑞 Xinrui YU" userId="e6fcc6d4-2b88-4beb-95d7-57ae4d33a768" providerId="ADAL" clId="{5089CA44-4BCE-4F49-8F16-788705D2B335}" dt="2025-05-08T11:00:35.944" v="702" actId="20577"/>
        <pc:sldMkLst>
          <pc:docMk/>
          <pc:sldMk cId="2069707410" sldId="558"/>
        </pc:sldMkLst>
        <pc:spChg chg="mod">
          <ac:chgData name="于 心瑞 Xinrui YU" userId="e6fcc6d4-2b88-4beb-95d7-57ae4d33a768" providerId="ADAL" clId="{5089CA44-4BCE-4F49-8F16-788705D2B335}" dt="2025-05-08T10:56:25.072" v="566" actId="20577"/>
          <ac:spMkLst>
            <pc:docMk/>
            <pc:sldMk cId="2069707410" sldId="558"/>
            <ac:spMk id="2" creationId="{85312962-C9CB-3BB9-4252-F2347436754A}"/>
          </ac:spMkLst>
        </pc:spChg>
        <pc:spChg chg="del">
          <ac:chgData name="于 心瑞 Xinrui YU" userId="e6fcc6d4-2b88-4beb-95d7-57ae4d33a768" providerId="ADAL" clId="{5089CA44-4BCE-4F49-8F16-788705D2B335}" dt="2025-05-08T10:56:01.346" v="519"/>
          <ac:spMkLst>
            <pc:docMk/>
            <pc:sldMk cId="2069707410" sldId="558"/>
            <ac:spMk id="3" creationId="{3164DB34-78CA-22F7-3710-B34A55A662C2}"/>
          </ac:spMkLst>
        </pc:spChg>
        <pc:graphicFrameChg chg="add mod modGraphic">
          <ac:chgData name="于 心瑞 Xinrui YU" userId="e6fcc6d4-2b88-4beb-95d7-57ae4d33a768" providerId="ADAL" clId="{5089CA44-4BCE-4F49-8F16-788705D2B335}" dt="2025-05-08T11:00:35.944" v="702" actId="20577"/>
          <ac:graphicFrameMkLst>
            <pc:docMk/>
            <pc:sldMk cId="2069707410" sldId="558"/>
            <ac:graphicFrameMk id="4" creationId="{A9C0CA71-2E43-F547-F91E-D2CACBEB58E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4D0BB-5522-4C10-8135-53B21677EA29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99D46-16F3-4057-B356-6BA1F3AC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25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3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85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82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7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MTTF = Mean Time to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67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64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超顺磁极限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99D46-16F3-4057-B356-6BA1F3AC74E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30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552B-82FF-4AB4-9609-C7A7D3BD1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ACFFC-15DD-45C9-8591-64FB971AF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50A81-BD6A-4705-B1A1-53C59C7A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57A9-5704-449B-95E2-D0CCC051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4D6D-FCEB-4AB3-A5AF-D02DB65D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7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BB47-85D7-4C03-AFE8-AE56293C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069EB-CBF3-4983-BD1A-BE58482C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7482-8B8C-4ECB-BD8F-227C120E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89392-4818-4C89-9DFA-A27DAB76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3950-D55E-4C81-B644-450FE394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4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DB90-BB39-4756-8952-3A1C2DB8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32473-D10D-42DD-BA3D-583595F89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A9556-2CB1-48A8-B892-A9C61964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B00-C4F2-4A0E-94EE-D6A84930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9A8A-E754-4481-87DD-5324EE60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C46B-657D-4B96-AF11-2F595FCF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23D2-5632-40CB-8093-37AFF79E2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FF951-8D8F-459D-8863-B8A35EF88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4D493-34D8-43AD-8A01-CE212CE9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C614-C652-4266-8E09-E7370A0C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A22F-6DAB-4A37-91AA-96D2E04F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1189-EB22-47FF-B37D-14AADFFD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39329-89A8-40CC-B8D1-C0D2D346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47A9D-9C23-42EF-8B31-98A681808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96BC8-4529-4594-A62A-B0490D8B9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9B1F9-831C-4959-9FAC-00D6420CA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7478D-9499-493E-87D6-4D06F7A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3CEA6-3C43-4928-97C7-2D92EACA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4DCCD-B828-4CFA-B830-C481107B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E580-3584-400F-82B4-86B1D3BA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705-C5F9-457F-BFEC-F13A4482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4B83A-7635-4D97-B096-219D7DB7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72993-E0E3-4A12-8240-710606F6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D6E1-7F80-40E1-BF2F-B05F1E9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12BDF-9915-4950-ACA4-33E3BB3B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6EA4C-F843-4446-A7B6-4A4B8578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4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D886-60B2-4DD3-8E28-4E27ADA5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CEA3-FD12-4E89-8543-AD44DB043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1A5EA-5B38-48D1-878E-F4B7E54C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C3C98-0E0F-4D52-B760-26791C92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22735-0599-4C70-AF7B-5A867BE6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A1B80-CA4F-418D-B784-E06AD167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7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E478-4348-499F-93A8-209D59372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11465-A55C-43F8-BC8B-65C908BBC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AA8CF-35C7-4E7A-8CF2-DD1B31289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A830D-05B3-4113-A934-CE046200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E2548-ED48-4FDD-9329-54769D0A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CEB7C-F788-43DF-85B5-0DBA7C07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9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F941-46EF-4311-AED7-D0BB6636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D0C78-72E8-42D8-A8A3-0BD58C4C3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E8BB-B3FA-45D6-98E9-9C11F14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C78D-3294-4990-8C81-80D15BB9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B28C-5C64-478B-A901-757A858E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2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6A487-2590-4615-B417-E2168DE65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70FE8-B807-4A10-88EE-5557BDB62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BCCCA-6C6B-4B0E-BBAD-24322C9E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A20AF-9B80-4FBF-9840-ACF1BF23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2727-D5B7-4EF1-B44C-581A9DA0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9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B331-D111-4B58-8269-2659FD67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94232-12F2-4F6F-8D85-CA6F5670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F1BF-9115-4CA0-9F58-D0A674347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C8182-8A53-4BCE-8F74-6947BE705CD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B8B1-D0DD-4F6A-9A0C-E4BAD5561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089-E9D4-4D61-92EB-9C11EA500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Text, letter&#10;&#10;Description automatically generated">
            <a:extLst>
              <a:ext uri="{FF2B5EF4-FFF2-40B4-BE49-F238E27FC236}">
                <a16:creationId xmlns:a16="http://schemas.microsoft.com/office/drawing/2014/main" id="{E00B5315-1DCF-0FCD-0AF4-436BC7B08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3" y="1122232"/>
            <a:ext cx="5982803" cy="2213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2E598-3A9F-494B-94CA-04DD070C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3" y="3429000"/>
            <a:ext cx="10080312" cy="1713305"/>
          </a:xfrm>
        </p:spPr>
        <p:txBody>
          <a:bodyPr anchor="b">
            <a:normAutofit/>
          </a:bodyPr>
          <a:lstStyle/>
          <a:p>
            <a:pPr algn="l"/>
            <a:r>
              <a:rPr lang="en-US" sz="3800" dirty="0"/>
              <a:t>ISE 218: Fundamentals of Information Technology</a:t>
            </a:r>
            <a:br>
              <a:rPr lang="en-US" sz="3800" dirty="0"/>
            </a:br>
            <a:r>
              <a:rPr lang="en-US" sz="3800" dirty="0"/>
              <a:t>Unit 6: Input/</a:t>
            </a:r>
            <a:r>
              <a:rPr lang="en-US" sz="3800"/>
              <a:t>Output Systems</a:t>
            </a:r>
            <a:endParaRPr lang="en-US" sz="38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ECF5053-9FCA-F2CA-85A6-0681A5A29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Google Shape;90;p1">
            <a:extLst>
              <a:ext uri="{FF2B5EF4-FFF2-40B4-BE49-F238E27FC236}">
                <a16:creationId xmlns:a16="http://schemas.microsoft.com/office/drawing/2014/main" id="{E9A430B1-2236-B384-8988-AA75E6A761AC}"/>
              </a:ext>
            </a:extLst>
          </p:cNvPr>
          <p:cNvSpPr txBox="1">
            <a:spLocks/>
          </p:cNvSpPr>
          <p:nvPr/>
        </p:nvSpPr>
        <p:spPr>
          <a:xfrm>
            <a:off x="1289303" y="5142305"/>
            <a:ext cx="7321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900"/>
            </a:pPr>
            <a:r>
              <a:rPr lang="en-US" sz="1800" dirty="0"/>
              <a:t>Spring 2025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Instructor: Abid Malik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co-Instructor: Xinrui Yu</a:t>
            </a:r>
          </a:p>
        </p:txBody>
      </p:sp>
    </p:spTree>
    <p:extLst>
      <p:ext uri="{BB962C8B-B14F-4D97-AF65-F5344CB8AC3E}">
        <p14:creationId xmlns:p14="http://schemas.microsoft.com/office/powerpoint/2010/main" val="325237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905C-ED01-603C-E974-84BC40BF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1 Grade Distribution</a:t>
            </a: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C6BB5657-66B4-AF35-D20F-5994BBE46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468" y="1599929"/>
            <a:ext cx="8041063" cy="4828920"/>
          </a:xfrm>
        </p:spPr>
      </p:pic>
    </p:spTree>
    <p:extLst>
      <p:ext uri="{BB962C8B-B14F-4D97-AF65-F5344CB8AC3E}">
        <p14:creationId xmlns:p14="http://schemas.microsoft.com/office/powerpoint/2010/main" val="330588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storage and retrieval are two of the primary functions of computer systems. </a:t>
            </a:r>
          </a:p>
          <a:p>
            <a:pPr lvl="1"/>
            <a:r>
              <a:rPr lang="en-US" dirty="0"/>
              <a:t>One could argue that computers are more useful to us as data storage and retrieval devices than they are as computational machines.</a:t>
            </a:r>
          </a:p>
          <a:p>
            <a:r>
              <a:rPr lang="en-US" dirty="0"/>
              <a:t>All computers have I/O devices connected to them, and to achieve good performance I/O should be kept to a minimum!</a:t>
            </a:r>
          </a:p>
          <a:p>
            <a:r>
              <a:rPr lang="en-US" dirty="0"/>
              <a:t>In studying I/O, we seek to understand different types of I/O devices, as well as how they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18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and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Sluggish I/O throughput can have a ripple effect, dragging down overall system performance.</a:t>
            </a:r>
          </a:p>
          <a:p>
            <a:pPr lvl="1"/>
            <a:r>
              <a:rPr lang="en-US" dirty="0"/>
              <a:t>This is especially true when virtual memory is involved because it depends heavily on disk I/O</a:t>
            </a:r>
          </a:p>
          <a:p>
            <a:r>
              <a:rPr lang="en-US" dirty="0"/>
              <a:t>The fastest processor in the world is of little use if it spends most of its time waiting for data.</a:t>
            </a:r>
          </a:p>
          <a:p>
            <a:r>
              <a:rPr lang="en-US" dirty="0"/>
              <a:t>If we really understand what’s happening in a computer system we can make the best possible use of its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4736" y="1323474"/>
                <a:ext cx="11082528" cy="5077326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/>
                  <a:t>The overall performance of a system is a result of the interaction of all of its components.</a:t>
                </a:r>
              </a:p>
              <a:p>
                <a:r>
                  <a:rPr lang="en-US" altLang="en-US" dirty="0"/>
                  <a:t>System performance is most effectively improved when the performance of the most heavily used components is improved. </a:t>
                </a:r>
              </a:p>
              <a:p>
                <a:r>
                  <a:rPr lang="en-US" altLang="en-US" dirty="0"/>
                  <a:t>This idea is quantified by Amdahl’s Law: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en-US" dirty="0"/>
                  <a:t>  </a:t>
                </a:r>
              </a:p>
              <a:p>
                <a:pPr lvl="1"/>
                <a:r>
                  <a:rPr lang="en-US" altLang="en-US" i="1" dirty="0"/>
                  <a:t>S</a:t>
                </a:r>
                <a:r>
                  <a:rPr lang="en-US" altLang="en-US" dirty="0"/>
                  <a:t> is the overall speedup given as a </a:t>
                </a:r>
                <a:r>
                  <a:rPr lang="en-US" altLang="en-US" i="1" dirty="0"/>
                  <a:t>multiple</a:t>
                </a:r>
                <a:r>
                  <a:rPr lang="en-US" altLang="en-US" dirty="0"/>
                  <a:t> of the original speed</a:t>
                </a:r>
              </a:p>
              <a:p>
                <a:pPr lvl="1"/>
                <a:r>
                  <a:rPr lang="en-US" altLang="en-US" i="1" dirty="0"/>
                  <a:t>f</a:t>
                </a:r>
                <a:r>
                  <a:rPr lang="en-US" altLang="en-US" dirty="0"/>
                  <a:t> is the fraction of work performed by a faster component;</a:t>
                </a:r>
              </a:p>
              <a:p>
                <a:pPr lvl="1"/>
                <a:r>
                  <a:rPr lang="en-US" altLang="en-US" i="1" dirty="0"/>
                  <a:t>k</a:t>
                </a:r>
                <a:r>
                  <a:rPr lang="en-US" altLang="en-US" dirty="0"/>
                  <a:t> is the speedup of the faster component expressed as a </a:t>
                </a:r>
                <a:r>
                  <a:rPr lang="en-US" altLang="en-US" i="1" dirty="0"/>
                  <a:t>multiple</a:t>
                </a:r>
                <a:r>
                  <a:rPr lang="en-US" altLang="en-US" dirty="0"/>
                  <a:t> of the speed of slower one (not a percentage)</a:t>
                </a:r>
              </a:p>
              <a:p>
                <a:r>
                  <a:rPr lang="en-US" altLang="en-US" dirty="0"/>
                  <a:t>Let’s make sure we understand the difference between a </a:t>
                </a:r>
                <a:r>
                  <a:rPr lang="en-US" altLang="en-US" i="1" dirty="0"/>
                  <a:t>factor</a:t>
                </a:r>
                <a:r>
                  <a:rPr lang="en-US" altLang="en-US" dirty="0"/>
                  <a:t> speedup and a </a:t>
                </a:r>
                <a:r>
                  <a:rPr lang="en-US" altLang="en-US" i="1" dirty="0"/>
                  <a:t>percentage</a:t>
                </a:r>
                <a:r>
                  <a:rPr lang="en-US" altLang="en-US" dirty="0"/>
                  <a:t> speedup by looking at an example (next slide)</a:t>
                </a:r>
              </a:p>
              <a:p>
                <a:endParaRPr lang="en-US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4736" y="1323474"/>
                <a:ext cx="11082528" cy="5077326"/>
              </a:xfrm>
              <a:blipFill>
                <a:blip r:embed="rId2"/>
                <a:stretch>
                  <a:fillRect l="-990" t="-1921" r="-330" b="-1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75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35504"/>
                <a:ext cx="11125200" cy="506529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576"/>
                  </a:spcBef>
                </a:pPr>
                <a:r>
                  <a:rPr lang="en-US" altLang="en-US" dirty="0">
                    <a:cs typeface="Arial" charset="0"/>
                  </a:rPr>
                  <a:t>In comparing the performance of two systems, we measure the time that it takes for each system to do the same amount of work.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>
                    <a:cs typeface="Arial" charset="0"/>
                  </a:rPr>
                  <a:t>Specifically, if System A and System B run the same program, System A is </a:t>
                </a:r>
                <a:r>
                  <a:rPr lang="en-US" altLang="en-US" i="1" dirty="0">
                    <a:cs typeface="Arial" charset="0"/>
                  </a:rPr>
                  <a:t>n</a:t>
                </a:r>
                <a:r>
                  <a:rPr lang="en-US" altLang="en-US" dirty="0">
                    <a:cs typeface="Arial" charset="0"/>
                  </a:rPr>
                  <a:t> times </a:t>
                </a:r>
                <a:r>
                  <a:rPr lang="en-US" altLang="en-US" i="1" dirty="0">
                    <a:cs typeface="Arial" charset="0"/>
                  </a:rPr>
                  <a:t>as fast as</a:t>
                </a:r>
                <a:r>
                  <a:rPr lang="en-US" altLang="en-US" dirty="0">
                    <a:cs typeface="Arial" charset="0"/>
                  </a:rPr>
                  <a:t> System B if: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running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time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on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system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running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time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on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system</m:t>
                        </m:r>
                        <m: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Arial" charset="0"/>
                          </a:rPr>
                          <m:t>A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pitchFamily="18" charset="0"/>
                        <a:cs typeface="Arial" charset="0"/>
                      </a:rPr>
                      <m:t>𝑛</m:t>
                    </m:r>
                  </m:oMath>
                </a14:m>
                <a:endParaRPr lang="en-US" altLang="en-US" dirty="0">
                  <a:cs typeface="Arial" charset="0"/>
                </a:endParaRPr>
              </a:p>
              <a:p>
                <a:pPr>
                  <a:spcBef>
                    <a:spcPts val="576"/>
                  </a:spcBef>
                </a:pPr>
                <a:r>
                  <a:rPr lang="en-US" altLang="en-US" dirty="0">
                    <a:cs typeface="Arial" charset="0"/>
                  </a:rPr>
                  <a:t>System A is </a:t>
                </a:r>
                <a:r>
                  <a:rPr lang="en-US" altLang="en-US" i="1" dirty="0">
                    <a:cs typeface="Arial" charset="0"/>
                  </a:rPr>
                  <a:t>x</a:t>
                </a:r>
                <a:r>
                  <a:rPr lang="en-US" altLang="en-US" dirty="0">
                    <a:cs typeface="Arial" charset="0"/>
                  </a:rPr>
                  <a:t>% </a:t>
                </a:r>
                <a:r>
                  <a:rPr lang="en-US" altLang="en-US" i="1" dirty="0">
                    <a:cs typeface="Arial" charset="0"/>
                  </a:rPr>
                  <a:t>faster than</a:t>
                </a:r>
                <a:r>
                  <a:rPr lang="en-US" altLang="en-US" dirty="0">
                    <a:cs typeface="Arial" charset="0"/>
                  </a:rPr>
                  <a:t> System B if: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running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time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on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system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B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running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time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on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system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  <a:cs typeface="Arial" charset="0"/>
                              </a:rPr>
                              <m:t>A</m:t>
                            </m:r>
                          </m:den>
                        </m:f>
                        <m:r>
                          <a:rPr lang="en-US" altLang="en-US" i="1">
                            <a:latin typeface="Cambria Math" panose="02040503050406030204" pitchFamily="18" charset="0"/>
                            <a:cs typeface="Arial" charset="0"/>
                          </a:rPr>
                          <m:t>−1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cs typeface="Arial" charset="0"/>
                      </a:rPr>
                      <m:t>×100%=</m:t>
                    </m:r>
                    <m:r>
                      <a:rPr lang="en-US" altLang="en-US" i="1">
                        <a:latin typeface="Cambria Math" panose="02040503050406030204" pitchFamily="18" charset="0"/>
                        <a:cs typeface="Arial" charset="0"/>
                      </a:rPr>
                      <m:t>𝑥</m:t>
                    </m:r>
                    <m:r>
                      <a:rPr lang="en-US" altLang="en-US" i="1">
                        <a:latin typeface="Cambria Math" panose="02040503050406030204" pitchFamily="18" charset="0"/>
                        <a:cs typeface="Arial" charset="0"/>
                      </a:rPr>
                      <m:t>%</m:t>
                    </m:r>
                  </m:oMath>
                </a14:m>
                <a:endParaRPr lang="en-US" altLang="en-US" dirty="0">
                  <a:cs typeface="Arial" charset="0"/>
                </a:endParaRP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For example, suppose we are considering replacing CPU A with CPU B, which is 2.5 times as fast as CPU A. The value of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 in this case is 2.5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We could also say that CPU B is </a:t>
                </a:r>
                <a:r>
                  <a:rPr lang="en-US" altLang="en-US" i="1" dirty="0"/>
                  <a:t>150% </a:t>
                </a:r>
                <a:r>
                  <a:rPr lang="en-US" altLang="en-US" b="1" i="1" dirty="0"/>
                  <a:t>faster than</a:t>
                </a:r>
                <a:r>
                  <a:rPr lang="en-US" altLang="en-US" dirty="0"/>
                  <a:t> CPU A.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 is still 2.5. 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If, on the other hand, we said that CPU B’s speed is </a:t>
                </a:r>
                <a:r>
                  <a:rPr lang="en-US" altLang="en-US" i="1" dirty="0"/>
                  <a:t>150% </a:t>
                </a:r>
                <a:r>
                  <a:rPr lang="en-US" altLang="en-US" b="1" i="1" dirty="0"/>
                  <a:t>of</a:t>
                </a:r>
                <a:r>
                  <a:rPr lang="en-US" altLang="en-US" i="1" dirty="0"/>
                  <a:t> </a:t>
                </a:r>
                <a:r>
                  <a:rPr lang="en-US" altLang="en-US" dirty="0"/>
                  <a:t>CPU A’s speed, then </a:t>
                </a:r>
                <a:r>
                  <a:rPr lang="en-US" altLang="en-US" i="1" dirty="0"/>
                  <a:t>k</a:t>
                </a:r>
                <a:r>
                  <a:rPr lang="en-US" altLang="en-US" dirty="0"/>
                  <a:t> would only be 1.5.  CPU B is 1.5 times </a:t>
                </a:r>
                <a:r>
                  <a:rPr lang="en-US" altLang="en-US" i="1" dirty="0"/>
                  <a:t>faster than</a:t>
                </a:r>
                <a:r>
                  <a:rPr lang="en-US" altLang="en-US" dirty="0"/>
                  <a:t> CPU A.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So, be very careful when interpreting percentages to figure out the value of </a:t>
                </a:r>
                <a:r>
                  <a:rPr lang="en-US" altLang="en-US" i="1" dirty="0"/>
                  <a:t>k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35504"/>
                <a:ext cx="11125200" cy="5065295"/>
              </a:xfrm>
              <a:blipFill>
                <a:blip r:embed="rId2"/>
                <a:stretch>
                  <a:fillRect l="-822" t="-2407" r="-1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46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7971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en-US" dirty="0"/>
                  <a:t>Amdahl’s Law gives us a handy way to estimate the performance improvement we can expect when we upgrade a system component.</a:t>
                </a:r>
              </a:p>
              <a:p>
                <a:r>
                  <a:rPr lang="en-US" altLang="en-US" dirty="0"/>
                  <a:t>On a large system, suppose we can upgrade a CPU to make it 50% faster for $10,000 or upgrade its disk drives for $7,000 to make them 150% faster. </a:t>
                </a:r>
              </a:p>
              <a:p>
                <a:r>
                  <a:rPr lang="en-US" altLang="en-US" dirty="0"/>
                  <a:t>Processes spend 70% of their time running in the CPU and 30% of their time waiting for disk service.</a:t>
                </a:r>
              </a:p>
              <a:p>
                <a:r>
                  <a:rPr lang="en-US" altLang="en-US" dirty="0"/>
                  <a:t>An upgrade of which component would offer the greater benefit for the lesser cost?</a:t>
                </a:r>
              </a:p>
              <a:p>
                <a:pPr>
                  <a:spcBef>
                    <a:spcPct val="30000"/>
                  </a:spcBef>
                </a:pPr>
                <a:r>
                  <a:rPr lang="en-US" altLang="en-US" dirty="0"/>
                  <a:t>Let’s compute the speedup from upgrading the CPU:</a:t>
                </a:r>
              </a:p>
              <a:p>
                <a:pPr marL="341313" indent="0">
                  <a:spcBef>
                    <a:spcPct val="30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=0.70, 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spcBef>
                    <a:spcPct val="30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1−0.7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0.70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1.5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0.3+0.4667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≈1.30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spcBef>
                    <a:spcPct val="30000"/>
                  </a:spcBef>
                  <a:buNone/>
                </a:pPr>
                <a:r>
                  <a:rPr lang="en-US" altLang="en-US" dirty="0"/>
                  <a:t>We therefore appreciate a total speedup of 1.3 times or 30% with the new processor for $10,000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79712"/>
              </a:xfrm>
              <a:blipFill>
                <a:blip r:embed="rId2"/>
                <a:stretch>
                  <a:fillRect l="-812" t="-2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3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And now the speedup from upgrading the disk:</a:t>
                </a:r>
              </a:p>
              <a:p>
                <a:pPr marL="341313" indent="0">
                  <a:spcBef>
                    <a:spcPts val="576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=0.30, 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spcBef>
                    <a:spcPts val="576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1−0.3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0.30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2.5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0.7+0.12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≈1.22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spcBef>
                    <a:spcPts val="576"/>
                  </a:spcBef>
                  <a:buNone/>
                </a:pPr>
                <a:r>
                  <a:rPr lang="en-US" altLang="en-US" dirty="0"/>
                  <a:t>- The disk upgrade give us a speed up of 1.22 times or 22%, for $7000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So, upgrading the CPU would provide a 30% speedup, while upgrading the disk would provide a 22% speedup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dirty="0"/>
                  <a:t>Recall that the CPU upgrade cost is $10,000, and the disk upgrade cost is $7,000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dirty="0"/>
                  <a:t>Which is more cost effective?</a:t>
                </a:r>
              </a:p>
              <a:p>
                <a:pPr lvl="0">
                  <a:spcBef>
                    <a:spcPts val="576"/>
                  </a:spcBef>
                </a:pPr>
                <a:r>
                  <a:rPr lang="en-US" altLang="en-US" dirty="0"/>
                  <a:t>Each 1% gain in speed from upgrading the CPU costs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10000</m:t>
                        </m:r>
                      </m:num>
                      <m:den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≈$333</m:t>
                    </m:r>
                  </m:oMath>
                </a14:m>
                <a:r>
                  <a:rPr lang="en-US" altLang="en-US" dirty="0"/>
                  <a:t>.</a:t>
                </a:r>
              </a:p>
              <a:p>
                <a:pPr lvl="0">
                  <a:spcBef>
                    <a:spcPts val="576"/>
                  </a:spcBef>
                </a:pPr>
                <a:r>
                  <a:rPr lang="en-US" altLang="en-US" dirty="0"/>
                  <a:t>Each 1% gain in speed from upgrading the disk costs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7000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≈$318</m:t>
                    </m:r>
                  </m:oMath>
                </a14:m>
                <a:r>
                  <a:rPr lang="en-US" altLang="en-US" dirty="0"/>
                  <a:t>. </a:t>
                </a:r>
              </a:p>
              <a:p>
                <a:pPr lvl="0">
                  <a:spcBef>
                    <a:spcPts val="576"/>
                  </a:spcBef>
                </a:pPr>
                <a:r>
                  <a:rPr lang="en-US" altLang="en-US" dirty="0"/>
                  <a:t>The disk upgrade gives a smaller speedup but is more cost effective.</a:t>
                </a:r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50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ct val="30000"/>
                  </a:spcBef>
                </a:pPr>
                <a:r>
                  <a:rPr lang="en-US" dirty="0"/>
                  <a:t>Calculate the overall speedup of a system that spends 65% of its time on I/O with a disk upgrade that provides for 50% greater throughput.</a:t>
                </a:r>
                <a:endParaRPr lang="en-US" altLang="en-US" dirty="0"/>
              </a:p>
              <a:p>
                <a:pPr lvl="0">
                  <a:spcBef>
                    <a:spcPct val="30000"/>
                  </a:spcBef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1−0.65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0.65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1.5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≈1.2766</m:t>
                    </m:r>
                  </m:oMath>
                </a14:m>
                <a:endParaRPr lang="en-US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04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Your company needs to make certain busy servers 25% faster.</a:t>
                </a:r>
              </a:p>
              <a:p>
                <a:r>
                  <a:rPr lang="en-US" dirty="0"/>
                  <a:t>Processes in the workload spend 60% of their time using the CPU and 40% on I/O. In order to achieve an overall system speedup of 25%, how much faster does the </a:t>
                </a:r>
                <a:r>
                  <a:rPr lang="en-US" i="1" dirty="0"/>
                  <a:t>CPU</a:t>
                </a:r>
                <a:r>
                  <a:rPr lang="en-US" dirty="0"/>
                  <a:t> need to be?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n-US" altLang="en-US" dirty="0"/>
                  <a:t>	</a:t>
                </a:r>
                <a:endParaRPr lang="en-US" altLang="en-US" i="1" dirty="0"/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1.25=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1−0.6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0.6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0.4+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0.6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1.25</m:t>
                        </m:r>
                      </m:den>
                    </m:f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0.4+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0.6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0.6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altLang="en-US" dirty="0">
                    <a:sym typeface="Wingdings" panose="05000000000000000000" pitchFamily="2" charset="2"/>
                  </a:rPr>
                  <a:t>   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0.4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altLang="en-US" dirty="0"/>
                  <a:t>   </a:t>
                </a:r>
                <a:r>
                  <a:rPr lang="en-US" altLang="en-US" dirty="0">
                    <a:sym typeface="Wingdings" panose="05000000000000000000" pitchFamily="2" charset="2"/>
                  </a:rPr>
                  <a:t>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altLang="en-US" dirty="0"/>
                  <a:t> times as fast (50% faster)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98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Your company needs to make certain busy servers 25% faster.</a:t>
                </a:r>
              </a:p>
              <a:p>
                <a:r>
                  <a:rPr lang="en-US" dirty="0"/>
                  <a:t>Processes in the workload spend 60% of their time using the CPU and 40% on I/O. In order to achieve an overall system speedup of 25%, how much faster does the </a:t>
                </a:r>
                <a:r>
                  <a:rPr lang="en-US" i="1" dirty="0"/>
                  <a:t>disk</a:t>
                </a:r>
                <a:r>
                  <a:rPr lang="en-US" dirty="0"/>
                  <a:t> need to be?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n-US" altLang="en-US" dirty="0"/>
                  <a:t>  </a:t>
                </a:r>
                <a:endParaRPr lang="en-US" altLang="en-US" i="1" dirty="0"/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1.25=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1−0.4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0.4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0.6+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0.4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1.25</m:t>
                        </m:r>
                      </m:den>
                    </m:f>
                  </m:oMath>
                </a14:m>
                <a:r>
                  <a:rPr lang="en-US" altLang="en-US" i="1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0.6+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0.4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0.4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altLang="en-US" dirty="0">
                    <a:sym typeface="Wingdings" panose="05000000000000000000" pitchFamily="2" charset="2"/>
                  </a:rPr>
                  <a:t>   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altLang="en-US" dirty="0"/>
                  <a:t>   </a:t>
                </a:r>
                <a:r>
                  <a:rPr lang="en-US" altLang="en-US" dirty="0">
                    <a:sym typeface="Wingdings" panose="05000000000000000000" pitchFamily="2" charset="2"/>
                  </a:rPr>
                  <a:t>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dirty="0"/>
                  <a:t> times as fast (100% faster)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991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a computer’s processing load consists of 55% CPU activity and 45% disk activity. You can upgrade your disks for $8,000 to make them 2.5 times as fast as they are currently. Or, you can upgrade your CPU to make it 1.4 times as fast for $5,000.</a:t>
                </a:r>
              </a:p>
              <a:p>
                <a:r>
                  <a:rPr lang="en-US" dirty="0"/>
                  <a:t>Which upgrade would you choose to yield the best performance improvement for the least cost?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𝐶𝑃𝑈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1−0.55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0.55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1.4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≈1.1864=18.64%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𝐷𝑖𝑠𝑘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1−0.45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0.45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2.5</m:t>
                            </m:r>
                          </m:den>
                        </m:f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≈1.3699=36.99%</m:t>
                    </m:r>
                  </m:oMath>
                </a14:m>
                <a:r>
                  <a:rPr lang="en-US" alt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373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#5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𝐶𝑃𝑈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$5000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18.64%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=$268.24</m:t>
                    </m:r>
                  </m:oMath>
                </a14:m>
                <a:r>
                  <a:rPr lang="en-US" altLang="en-US" dirty="0"/>
                  <a:t> per 1% increase in performance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𝐷𝑖𝑠𝑘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$8000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36.99%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=$216.27</m:t>
                    </m:r>
                  </m:oMath>
                </a14:m>
                <a:r>
                  <a:rPr lang="en-US" altLang="en-US" dirty="0"/>
                  <a:t> per 1% increase in performance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dirty="0"/>
                  <a:t>The disk upgrade provides the greater performance improvement and at a better cost per 1% increase.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What is the break-even point for the upgrades? That is, what price would we need to charge for the CPU (or the disk – change only one) so the result was the same cost per 1% increase for both?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dirty="0"/>
                  <a:t>That is, we want the price per 1% to be the same.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𝐶𝑃𝑈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=18.64%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𝐷𝑖𝑠𝑘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=36.99%</m:t>
                    </m:r>
                  </m:oMath>
                </a14:m>
                <a:endParaRPr lang="en-US" altLang="en-US" dirty="0"/>
              </a:p>
              <a:p>
                <a:pPr>
                  <a:spcBef>
                    <a:spcPts val="1200"/>
                  </a:spcBef>
                </a:pPr>
                <a:r>
                  <a:rPr lang="it-IT" altLang="en-US" dirty="0"/>
                  <a:t>CPU upgrade costs $268.24 per 1% increase in performance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dirty="0"/>
                  <a:t>Disk upgrade costs $216.27 per 1% </a:t>
                </a:r>
                <a:r>
                  <a:rPr lang="it-IT" altLang="en-US" dirty="0"/>
                  <a:t>increase in performance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681" r="-522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153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Law: Example #5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We want the price per 1% to be the same.</a:t>
                </a:r>
              </a:p>
              <a:p>
                <a:pPr>
                  <a:spcBef>
                    <a:spcPts val="576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𝐶𝑃𝑈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=18.64%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𝐷𝑖𝑠𝑘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=36.99%</m:t>
                    </m:r>
                  </m:oMath>
                </a14:m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r>
                  <a:rPr lang="it-IT" altLang="en-US" dirty="0"/>
                  <a:t>CPU upgrade costs $268.24 per 1%</a:t>
                </a:r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Disk upgrade costs $216.27 per 1%</a:t>
                </a:r>
                <a:endParaRPr lang="en-US" dirty="0"/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If we change the CPU’s price, we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18.64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=216.27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=$4031</m:t>
                    </m:r>
                  </m:oMath>
                </a14:m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If we change the disk’s price, we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36.99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=268.24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=$9922</m:t>
                    </m:r>
                  </m:oMath>
                </a14:m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r>
                  <a:rPr lang="en-US" dirty="0"/>
                  <a:t>Original prices: new CPU was $5,000 and new disk was $8,000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629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define input/output as a subsystem of components that moves coded data between external devices and a host system.</a:t>
            </a:r>
          </a:p>
          <a:p>
            <a:r>
              <a:rPr lang="en-US" dirty="0"/>
              <a:t>I/O subsystems include:</a:t>
            </a:r>
          </a:p>
          <a:p>
            <a:pPr lvl="1"/>
            <a:r>
              <a:rPr lang="en-US" dirty="0"/>
              <a:t>Blocks of main memory that are devoted to I/O functions.</a:t>
            </a:r>
          </a:p>
          <a:p>
            <a:pPr lvl="1"/>
            <a:r>
              <a:rPr lang="en-US" dirty="0"/>
              <a:t>Buses that move data into and out of the system. </a:t>
            </a:r>
          </a:p>
          <a:p>
            <a:pPr lvl="1"/>
            <a:r>
              <a:rPr lang="en-US" dirty="0"/>
              <a:t>Control modules in the host and in peripheral devices</a:t>
            </a:r>
          </a:p>
          <a:p>
            <a:pPr lvl="1"/>
            <a:r>
              <a:rPr lang="en-US" dirty="0"/>
              <a:t>Interfaces to external components such as keyboards and disks.</a:t>
            </a:r>
          </a:p>
          <a:p>
            <a:pPr lvl="1"/>
            <a:r>
              <a:rPr lang="en-US" dirty="0"/>
              <a:t>Cabling or communications links between the host system and its peripherals.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83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5181600" cy="5257800"/>
          </a:xfrm>
        </p:spPr>
        <p:txBody>
          <a:bodyPr/>
          <a:lstStyle/>
          <a:p>
            <a:r>
              <a:rPr lang="en-US" dirty="0"/>
              <a:t>This figure shows an integrated I/O subsystem</a:t>
            </a:r>
          </a:p>
          <a:p>
            <a:r>
              <a:rPr lang="en-US" dirty="0"/>
              <a:t>Slower I/O devices like printers need to </a:t>
            </a:r>
            <a:r>
              <a:rPr lang="en-US" b="1" dirty="0"/>
              <a:t>buffer</a:t>
            </a:r>
            <a:r>
              <a:rPr lang="en-US" dirty="0"/>
              <a:t> the data sent to them by the CPU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953093"/>
            <a:ext cx="6705600" cy="542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55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devices is defined by a set of rules called a </a:t>
            </a:r>
            <a:r>
              <a:rPr lang="en-US" b="1" dirty="0"/>
              <a:t>protocol</a:t>
            </a:r>
          </a:p>
          <a:p>
            <a:r>
              <a:rPr lang="en-US" dirty="0"/>
              <a:t>As an example, one rule might be that the receiver acknowledge commands and data sent to it</a:t>
            </a:r>
          </a:p>
          <a:p>
            <a:pPr lvl="1"/>
            <a:r>
              <a:rPr lang="en-US" dirty="0"/>
              <a:t>“I am ready for your data!”</a:t>
            </a:r>
          </a:p>
          <a:p>
            <a:pPr lvl="1"/>
            <a:r>
              <a:rPr lang="en-US" dirty="0"/>
              <a:t>“I received your data!”</a:t>
            </a:r>
          </a:p>
          <a:p>
            <a:r>
              <a:rPr lang="en-US" dirty="0"/>
              <a:t>This type of protocol, when the two parties establish the communication parameters before communicating, is called a </a:t>
            </a:r>
            <a:r>
              <a:rPr lang="en-US" b="1" dirty="0"/>
              <a:t>handshake</a:t>
            </a:r>
            <a:r>
              <a:rPr lang="en-US" dirty="0"/>
              <a:t> protocol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24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76"/>
              </a:spcBef>
            </a:pPr>
            <a:r>
              <a:rPr lang="en-US" altLang="en-US" dirty="0"/>
              <a:t>I/O can be controlled in five general ways: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Programmed I/O</a:t>
            </a:r>
            <a:r>
              <a:rPr lang="en-US" altLang="en-US" dirty="0"/>
              <a:t> reserves a register for each I/O device. Each register is continually polled by the CPU to detect data arrival.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Interrupt-Driven I/O</a:t>
            </a:r>
            <a:r>
              <a:rPr lang="en-US" altLang="en-US" dirty="0"/>
              <a:t> allows the CPU to do other things until I/O is requested.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Memory-Mapped I/O</a:t>
            </a:r>
            <a:r>
              <a:rPr lang="en-US" altLang="en-US" dirty="0"/>
              <a:t> shares memory address space between I/O devices and program memory.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Direct Memory Access (DMA)</a:t>
            </a:r>
            <a:r>
              <a:rPr lang="en-US" altLang="en-US" dirty="0"/>
              <a:t> offloads I/O processing to a special-purpose chip that takes care of the details.</a:t>
            </a:r>
          </a:p>
          <a:p>
            <a:pPr lvl="1">
              <a:spcBef>
                <a:spcPts val="576"/>
              </a:spcBef>
            </a:pPr>
            <a:r>
              <a:rPr lang="en-US" altLang="en-US" b="1" dirty="0"/>
              <a:t>Channel I/O</a:t>
            </a:r>
            <a:r>
              <a:rPr lang="en-US" altLang="en-US" dirty="0"/>
              <a:t> uses dedicated I/O processors.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60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Below is an idealized I/O subsystem that uses interrupts.</a:t>
            </a:r>
          </a:p>
          <a:p>
            <a:r>
              <a:rPr lang="en-US" dirty="0"/>
              <a:t>Each device connects its interrupt line to the interrupt controller.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7_FIG02.jpg">
            <a:extLst>
              <a:ext uri="{FF2B5EF4-FFF2-40B4-BE49-F238E27FC236}">
                <a16:creationId xmlns:a16="http://schemas.microsoft.com/office/drawing/2014/main" id="{663A55A3-1478-4086-B0E5-D365F49D3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59818"/>
            <a:ext cx="7564489" cy="331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48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controller signals the CPU on the Interrupt (INT) line when any of the interrupt lines are asserted.</a:t>
            </a:r>
          </a:p>
          <a:p>
            <a:r>
              <a:rPr lang="en-US" dirty="0"/>
              <a:t>The CPU asserts the Interrupt Acknowledge (INTA) signal to tell the interrupt controller that it got the message and will start processing the interrupt.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7_FIG02.jpg">
            <a:extLst>
              <a:ext uri="{FF2B5EF4-FFF2-40B4-BE49-F238E27FC236}">
                <a16:creationId xmlns:a16="http://schemas.microsoft.com/office/drawing/2014/main" id="{663A55A3-1478-4086-B0E5-D365F49D3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568" y="3579335"/>
            <a:ext cx="5932205" cy="2597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278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Recall that in a system that uses interrupts, the status of the interrupt signal is checked at the start of the fetch-decode-execute cycle.</a:t>
            </a:r>
          </a:p>
          <a:p>
            <a:r>
              <a:rPr lang="en-US" altLang="en-US" dirty="0"/>
              <a:t>The particular code that is executed whenever an interrupt occurs is determined by a set of addresses called </a:t>
            </a:r>
            <a:r>
              <a:rPr lang="en-US" altLang="en-US" b="1" dirty="0"/>
              <a:t>interrupt vectors</a:t>
            </a:r>
            <a:r>
              <a:rPr lang="en-US" altLang="en-US" dirty="0"/>
              <a:t> that are stored in main memory. </a:t>
            </a:r>
          </a:p>
          <a:p>
            <a:r>
              <a:rPr lang="en-US" altLang="en-US" dirty="0"/>
              <a:t>An interrupt vector points to the </a:t>
            </a:r>
            <a:r>
              <a:rPr lang="en-US" altLang="en-US" b="1" dirty="0"/>
              <a:t>device driver</a:t>
            </a:r>
            <a:r>
              <a:rPr lang="en-US" altLang="en-US" dirty="0"/>
              <a:t> code that processes the interrupt.</a:t>
            </a:r>
          </a:p>
          <a:p>
            <a:r>
              <a:rPr lang="en-US" altLang="en-US" dirty="0"/>
              <a:t>The system state is saved before the </a:t>
            </a:r>
            <a:r>
              <a:rPr lang="en-US" altLang="en-US" b="1" dirty="0"/>
              <a:t>interrupt service routine</a:t>
            </a:r>
            <a:r>
              <a:rPr lang="en-US" altLang="en-US" dirty="0"/>
              <a:t> is executed and is restored afterward. Flowchart on the next slide.</a:t>
            </a:r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80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Interrupt-driven I/O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719136" y="1540041"/>
            <a:ext cx="5983705" cy="4952833"/>
            <a:chOff x="685800" y="1150961"/>
            <a:chExt cx="6477000" cy="5213746"/>
          </a:xfrm>
        </p:grpSpPr>
        <p:pic>
          <p:nvPicPr>
            <p:cNvPr id="5" name="Picture 5" descr="9781284033144_CH07_FIG04.jpg">
              <a:extLst>
                <a:ext uri="{FF2B5EF4-FFF2-40B4-BE49-F238E27FC236}">
                  <a16:creationId xmlns:a16="http://schemas.microsoft.com/office/drawing/2014/main" id="{CC8933C3-AA4E-4BF5-99B6-1D2D620288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4569" b="42034"/>
            <a:stretch/>
          </p:blipFill>
          <p:spPr bwMode="auto">
            <a:xfrm>
              <a:off x="685800" y="1150961"/>
              <a:ext cx="1457929" cy="5213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 descr="9781284033144_CH07_FIG04.jpg">
              <a:extLst>
                <a:ext uri="{FF2B5EF4-FFF2-40B4-BE49-F238E27FC236}">
                  <a16:creationId xmlns:a16="http://schemas.microsoft.com/office/drawing/2014/main" id="{647B7531-54F0-4C9F-8637-2C9E32962B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085"/>
            <a:stretch/>
          </p:blipFill>
          <p:spPr bwMode="auto">
            <a:xfrm>
              <a:off x="3048000" y="1684361"/>
              <a:ext cx="4114800" cy="359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251804-7E1E-42F5-B9C6-8A86BB783B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72640" y="5921081"/>
              <a:ext cx="543560" cy="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02019F-7A40-4A99-B3CF-F96ACE391DD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606040" y="1364321"/>
              <a:ext cx="0" cy="456184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4FB9AA9-CE73-4ADF-91AD-581B2E5671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06040" y="1364321"/>
              <a:ext cx="1168400" cy="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64746C0-2DEA-483D-A57F-EF6C6CCC2FC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768090" y="1356701"/>
              <a:ext cx="0" cy="398780"/>
            </a:xfrm>
            <a:prstGeom prst="line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223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Memory-mapped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memory-mapped I/O, devices and main memory share the same address space. </a:t>
            </a:r>
          </a:p>
          <a:p>
            <a:r>
              <a:rPr lang="en-US" dirty="0"/>
              <a:t>Each I/O device has its own reserved block of memory. </a:t>
            </a:r>
          </a:p>
          <a:p>
            <a:r>
              <a:rPr lang="en-US" dirty="0"/>
              <a:t>Memory-mapped I/O therefore looks just like a memory access from the point of view of the CPU. </a:t>
            </a:r>
          </a:p>
          <a:p>
            <a:r>
              <a:rPr lang="en-US" dirty="0"/>
              <a:t>Thus the same instructions are used to move data to and from both I/O and memory, greatly simplifying system design.</a:t>
            </a:r>
          </a:p>
          <a:p>
            <a:r>
              <a:rPr lang="en-US" dirty="0"/>
              <a:t>Each I/O device controller monitors the CPU’s address bus to see if the CPU is accessing a memory address assigned to the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06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Memory Access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 DMA, the CPU offloads execution of simple I/O instructions to a dedicated </a:t>
            </a:r>
            <a:r>
              <a:rPr lang="en-US" b="1" dirty="0"/>
              <a:t>DMA controller</a:t>
            </a:r>
          </a:p>
          <a:p>
            <a:pPr>
              <a:lnSpc>
                <a:spcPct val="120000"/>
              </a:lnSpc>
            </a:pPr>
            <a:r>
              <a:rPr lang="en-US" dirty="0"/>
              <a:t>The CPU gives the DMA controller the details of the I/O request (location and number of bytes to transfer, destination device or memory address)</a:t>
            </a:r>
          </a:p>
          <a:p>
            <a:pPr>
              <a:lnSpc>
                <a:spcPct val="120000"/>
              </a:lnSpc>
            </a:pPr>
            <a:r>
              <a:rPr lang="en-US" dirty="0"/>
              <a:t>The DMA controller executes the request, writing the data directly to main memory</a:t>
            </a:r>
          </a:p>
          <a:p>
            <a:pPr>
              <a:lnSpc>
                <a:spcPct val="120000"/>
              </a:lnSpc>
            </a:pPr>
            <a:r>
              <a:rPr lang="en-US" dirty="0"/>
              <a:t>When the I/O is complete, the DMA sends an interrupt signal to the CPU, so the CPU can process the data</a:t>
            </a:r>
          </a:p>
          <a:p>
            <a:pPr>
              <a:lnSpc>
                <a:spcPct val="120000"/>
              </a:lnSpc>
            </a:pPr>
            <a:r>
              <a:rPr lang="en-US" dirty="0"/>
              <a:t>The CPU and DMA controller share the system bus, so when the DMA controller is using the system bus for memory transfers we call it </a:t>
            </a:r>
            <a:r>
              <a:rPr lang="en-US" b="1" dirty="0"/>
              <a:t>cycle</a:t>
            </a:r>
            <a:r>
              <a:rPr lang="en-US" dirty="0"/>
              <a:t> </a:t>
            </a:r>
            <a:r>
              <a:rPr lang="en-US" b="1" dirty="0"/>
              <a:t>stealing</a:t>
            </a:r>
            <a:r>
              <a:rPr lang="en-US" dirty="0"/>
              <a:t> because the CPU can’t use the system bus itself during that time to perform other I/O operations or access main memory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15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Memory Access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48308"/>
            <a:ext cx="3657600" cy="4852491"/>
          </a:xfrm>
        </p:spPr>
        <p:txBody>
          <a:bodyPr/>
          <a:lstStyle/>
          <a:p>
            <a:r>
              <a:rPr lang="en-US" dirty="0"/>
              <a:t>This is a DMA configuration. Notice that the DMA controller and the CPU share the data bus.</a:t>
            </a:r>
          </a:p>
          <a:p>
            <a:endParaRPr lang="en-US" dirty="0"/>
          </a:p>
          <a:p>
            <a:r>
              <a:rPr lang="en-US" dirty="0"/>
              <a:t>The DMA runs at a higher priority and </a:t>
            </a:r>
            <a:r>
              <a:rPr lang="en-US" b="1" dirty="0"/>
              <a:t>steals</a:t>
            </a:r>
            <a:r>
              <a:rPr lang="en-US" dirty="0"/>
              <a:t> memory cycles from the CPU.</a:t>
            </a:r>
          </a:p>
          <a:p>
            <a:endParaRPr lang="en-US" dirty="0"/>
          </a:p>
        </p:txBody>
      </p:sp>
      <p:pic>
        <p:nvPicPr>
          <p:cNvPr id="4" name="Picture 3" descr="9781284033144_CH07_FIG05.jpg">
            <a:extLst>
              <a:ext uri="{FF2B5EF4-FFF2-40B4-BE49-F238E27FC236}">
                <a16:creationId xmlns:a16="http://schemas.microsoft.com/office/drawing/2014/main" id="{7D753A1D-654A-4A39-9513-713C1394A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163" y="1371600"/>
            <a:ext cx="71945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9804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Memory Access</a:t>
            </a:r>
            <a:endParaRPr lang="en-US" dirty="0"/>
          </a:p>
        </p:txBody>
      </p:sp>
      <p:pic>
        <p:nvPicPr>
          <p:cNvPr id="4" name="Picture 5" descr="9781284033144_CH07_FIG06.jpg">
            <a:extLst>
              <a:ext uri="{FF2B5EF4-FFF2-40B4-BE49-F238E27FC236}">
                <a16:creationId xmlns:a16="http://schemas.microsoft.com/office/drawing/2014/main" id="{95C43A41-7126-4CF4-9165-BA40B79ED7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9954" r="-652"/>
          <a:stretch/>
        </p:blipFill>
        <p:spPr bwMode="auto">
          <a:xfrm>
            <a:off x="5915167" y="1152779"/>
            <a:ext cx="4905233" cy="523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9781284033144_CH07_FIG06.jpg">
            <a:extLst>
              <a:ext uri="{FF2B5EF4-FFF2-40B4-BE49-F238E27FC236}">
                <a16:creationId xmlns:a16="http://schemas.microsoft.com/office/drawing/2014/main" id="{E1631EAA-18FA-4600-A0F2-CAAEB74B4F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18"/>
          <a:stretch/>
        </p:blipFill>
        <p:spPr bwMode="auto">
          <a:xfrm>
            <a:off x="664151" y="1690688"/>
            <a:ext cx="4873485" cy="388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FD5F38-AC28-44E5-98D3-49410674D7F4}"/>
              </a:ext>
            </a:extLst>
          </p:cNvPr>
          <p:cNvSpPr/>
          <p:nvPr/>
        </p:nvSpPr>
        <p:spPr>
          <a:xfrm>
            <a:off x="664151" y="5715168"/>
            <a:ext cx="45505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u="none" kern="0" baseline="0" dirty="0">
                <a:solidFill>
                  <a:srgbClr val="000000"/>
                </a:solidFill>
                <a:latin typeface="+mj-lt"/>
              </a:rPr>
              <a:t>(continued at top of next column)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1605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Channel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42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Very large systems employ channel I/O, which is a form of DMA used on mainframe computers and file servers.</a:t>
            </a:r>
          </a:p>
          <a:p>
            <a:pPr>
              <a:lnSpc>
                <a:spcPct val="120000"/>
              </a:lnSpc>
            </a:pPr>
            <a:r>
              <a:rPr lang="en-US" dirty="0"/>
              <a:t>Channel I/O consists of one or more I/O processors (IOPs) that control various channel paths.</a:t>
            </a:r>
          </a:p>
          <a:p>
            <a:pPr>
              <a:lnSpc>
                <a:spcPct val="120000"/>
              </a:lnSpc>
            </a:pPr>
            <a:r>
              <a:rPr lang="en-US" dirty="0"/>
              <a:t>Slower devices such as terminals and printers are combined (</a:t>
            </a:r>
            <a:r>
              <a:rPr lang="en-US" i="1" dirty="0"/>
              <a:t>multiplexed</a:t>
            </a:r>
            <a:r>
              <a:rPr lang="en-US" dirty="0"/>
              <a:t>) into a single faster channel.</a:t>
            </a:r>
          </a:p>
          <a:p>
            <a:pPr>
              <a:lnSpc>
                <a:spcPct val="120000"/>
              </a:lnSpc>
            </a:pPr>
            <a:r>
              <a:rPr lang="en-US" dirty="0"/>
              <a:t>Channel I/O is distinguished from DMA by the “intelligence” of the IOPs.</a:t>
            </a:r>
          </a:p>
          <a:p>
            <a:pPr>
              <a:lnSpc>
                <a:spcPct val="120000"/>
              </a:lnSpc>
            </a:pPr>
            <a:r>
              <a:rPr lang="en-US" dirty="0"/>
              <a:t>The IOP negotiates protocols, issues device commands, translates storage coding to memory coding (i.e., data formats), and can transfer entire files independent of the host CPU.  </a:t>
            </a:r>
          </a:p>
          <a:p>
            <a:pPr>
              <a:lnSpc>
                <a:spcPct val="120000"/>
              </a:lnSpc>
            </a:pPr>
            <a:r>
              <a:rPr lang="en-US" dirty="0"/>
              <a:t>The host has only to create the program instructions for the I/O operation and tell the IOP where to find them.</a:t>
            </a:r>
          </a:p>
        </p:txBody>
      </p:sp>
    </p:spTree>
    <p:extLst>
      <p:ext uri="{BB962C8B-B14F-4D97-AF65-F5344CB8AC3E}">
        <p14:creationId xmlns:p14="http://schemas.microsoft.com/office/powerpoint/2010/main" val="808823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Channel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598"/>
            <a:ext cx="3581400" cy="5029201"/>
          </a:xfrm>
        </p:spPr>
        <p:txBody>
          <a:bodyPr>
            <a:normAutofit fontScale="92500"/>
          </a:bodyPr>
          <a:lstStyle/>
          <a:p>
            <a:r>
              <a:rPr lang="en-US" dirty="0"/>
              <a:t>Like DMA, channel I/O uses cycle stealing, but unlike DMA, uses the system bus only to fetch its instructions from the main memory.</a:t>
            </a:r>
          </a:p>
          <a:p>
            <a:endParaRPr lang="en-US" dirty="0"/>
          </a:p>
          <a:p>
            <a:r>
              <a:rPr lang="en-US" dirty="0"/>
              <a:t>A dedicated I/O bus is used to transfer the actual data between I/O devices </a:t>
            </a:r>
            <a:br>
              <a:rPr lang="en-US" dirty="0"/>
            </a:br>
            <a:r>
              <a:rPr lang="en-US" dirty="0"/>
              <a:t>(e.g., disk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tape).</a:t>
            </a:r>
          </a:p>
          <a:p>
            <a:endParaRPr lang="en-US" dirty="0"/>
          </a:p>
        </p:txBody>
      </p:sp>
      <p:pic>
        <p:nvPicPr>
          <p:cNvPr id="4" name="Picture 3" descr="9781284033144_CH07_FIG07.jpg">
            <a:extLst>
              <a:ext uri="{FF2B5EF4-FFF2-40B4-BE49-F238E27FC236}">
                <a16:creationId xmlns:a16="http://schemas.microsoft.com/office/drawing/2014/main" id="{09DEF39F-A344-49D1-9621-EFDF05A52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43000"/>
            <a:ext cx="72199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468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 I/O vs. Block I/O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Character I/O</a:t>
            </a:r>
            <a:r>
              <a:rPr lang="en-US" dirty="0"/>
              <a:t> devices process one byte (or character) at a time.</a:t>
            </a:r>
          </a:p>
          <a:p>
            <a:pPr lvl="1"/>
            <a:r>
              <a:rPr lang="en-US" dirty="0"/>
              <a:t>Examples include modems, keyboards, and mice.</a:t>
            </a:r>
          </a:p>
          <a:p>
            <a:pPr lvl="1"/>
            <a:r>
              <a:rPr lang="en-US" dirty="0"/>
              <a:t>Keyboards are usually connected through an interrupt-driven I/O system.</a:t>
            </a:r>
          </a:p>
          <a:p>
            <a:r>
              <a:rPr lang="en-US" b="1" dirty="0"/>
              <a:t>Block I/O</a:t>
            </a:r>
            <a:r>
              <a:rPr lang="en-US" dirty="0"/>
              <a:t> devices handle bytes in groups.</a:t>
            </a:r>
          </a:p>
          <a:p>
            <a:pPr lvl="1"/>
            <a:r>
              <a:rPr lang="en-US" dirty="0"/>
              <a:t>Most mass storage devices (disk and tape) are block I/O devices.</a:t>
            </a:r>
          </a:p>
          <a:p>
            <a:pPr lvl="1"/>
            <a:r>
              <a:rPr lang="en-US" dirty="0"/>
              <a:t>Block I/O systems are most efficiently connected through DMA or channel I/O, which handle large data transfers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60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having a separate bus for main memory, memory transfers can be made </a:t>
            </a:r>
            <a:r>
              <a:rPr lang="en-US" b="1" dirty="0"/>
              <a:t>synchronous</a:t>
            </a:r>
          </a:p>
          <a:p>
            <a:pPr lvl="1"/>
            <a:r>
              <a:rPr lang="en-US" dirty="0"/>
              <a:t>Use some multiple of the CPU’s clock cycles to retrieve data from main memory</a:t>
            </a:r>
          </a:p>
          <a:p>
            <a:r>
              <a:rPr lang="en-US" dirty="0"/>
              <a:t>I/O buses, unlike memory buses, operate </a:t>
            </a:r>
            <a:r>
              <a:rPr lang="en-US" b="1" dirty="0"/>
              <a:t>asynchronously</a:t>
            </a:r>
            <a:r>
              <a:rPr lang="en-US" dirty="0"/>
              <a:t>. Requests for bus access must be arbitrated among the devices involved.</a:t>
            </a:r>
          </a:p>
          <a:p>
            <a:r>
              <a:rPr lang="en-US" dirty="0"/>
              <a:t>A bus </a:t>
            </a:r>
            <a:r>
              <a:rPr lang="en-US" b="1" dirty="0"/>
              <a:t>clock</a:t>
            </a:r>
            <a:r>
              <a:rPr lang="en-US" dirty="0"/>
              <a:t> coordinates communication between the DMA controller and the various I/O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89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I/O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This is a generic DMA configuration showing how the DMA circuit connects to address, data and control buses.</a:t>
            </a:r>
          </a:p>
          <a:p>
            <a:endParaRPr lang="en-US" dirty="0"/>
          </a:p>
        </p:txBody>
      </p:sp>
      <p:pic>
        <p:nvPicPr>
          <p:cNvPr id="4" name="Picture 3" descr="9781284033144_CH07_FIG09.jpg">
            <a:extLst>
              <a:ext uri="{FF2B5EF4-FFF2-40B4-BE49-F238E27FC236}">
                <a16:creationId xmlns:a16="http://schemas.microsoft.com/office/drawing/2014/main" id="{B056D621-E821-4CA3-ACFC-977D973A1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085" y="2727325"/>
            <a:ext cx="822960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5674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Transmission Modes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Bytes can be conveyed from one point to another by sending their encoding signals simultaneously using </a:t>
            </a:r>
            <a:r>
              <a:rPr lang="en-US" b="1" dirty="0"/>
              <a:t>parallel data transmission</a:t>
            </a:r>
            <a:r>
              <a:rPr lang="en-US" dirty="0"/>
              <a:t> or by sending them one bit at a time in </a:t>
            </a:r>
            <a:r>
              <a:rPr lang="en-US" b="1" dirty="0"/>
              <a:t>serial data transmission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In parallel data transmission, the interface requires one wire for each bit.</a:t>
            </a:r>
          </a:p>
          <a:p>
            <a:pPr>
              <a:lnSpc>
                <a:spcPct val="120000"/>
              </a:lnSpc>
            </a:pPr>
            <a:r>
              <a:rPr lang="en-US" dirty="0"/>
              <a:t>Parallel cables are fatter than serial cables.</a:t>
            </a:r>
          </a:p>
          <a:p>
            <a:pPr>
              <a:lnSpc>
                <a:spcPct val="120000"/>
              </a:lnSpc>
            </a:pPr>
            <a:r>
              <a:rPr lang="en-US" dirty="0"/>
              <a:t>Compared with parallel data interfaces, serial communications interfaces: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Require fewer conductors (wires), making them cheaper.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Are less susceptible to </a:t>
            </a:r>
            <a:r>
              <a:rPr lang="en-US" b="1" dirty="0"/>
              <a:t>attenuation</a:t>
            </a:r>
            <a:r>
              <a:rPr lang="en-US" dirty="0"/>
              <a:t> (loss of signal strength), which is caused when multiple wires are adjacent to each other (as in parallel cables).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Can transmit data farther and faster more reliably.</a:t>
            </a:r>
          </a:p>
          <a:p>
            <a:pPr>
              <a:lnSpc>
                <a:spcPct val="120000"/>
              </a:lnSpc>
            </a:pPr>
            <a:r>
              <a:rPr lang="en-US" dirty="0"/>
              <a:t>With parallel transmission the multiple bits might not arrive at exactly the same time, further complicating matters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A694A-FAB4-3613-9363-04E94A25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025" y="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54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6553200" cy="5257800"/>
          </a:xfrm>
        </p:spPr>
        <p:txBody>
          <a:bodyPr/>
          <a:lstStyle/>
          <a:p>
            <a:r>
              <a:rPr lang="en-US" dirty="0"/>
              <a:t>Magnetic disks offer large amounts of durable storage that can be accessed quickly.</a:t>
            </a:r>
          </a:p>
          <a:p>
            <a:r>
              <a:rPr lang="en-US" dirty="0"/>
              <a:t>Disk drives are called </a:t>
            </a:r>
            <a:r>
              <a:rPr lang="en-US" b="1" dirty="0"/>
              <a:t>random</a:t>
            </a:r>
            <a:r>
              <a:rPr lang="en-US" dirty="0"/>
              <a:t> (or </a:t>
            </a:r>
            <a:r>
              <a:rPr lang="en-US" b="1" dirty="0"/>
              <a:t>direct</a:t>
            </a:r>
            <a:r>
              <a:rPr lang="en-US" dirty="0"/>
              <a:t>) </a:t>
            </a:r>
            <a:r>
              <a:rPr lang="en-US" b="1" dirty="0"/>
              <a:t>access </a:t>
            </a:r>
            <a:r>
              <a:rPr lang="en-US" dirty="0"/>
              <a:t>storage devices, because blocks of data can be accessed according to their location on the disk.</a:t>
            </a:r>
          </a:p>
          <a:p>
            <a:pPr lvl="1"/>
            <a:r>
              <a:rPr lang="en-US" dirty="0"/>
              <a:t>This term was coined when all other durable storage (e.g., tape) was sequentially accessed.</a:t>
            </a:r>
          </a:p>
          <a:p>
            <a:r>
              <a:rPr lang="en-US" dirty="0"/>
              <a:t>Disk tracks are numbered from the outside edge, starting with zero.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836" y="1143000"/>
            <a:ext cx="4493564" cy="516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07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70748"/>
            <a:ext cx="5181600" cy="4830052"/>
          </a:xfrm>
        </p:spPr>
        <p:txBody>
          <a:bodyPr/>
          <a:lstStyle/>
          <a:p>
            <a:r>
              <a:rPr lang="en-US" dirty="0"/>
              <a:t>Hard disk platters are mounted on spindles.</a:t>
            </a:r>
          </a:p>
          <a:p>
            <a:r>
              <a:rPr lang="en-US" dirty="0"/>
              <a:t>Read/write heads are mounted on a comb that swings radially to read the disk.</a:t>
            </a:r>
          </a:p>
          <a:p>
            <a:r>
              <a:rPr lang="en-US" dirty="0"/>
              <a:t>The rotating disk forms a logical </a:t>
            </a:r>
            <a:r>
              <a:rPr lang="en-US" b="1" dirty="0"/>
              <a:t>cylinder</a:t>
            </a:r>
            <a:r>
              <a:rPr lang="en-US" dirty="0"/>
              <a:t> beneath the read/write heads.</a:t>
            </a:r>
          </a:p>
          <a:p>
            <a:r>
              <a:rPr lang="en-US" dirty="0"/>
              <a:t>Data blocks are addressed by their cylinder, surface, and sector.</a:t>
            </a:r>
          </a:p>
          <a:p>
            <a:endParaRPr lang="en-US" dirty="0"/>
          </a:p>
        </p:txBody>
      </p:sp>
      <p:pic>
        <p:nvPicPr>
          <p:cNvPr id="4" name="Picture 7" descr="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8" y="1143000"/>
            <a:ext cx="5681662" cy="396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4912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Hard Drive smaller than a Quarter - CES 2006 - Day 3: Playstation 3,  Quarter-size Hard Drives, SED and lots of TVs">
            <a:extLst>
              <a:ext uri="{FF2B5EF4-FFF2-40B4-BE49-F238E27FC236}">
                <a16:creationId xmlns:a16="http://schemas.microsoft.com/office/drawing/2014/main" id="{127DF8E7-F9EF-CD1D-9783-E714BC46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0"/>
            <a:ext cx="4762500" cy="346710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istory: First HDD 55 Years Ago From IBM at 100 - StorageNewsletter">
            <a:extLst>
              <a:ext uri="{FF2B5EF4-FFF2-40B4-BE49-F238E27FC236}">
                <a16:creationId xmlns:a16="http://schemas.microsoft.com/office/drawing/2014/main" id="{98B4F363-01CC-713B-A5C6-B7DFDCE17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07684" cy="4489840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ТОП-5 причин выбросить свой SSD и перейти на жесткий диск">
            <a:extLst>
              <a:ext uri="{FF2B5EF4-FFF2-40B4-BE49-F238E27FC236}">
                <a16:creationId xmlns:a16="http://schemas.microsoft.com/office/drawing/2014/main" id="{A1C5BE20-C56D-A10D-EECE-0E2BFE4EA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88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number of electromechanical properties of hard disk drives that determine how fast its data can be accessed.</a:t>
            </a:r>
          </a:p>
          <a:p>
            <a:r>
              <a:rPr lang="en-US" b="1" dirty="0"/>
              <a:t>Seek time</a:t>
            </a:r>
            <a:r>
              <a:rPr lang="en-US" dirty="0"/>
              <a:t> is the time that </a:t>
            </a:r>
            <a:r>
              <a:rPr lang="en-US" b="1" dirty="0"/>
              <a:t>it takes for a disk arm to move into position over the desired cylinder.</a:t>
            </a:r>
          </a:p>
          <a:p>
            <a:r>
              <a:rPr lang="en-US" b="1" dirty="0"/>
              <a:t>Rotational delay</a:t>
            </a:r>
            <a:r>
              <a:rPr lang="en-US" dirty="0"/>
              <a:t> is the time </a:t>
            </a:r>
            <a:r>
              <a:rPr lang="en-US" b="1" dirty="0"/>
              <a:t>that it takes for the desired sector to move into position beneath the read/write head</a:t>
            </a:r>
            <a:r>
              <a:rPr lang="en-US" dirty="0"/>
              <a:t>.</a:t>
            </a:r>
          </a:p>
          <a:p>
            <a:r>
              <a:rPr lang="en-US" dirty="0"/>
              <a:t>Seek time + rotational delay = </a:t>
            </a:r>
            <a:r>
              <a:rPr lang="en-US" b="1" dirty="0"/>
              <a:t>access time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75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 Technology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576"/>
                  </a:spcBef>
                </a:pPr>
                <a:r>
                  <a:rPr lang="en-US" altLang="en-US" b="1" dirty="0"/>
                  <a:t>Transfer rate</a:t>
                </a:r>
                <a:r>
                  <a:rPr lang="en-US" altLang="en-US" dirty="0"/>
                  <a:t> gives us the rate at which data can be read from the disk.</a:t>
                </a:r>
              </a:p>
              <a:p>
                <a:pPr>
                  <a:spcBef>
                    <a:spcPts val="576"/>
                  </a:spcBef>
                  <a:spcAft>
                    <a:spcPts val="1200"/>
                  </a:spcAft>
                </a:pPr>
                <a:r>
                  <a:rPr lang="en-US" altLang="en-US" b="1" dirty="0"/>
                  <a:t>Average latency</a:t>
                </a:r>
                <a:r>
                  <a:rPr lang="en-US" altLang="en-US" dirty="0"/>
                  <a:t> is a function of the rotational speed:</a:t>
                </a:r>
                <a:endParaRPr lang="en-US" altLang="en-US" i="1" dirty="0"/>
              </a:p>
              <a:p>
                <a:pPr marL="0" indent="0">
                  <a:spcBef>
                    <a:spcPts val="576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60 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seconds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disk</m:t>
                              </m:r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rotation</m:t>
                              </m:r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speed</m:t>
                              </m:r>
                            </m:den>
                          </m:f>
                          <m:r>
                            <a:rPr lang="en-US" altLang="en-US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1000 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  <m:r>
                                <a:rPr lang="en-US" altLang="en-US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den>
                          </m:f>
                        </m:num>
                        <m:den>
                          <m:r>
                            <a:rPr lang="en-US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altLang="en-US" b="1" dirty="0"/>
                  <a:t>Mean Time To Failure (MTTF)</a:t>
                </a:r>
                <a:r>
                  <a:rPr lang="en-US" altLang="en-US" dirty="0"/>
                  <a:t> is a statistically-determined value often calculated experimentally.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altLang="en-US" dirty="0"/>
                  <a:t>It usually doesn’t tell us much about the actual expected life of the disk. </a:t>
                </a:r>
                <a:r>
                  <a:rPr lang="en-US" altLang="en-US" b="1" dirty="0"/>
                  <a:t>Design life</a:t>
                </a:r>
                <a:r>
                  <a:rPr lang="en-US" altLang="en-US" dirty="0"/>
                  <a:t> (the intended/designed life span) is usually more realistic.</a:t>
                </a:r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254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Disks: Example #1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disk drive has the following characteristics:</a:t>
                </a:r>
              </a:p>
              <a:p>
                <a:pPr lvl="1"/>
                <a:r>
                  <a:rPr lang="en-US" dirty="0"/>
                  <a:t>4 surfaces with 1024 tracks per surface</a:t>
                </a:r>
              </a:p>
              <a:p>
                <a:pPr lvl="1"/>
                <a:r>
                  <a:rPr lang="en-US" dirty="0"/>
                  <a:t>128 sectors per track with 512 bytes/sector</a:t>
                </a:r>
              </a:p>
              <a:p>
                <a:pPr lvl="1"/>
                <a:r>
                  <a:rPr lang="en-US" dirty="0"/>
                  <a:t>Track-to-track seek time of 5 milliseconds</a:t>
                </a:r>
              </a:p>
              <a:p>
                <a:pPr lvl="1"/>
                <a:r>
                  <a:rPr lang="en-US" dirty="0"/>
                  <a:t>Rotational speed of 5000 RPM</a:t>
                </a:r>
              </a:p>
              <a:p>
                <a:r>
                  <a:rPr lang="en-US" dirty="0"/>
                  <a:t>What is the capacity of the drive in MB?</a:t>
                </a:r>
              </a:p>
              <a:p>
                <a:r>
                  <a:rPr lang="en-US" altLang="en-US" dirty="0"/>
                  <a:t>4 surfaces x 1024 tracks/surface x 128 sectors/track x 512 bytes/sector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altLang="en-US" dirty="0"/>
                  <a:t> bytes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lang="en-US" altLang="en-US" dirty="0"/>
                  <a:t> bytes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256×</m:t>
                    </m:r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altLang="en-US" dirty="0"/>
                  <a:t> bytes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256 MB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704444E-2600-24B8-01F6-6E86E151FC77}"/>
              </a:ext>
            </a:extLst>
          </p:cNvPr>
          <p:cNvSpPr txBox="1"/>
          <p:nvPr/>
        </p:nvSpPr>
        <p:spPr>
          <a:xfrm>
            <a:off x="5348025" y="4549676"/>
            <a:ext cx="68439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Real-life example: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Surfaces: 8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Tracks per surface: 500,000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Average sectors per track: 550</a:t>
            </a:r>
          </a:p>
          <a:p>
            <a:r>
              <a:rPr lang="en-US" sz="2400" dirty="0">
                <a:solidFill>
                  <a:srgbClr val="0070C0"/>
                </a:solidFill>
              </a:rPr>
              <a:t>Bytes per sector: 4096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Total capacity ≈ 8 × 500,000 × 550 × 4096 bytes ≈ 9 TB</a:t>
            </a:r>
          </a:p>
        </p:txBody>
      </p:sp>
      <p:pic>
        <p:nvPicPr>
          <p:cNvPr id="13318" name="Picture 6" descr="Amazon | ウエスタンデジタル WD101EFBX ［WD Red Plus（10TB 3.5インチ SATA 6G 7200rpm 256MB  CMR）］ | ウエスタンデジタル(Western Digital) | 内蔵ハードディスク 通販">
            <a:extLst>
              <a:ext uri="{FF2B5EF4-FFF2-40B4-BE49-F238E27FC236}">
                <a16:creationId xmlns:a16="http://schemas.microsoft.com/office/drawing/2014/main" id="{5DE4C1AF-DAFA-23AE-9C3F-613154508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294" y="354622"/>
            <a:ext cx="2094506" cy="280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87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Disks: Example #1 continued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disk drive has the following characteristics:</a:t>
                </a:r>
              </a:p>
              <a:p>
                <a:pPr lvl="1"/>
                <a:r>
                  <a:rPr lang="en-US" dirty="0"/>
                  <a:t>4 surfaces with 1024 tracks per surface</a:t>
                </a:r>
              </a:p>
              <a:p>
                <a:pPr lvl="1"/>
                <a:r>
                  <a:rPr lang="en-US" dirty="0"/>
                  <a:t>128 sectors per track with 512 bytes/sector</a:t>
                </a:r>
              </a:p>
              <a:p>
                <a:pPr lvl="1"/>
                <a:r>
                  <a:rPr lang="en-US" dirty="0"/>
                  <a:t>Track-to-track seek time of 5 milliseconds</a:t>
                </a:r>
              </a:p>
              <a:p>
                <a:pPr lvl="1"/>
                <a:r>
                  <a:rPr lang="en-US" dirty="0"/>
                  <a:t>Rotational speed of 5000 RPM</a:t>
                </a:r>
              </a:p>
              <a:p>
                <a:r>
                  <a:rPr lang="en-US" dirty="0"/>
                  <a:t>What is the access time?</a:t>
                </a:r>
              </a:p>
              <a:p>
                <a:r>
                  <a:rPr lang="en-US" altLang="en-US" dirty="0"/>
                  <a:t>Rotational delay =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60 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seconds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disk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rotation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speed</m:t>
                            </m:r>
                          </m:den>
                        </m:f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1000 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ms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.</m:t>
                            </m:r>
                          </m:den>
                        </m:f>
                      </m:num>
                      <m:den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			 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60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5000</m:t>
                            </m:r>
                          </m:den>
                        </m:f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×1000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60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altLang="en-US" dirty="0"/>
                  <a:t> ms	</a:t>
                </a:r>
              </a:p>
              <a:p>
                <a:r>
                  <a:rPr lang="en-US" altLang="en-US" dirty="0"/>
                  <a:t>Access time = 5 </a:t>
                </a:r>
                <a:r>
                  <a:rPr lang="en-US" altLang="en-US" dirty="0" err="1"/>
                  <a:t>ms</a:t>
                </a:r>
                <a:r>
                  <a:rPr lang="en-US" altLang="en-US" dirty="0"/>
                  <a:t> + 6 </a:t>
                </a:r>
                <a:r>
                  <a:rPr lang="en-US" altLang="en-US" dirty="0" err="1"/>
                  <a:t>ms</a:t>
                </a:r>
                <a:r>
                  <a:rPr lang="en-US" altLang="en-US" dirty="0"/>
                  <a:t> = 11 </a:t>
                </a:r>
                <a:r>
                  <a:rPr lang="en-US" altLang="en-US" dirty="0" err="1"/>
                  <a:t>ms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837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ADA057C-65EA-7D3E-606B-3FF7BC687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079" y="352425"/>
            <a:ext cx="9753600" cy="650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68BE15D-D620-4BC6-9E53-E8EE8EB52D25}"/>
              </a:ext>
            </a:extLst>
          </p:cNvPr>
          <p:cNvSpPr/>
          <p:nvPr/>
        </p:nvSpPr>
        <p:spPr>
          <a:xfrm>
            <a:off x="4734685" y="3214425"/>
            <a:ext cx="2861006" cy="2361732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FDAC23-D0D7-C46E-6732-85508A8BBD14}"/>
              </a:ext>
            </a:extLst>
          </p:cNvPr>
          <p:cNvCxnSpPr/>
          <p:nvPr/>
        </p:nvCxnSpPr>
        <p:spPr>
          <a:xfrm flipV="1">
            <a:off x="6692510" y="274881"/>
            <a:ext cx="903181" cy="300686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0F0528-FAAA-24F0-E6E2-59623639939A}"/>
              </a:ext>
            </a:extLst>
          </p:cNvPr>
          <p:cNvSpPr txBox="1"/>
          <p:nvPr/>
        </p:nvSpPr>
        <p:spPr>
          <a:xfrm>
            <a:off x="7808864" y="0"/>
            <a:ext cx="28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Magnetic Disk</a:t>
            </a:r>
          </a:p>
        </p:txBody>
      </p:sp>
    </p:spTree>
    <p:extLst>
      <p:ext uri="{BB962C8B-B14F-4D97-AF65-F5344CB8AC3E}">
        <p14:creationId xmlns:p14="http://schemas.microsoft.com/office/powerpoint/2010/main" val="94118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822C-EBE8-F14C-AE87-6C46928C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F950-619C-45A1-50D5-3F2076CE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Disks: Example #2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912C1-0C88-0E25-9934-EF7DAA8BE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disk drive has the following characteristics:</a:t>
                </a:r>
              </a:p>
              <a:p>
                <a:pPr lvl="1"/>
                <a:r>
                  <a:rPr lang="en-US" dirty="0"/>
                  <a:t>One surface with 4 tracks per surface</a:t>
                </a:r>
              </a:p>
              <a:p>
                <a:pPr lvl="1"/>
                <a:r>
                  <a:rPr lang="en-US" dirty="0"/>
                  <a:t>22 sectors per track with 3 bits/sector</a:t>
                </a:r>
              </a:p>
              <a:p>
                <a:pPr lvl="1"/>
                <a:r>
                  <a:rPr lang="en-US" dirty="0"/>
                  <a:t>Track-to-track seek time of 0 seconds </a:t>
                </a:r>
              </a:p>
              <a:p>
                <a:pPr marL="457200" lvl="1" indent="0">
                  <a:buNone/>
                </a:pPr>
                <a:r>
                  <a:rPr lang="en-US" dirty="0"/>
                  <a:t>	(arm always on platter)</a:t>
                </a:r>
              </a:p>
              <a:p>
                <a:pPr lvl="1"/>
                <a:r>
                  <a:rPr lang="en-US" dirty="0"/>
                  <a:t>Rotational speed of 3 RPM</a:t>
                </a:r>
              </a:p>
              <a:p>
                <a:r>
                  <a:rPr lang="en-US" dirty="0"/>
                  <a:t>What is the capacity of the drive in bits?</a:t>
                </a:r>
              </a:p>
              <a:p>
                <a:r>
                  <a:rPr lang="en-US" altLang="en-US" dirty="0"/>
                  <a:t>1 surface x 4 tracks/surface x 22 sectors/track x 3 bits/sector 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22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3 </m:t>
                    </m:r>
                  </m:oMath>
                </a14:m>
                <a:r>
                  <a:rPr lang="en-US" altLang="en-US" dirty="0"/>
                  <a:t>bits</a:t>
                </a:r>
              </a:p>
              <a:p>
                <a:pPr marL="341313" indent="0">
                  <a:buNone/>
                </a:pPr>
                <a:r>
                  <a:rPr lang="en-US" altLang="en-US" dirty="0"/>
                  <a:t>=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264</m:t>
                    </m:r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912C1-0C88-0E25-9934-EF7DAA8BE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0EBCD6B2-1DEB-C883-6385-FF21A923B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51" t="34488" b="25726"/>
          <a:stretch/>
        </p:blipFill>
        <p:spPr bwMode="auto">
          <a:xfrm>
            <a:off x="8705850" y="0"/>
            <a:ext cx="3486150" cy="272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C4A2034-0665-0987-751A-8578A6A8B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046" y="2360417"/>
            <a:ext cx="2955949" cy="21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076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55E3-BC6D-A221-1681-4324C7A1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02AE-1165-E413-8007-A77D7B34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Disks: Example #2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EFFCE-6E33-A9D6-A35E-1E948C836A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disk drive has the following characteristics:</a:t>
                </a:r>
              </a:p>
              <a:p>
                <a:pPr lvl="1"/>
                <a:r>
                  <a:rPr lang="en-US" dirty="0"/>
                  <a:t>One surfaces with 4 tracks per surface</a:t>
                </a:r>
              </a:p>
              <a:p>
                <a:pPr lvl="1"/>
                <a:r>
                  <a:rPr lang="en-US" dirty="0"/>
                  <a:t>22 sectors per track with 3 bits/sector</a:t>
                </a:r>
              </a:p>
              <a:p>
                <a:pPr lvl="1"/>
                <a:r>
                  <a:rPr lang="en-US" dirty="0"/>
                  <a:t>Track-to-track seek time of 0 seconds</a:t>
                </a:r>
              </a:p>
              <a:p>
                <a:pPr lvl="1"/>
                <a:r>
                  <a:rPr lang="en-US" dirty="0"/>
                  <a:t>Rotational speed of 6 RPM</a:t>
                </a:r>
              </a:p>
              <a:p>
                <a:r>
                  <a:rPr lang="en-US" dirty="0"/>
                  <a:t>What is the access time?</a:t>
                </a:r>
              </a:p>
              <a:p>
                <a:r>
                  <a:rPr lang="en-US" altLang="en-US" dirty="0"/>
                  <a:t>Rotational delay =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60 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seconds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disk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rotation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speed</m:t>
                            </m:r>
                          </m:den>
                        </m:f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1000 </m:t>
                            </m:r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ms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en-US"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US" altLang="en-US">
                                <a:latin typeface="Cambria Math" panose="02040503050406030204" pitchFamily="18" charset="0"/>
                              </a:rPr>
                              <m:t>.</m:t>
                            </m:r>
                          </m:den>
                        </m:f>
                      </m:num>
                      <m:den>
                        <m:r>
                          <a:rPr lang="en-US" alt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			   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×1000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dirty="0"/>
                  <a:t>	</a:t>
                </a:r>
              </a:p>
              <a:p>
                <a:r>
                  <a:rPr lang="en-US" altLang="en-US" dirty="0"/>
                  <a:t>Access time = 0 s + 5 s = 5 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EFFCE-6E33-A9D6-A35E-1E948C836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C6917DE2-4EDC-2193-5DF0-876F83BA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345" y="1475381"/>
            <a:ext cx="4006655" cy="277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890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Solid State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cost is the major advantage of hard disks.</a:t>
            </a:r>
          </a:p>
          <a:p>
            <a:r>
              <a:rPr lang="en-US" dirty="0"/>
              <a:t>But their limitations include:</a:t>
            </a:r>
          </a:p>
          <a:p>
            <a:pPr lvl="1"/>
            <a:r>
              <a:rPr lang="en-US" dirty="0"/>
              <a:t>Very slow compared to main memory</a:t>
            </a:r>
          </a:p>
          <a:p>
            <a:pPr lvl="1"/>
            <a:r>
              <a:rPr lang="en-US" dirty="0"/>
              <a:t>Fragility</a:t>
            </a:r>
          </a:p>
          <a:p>
            <a:pPr lvl="1"/>
            <a:r>
              <a:rPr lang="en-US" dirty="0"/>
              <a:t>Moving parts wear out</a:t>
            </a:r>
          </a:p>
          <a:p>
            <a:r>
              <a:rPr lang="en-US" dirty="0"/>
              <a:t>Reductions in memory cost enable the widespread adoption of </a:t>
            </a:r>
            <a:r>
              <a:rPr lang="en-US" b="1" dirty="0"/>
              <a:t>solid state drives</a:t>
            </a:r>
            <a:r>
              <a:rPr lang="en-US" dirty="0"/>
              <a:t>, SSDs. </a:t>
            </a:r>
          </a:p>
          <a:p>
            <a:pPr lvl="1"/>
            <a:r>
              <a:rPr lang="en-US" dirty="0"/>
              <a:t>Computers “see” SSDs as just another disk drive, but they store data in non-volatile flash memory circuits.</a:t>
            </a:r>
          </a:p>
          <a:p>
            <a:pPr lvl="1"/>
            <a:r>
              <a:rPr lang="en-US" dirty="0"/>
              <a:t>Flash memory is also found in memory sticks and smartphones.</a:t>
            </a:r>
          </a:p>
          <a:p>
            <a:endParaRPr lang="en-US" dirty="0"/>
          </a:p>
        </p:txBody>
      </p:sp>
      <p:pic>
        <p:nvPicPr>
          <p:cNvPr id="6146" name="Picture 2" descr="SSD vs HDD: What's the Difference &amp; Which Is Best?">
            <a:extLst>
              <a:ext uri="{FF2B5EF4-FFF2-40B4-BE49-F238E27FC236}">
                <a16:creationId xmlns:a16="http://schemas.microsoft.com/office/drawing/2014/main" id="{FA93CC7E-E15E-39E4-816F-AE68629388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32" r="15161"/>
          <a:stretch/>
        </p:blipFill>
        <p:spPr bwMode="auto">
          <a:xfrm>
            <a:off x="8128623" y="0"/>
            <a:ext cx="4063377" cy="239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830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Solid State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SSD access time and transfer rates are typically 100 times faster than magnetic disk, but slower than onboard RAM by a factor of 100,000. 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These numbers vary widely among manufacturers and interface methods.</a:t>
            </a:r>
          </a:p>
          <a:p>
            <a:pPr>
              <a:lnSpc>
                <a:spcPct val="110000"/>
              </a:lnSpc>
            </a:pPr>
            <a:r>
              <a:rPr lang="en-US" dirty="0"/>
              <a:t>Unlike RAM, flash is block-addressable (like disk drives), rather than byte-addressable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write endurance</a:t>
            </a:r>
            <a:r>
              <a:rPr lang="en-US" dirty="0"/>
              <a:t> of flash is between 30,000 and 1,000,000 updates to a block. So, updates are spread over the entire medium through </a:t>
            </a:r>
            <a:r>
              <a:rPr lang="en-US" b="1" dirty="0"/>
              <a:t>wear leveling</a:t>
            </a:r>
            <a:r>
              <a:rPr lang="en-US" dirty="0"/>
              <a:t> to prolong the life of the SSD.</a:t>
            </a:r>
          </a:p>
          <a:p>
            <a:pPr>
              <a:lnSpc>
                <a:spcPct val="110000"/>
              </a:lnSpc>
            </a:pPr>
            <a:r>
              <a:rPr lang="en-US" dirty="0"/>
              <a:t>SSD specifications share many common metrics with HDDs (latency, data transfer rate, MTTF, others).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Clearly, there is no need for any metrics that concern spinning platters, such as rotational delay or seek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26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Solid State Disk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Enterprise SSDs must maintain the highest degree of performance and reliability.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Onboard cache memories are backed up by capacitors that briefly hold a charge during a power failure, giving time to commit pending writes.</a:t>
            </a:r>
          </a:p>
          <a:p>
            <a:pPr>
              <a:lnSpc>
                <a:spcPct val="110000"/>
              </a:lnSpc>
            </a:pPr>
            <a:r>
              <a:rPr lang="en-US" dirty="0"/>
              <a:t>Some SSD performance and reliability metrics include: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Unrecoverable Bit Error Ratio (UBER) and terabytes written (TBW). TBW is a measure of disk endurance (or service life) and UBER is a measure of disk reliability.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UBER is calculated by dividing the number of data errors by the number of bits read using a simulated lifetime workload.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TBW is the number of terabytes that can be written to the disk before the disk fails to meet specifications for speed and error rates.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38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Optical Disks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Optical disks provide large storage capacities very inexpensively.</a:t>
            </a:r>
          </a:p>
          <a:p>
            <a:r>
              <a:rPr lang="en-US" dirty="0"/>
              <a:t>They come in a number of varieties including CD-ROM, DVD, and WORM (write once, read many).</a:t>
            </a:r>
          </a:p>
          <a:p>
            <a:r>
              <a:rPr lang="en-US" dirty="0"/>
              <a:t>It is estimated that optical disks can endure for a hundred years. </a:t>
            </a:r>
          </a:p>
          <a:p>
            <a:r>
              <a:rPr lang="en-US" dirty="0"/>
              <a:t>CD-ROMs were designed by the </a:t>
            </a:r>
            <a:br>
              <a:rPr lang="en-US" dirty="0"/>
            </a:br>
            <a:r>
              <a:rPr lang="en-US" dirty="0"/>
              <a:t>music industry in the 1980s, and </a:t>
            </a:r>
            <a:br>
              <a:rPr lang="en-US" dirty="0"/>
            </a:br>
            <a:r>
              <a:rPr lang="en-US" dirty="0"/>
              <a:t>later adapted to data.</a:t>
            </a:r>
          </a:p>
          <a:p>
            <a:r>
              <a:rPr lang="en-US" dirty="0"/>
              <a:t>This history is reflected by the fact </a:t>
            </a:r>
            <a:br>
              <a:rPr lang="en-US" dirty="0"/>
            </a:br>
            <a:r>
              <a:rPr lang="en-US" dirty="0"/>
              <a:t>that data is recorded in a single </a:t>
            </a:r>
            <a:br>
              <a:rPr lang="en-US" dirty="0"/>
            </a:br>
            <a:r>
              <a:rPr lang="en-US" dirty="0"/>
              <a:t>spiral track, starting from the </a:t>
            </a:r>
            <a:br>
              <a:rPr lang="en-US" dirty="0"/>
            </a:br>
            <a:r>
              <a:rPr lang="en-US" dirty="0"/>
              <a:t>center of the disk and spanning </a:t>
            </a:r>
            <a:br>
              <a:rPr lang="en-US" dirty="0"/>
            </a:br>
            <a:r>
              <a:rPr lang="en-US" dirty="0"/>
              <a:t>outward.</a:t>
            </a:r>
          </a:p>
          <a:p>
            <a:endParaRPr lang="en-US" dirty="0"/>
          </a:p>
        </p:txBody>
      </p:sp>
      <p:pic>
        <p:nvPicPr>
          <p:cNvPr id="4" name="Picture 5" descr="9781284033144_CH07_FIG19.jpg">
            <a:extLst>
              <a:ext uri="{FF2B5EF4-FFF2-40B4-BE49-F238E27FC236}">
                <a16:creationId xmlns:a16="http://schemas.microsoft.com/office/drawing/2014/main" id="{958B35C0-D753-429D-A748-136A787D2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842" y="3594295"/>
            <a:ext cx="4784558" cy="2425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98949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aserDisc VS DVD: Battle of the Discs — SpenCertified">
            <a:extLst>
              <a:ext uri="{FF2B5EF4-FFF2-40B4-BE49-F238E27FC236}">
                <a16:creationId xmlns:a16="http://schemas.microsoft.com/office/drawing/2014/main" id="{41806D77-A3F4-8830-395D-DA7302C3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3E5684-9330-93DC-11CA-5A168E5D46BA}"/>
              </a:ext>
            </a:extLst>
          </p:cNvPr>
          <p:cNvSpPr txBox="1"/>
          <p:nvPr/>
        </p:nvSpPr>
        <p:spPr>
          <a:xfrm>
            <a:off x="1026596" y="5396644"/>
            <a:ext cx="3321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Laserdisc (1978)</a:t>
            </a:r>
          </a:p>
          <a:p>
            <a:r>
              <a:rPr lang="en-US" sz="2400" b="1" dirty="0"/>
              <a:t>D = 12 inches (305 mm)</a:t>
            </a:r>
          </a:p>
          <a:p>
            <a:r>
              <a:rPr lang="en-US" sz="2400" b="1" dirty="0"/>
              <a:t>Analog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2F1AE-5096-FB34-A594-7494549834DD}"/>
              </a:ext>
            </a:extLst>
          </p:cNvPr>
          <p:cNvSpPr txBox="1"/>
          <p:nvPr/>
        </p:nvSpPr>
        <p:spPr>
          <a:xfrm>
            <a:off x="9072006" y="0"/>
            <a:ext cx="2569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CD-ROM (1985)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 = 120 mm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Digital</a:t>
            </a:r>
          </a:p>
        </p:txBody>
      </p:sp>
    </p:spTree>
    <p:extLst>
      <p:ext uri="{BB962C8B-B14F-4D97-AF65-F5344CB8AC3E}">
        <p14:creationId xmlns:p14="http://schemas.microsoft.com/office/powerpoint/2010/main" val="426789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Optical Disks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Binary ones and zeros are delineated by bumps in the polycarbonate disk substrate. The transitions between </a:t>
            </a:r>
            <a:r>
              <a:rPr lang="en-US" b="1" dirty="0"/>
              <a:t>pits</a:t>
            </a:r>
            <a:r>
              <a:rPr lang="en-US" dirty="0"/>
              <a:t> and </a:t>
            </a:r>
            <a:r>
              <a:rPr lang="en-US" b="1" dirty="0"/>
              <a:t>lands</a:t>
            </a:r>
            <a:r>
              <a:rPr lang="en-US" dirty="0"/>
              <a:t> define binary ones.</a:t>
            </a:r>
          </a:p>
          <a:p>
            <a:r>
              <a:rPr lang="en-US" dirty="0"/>
              <a:t>If you could unravel a full CD-ROM track, it would be nearly five miles long!</a:t>
            </a:r>
          </a:p>
          <a:p>
            <a:r>
              <a:rPr lang="en-US" dirty="0"/>
              <a:t>The logical data format for a CD-ROM is much more complex than that of a magnetic disk. </a:t>
            </a:r>
          </a:p>
          <a:p>
            <a:r>
              <a:rPr lang="en-US" dirty="0"/>
              <a:t>Different formats are provided for </a:t>
            </a:r>
            <a:br>
              <a:rPr lang="en-US" dirty="0"/>
            </a:br>
            <a:r>
              <a:rPr lang="en-US" dirty="0"/>
              <a:t>data and music.</a:t>
            </a:r>
          </a:p>
          <a:p>
            <a:r>
              <a:rPr lang="en-US" dirty="0"/>
              <a:t>Two levels of error correction are </a:t>
            </a:r>
            <a:br>
              <a:rPr lang="en-US" dirty="0"/>
            </a:br>
            <a:r>
              <a:rPr lang="en-US" dirty="0"/>
              <a:t>provided for the data format.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7_FIG19.jpg">
            <a:extLst>
              <a:ext uri="{FF2B5EF4-FFF2-40B4-BE49-F238E27FC236}">
                <a16:creationId xmlns:a16="http://schemas.microsoft.com/office/drawing/2014/main" id="{958B35C0-D753-429D-A748-136A787D2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42" y="3826987"/>
            <a:ext cx="4327358" cy="219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0433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Optical Disks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of this, a CD holds at most 650 MB of data, but can contain as much as 742 MB of music.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7_FIG20.jpg">
            <a:extLst>
              <a:ext uri="{FF2B5EF4-FFF2-40B4-BE49-F238E27FC236}">
                <a16:creationId xmlns:a16="http://schemas.microsoft.com/office/drawing/2014/main" id="{78EBF5DA-B652-4965-AA36-5478DD8B95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76" b="-2023"/>
          <a:stretch/>
        </p:blipFill>
        <p:spPr bwMode="auto">
          <a:xfrm>
            <a:off x="2959768" y="3043652"/>
            <a:ext cx="6548172" cy="32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9757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Optical Disks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DVDs can be thought of as quad-density CDs.</a:t>
            </a:r>
          </a:p>
          <a:p>
            <a:pPr lvl="1"/>
            <a:r>
              <a:rPr lang="en-US" dirty="0"/>
              <a:t>Varieties include single-sided, single-layer, single-sided double-layer, and double-sided double-layer</a:t>
            </a:r>
          </a:p>
          <a:p>
            <a:r>
              <a:rPr lang="en-US" dirty="0"/>
              <a:t>Where a CD-ROM can hold at most 650MB of data, DVDs can hold as much as 17GB</a:t>
            </a:r>
          </a:p>
          <a:p>
            <a:r>
              <a:rPr lang="en-US" dirty="0"/>
              <a:t>One of the reasons for this is that DVD employs a laser that has a shorter wavelength than the CD’s laser; another is better error-checking codes that use less space on the disc</a:t>
            </a:r>
          </a:p>
          <a:p>
            <a:r>
              <a:rPr lang="en-US" dirty="0"/>
              <a:t>This allows pits and lands to be closer together and the spiral track to be wound tighter.</a:t>
            </a:r>
          </a:p>
          <a:p>
            <a:r>
              <a:rPr lang="en-US" dirty="0"/>
              <a:t>A shorter wavelength light can read and write bytes in greater densities than can be done by a longer wavelength laser.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814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Optical Disks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shorted wavelength is one reason that DVD’s density is greater than CD’s.</a:t>
            </a:r>
          </a:p>
          <a:p>
            <a:r>
              <a:rPr lang="en-US" dirty="0"/>
              <a:t>The 405 nm wavelength of blue-violet light is much shorter than either red (750 nm) or orange (650 nm).</a:t>
            </a:r>
          </a:p>
          <a:p>
            <a:pPr lvl="1"/>
            <a:r>
              <a:rPr lang="en-US" dirty="0"/>
              <a:t>Used in reading Blu-ray discs</a:t>
            </a:r>
          </a:p>
          <a:p>
            <a:r>
              <a:rPr lang="en-US" dirty="0"/>
              <a:t>The manufacture of blue-violet lasers can now be done economically, bringing about the next generation of laser disks.</a:t>
            </a:r>
          </a:p>
          <a:p>
            <a:r>
              <a:rPr lang="en-US" dirty="0"/>
              <a:t>Blu-Ray was developed by a consortium of nine companies that includes Sony, Samsung, and Pioneer.</a:t>
            </a:r>
          </a:p>
          <a:p>
            <a:r>
              <a:rPr lang="en-US" dirty="0"/>
              <a:t>Maximum capacity of a single-layer Blu-Ray disk is 25GB.</a:t>
            </a:r>
          </a:p>
          <a:p>
            <a:r>
              <a:rPr lang="en-US" dirty="0"/>
              <a:t>Multiple layers can be “stacked” up to six deep.</a:t>
            </a:r>
          </a:p>
          <a:p>
            <a:r>
              <a:rPr lang="en-US" dirty="0"/>
              <a:t>Only double-layer disks are available for home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222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3E04-0118-E51A-3323-A7FD2B94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 </a:t>
            </a:r>
            <a:r>
              <a:rPr lang="en-US" altLang="zh-CN" dirty="0"/>
              <a:t>vs DVD vs HD-DVD vs Blu-ray</a:t>
            </a:r>
            <a:endParaRPr lang="en-US" dirty="0"/>
          </a:p>
        </p:txBody>
      </p:sp>
      <p:pic>
        <p:nvPicPr>
          <p:cNvPr id="8194" name="Picture 2" descr="The HD DVD format">
            <a:extLst>
              <a:ext uri="{FF2B5EF4-FFF2-40B4-BE49-F238E27FC236}">
                <a16:creationId xmlns:a16="http://schemas.microsoft.com/office/drawing/2014/main" id="{E12F3AF6-A468-83B3-EE13-8AE1C7AD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47" y="1876522"/>
            <a:ext cx="9232705" cy="461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733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2962-C9CB-3BB9-4252-F2347436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agnetic Disk vs Optical Drive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C0CA71-2E43-F547-F91E-D2CACBEB5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074588"/>
              </p:ext>
            </p:extLst>
          </p:nvPr>
        </p:nvGraphicFramePr>
        <p:xfrm>
          <a:off x="838200" y="1817579"/>
          <a:ext cx="10515600" cy="467529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45628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10737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94056143"/>
                    </a:ext>
                  </a:extLst>
                </a:gridCol>
              </a:tblGrid>
              <a:tr h="527290">
                <a:tc>
                  <a:txBody>
                    <a:bodyPr/>
                    <a:lstStyle/>
                    <a:p>
                      <a:r>
                        <a:rPr lang="en-US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Optical 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216583"/>
                  </a:ext>
                </a:extLst>
              </a:tr>
              <a:tr h="922756">
                <a:tc>
                  <a:txBody>
                    <a:bodyPr/>
                    <a:lstStyle/>
                    <a:p>
                      <a:r>
                        <a:rPr lang="en-US" b="1"/>
                        <a:t>Head-to-surface distance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~1–5 nanometers (near atomic scale)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~1 mm (laser focuses through plastic layer)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376766"/>
                  </a:ext>
                </a:extLst>
              </a:tr>
              <a:tr h="922756">
                <a:tc>
                  <a:txBody>
                    <a:bodyPr/>
                    <a:lstStyle/>
                    <a:p>
                      <a:r>
                        <a:rPr lang="en-US" b="1" dirty="0"/>
                        <a:t>Data density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high;</a:t>
                      </a:r>
                    </a:p>
                    <a:p>
                      <a:pPr algn="ctr"/>
                      <a:r>
                        <a:rPr lang="en-US" dirty="0"/>
                        <a:t>1-2.5 TBs/Platter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Relatively low;</a:t>
                      </a:r>
                    </a:p>
                    <a:p>
                      <a:pPr algn="ctr"/>
                      <a:r>
                        <a:rPr lang="en-US" dirty="0"/>
                        <a:t>25-100 GBs/disk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089248"/>
                  </a:ext>
                </a:extLst>
              </a:tr>
              <a:tr h="922756">
                <a:tc>
                  <a:txBody>
                    <a:bodyPr/>
                    <a:lstStyle/>
                    <a:p>
                      <a:r>
                        <a:rPr lang="en-US" b="1"/>
                        <a:t>Error tolerance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Very low (retries cause noticeable slowdown)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(built-in strong error correction like Reed-Solomon)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946860"/>
                  </a:ext>
                </a:extLst>
              </a:tr>
              <a:tr h="922756">
                <a:tc>
                  <a:txBody>
                    <a:bodyPr/>
                    <a:lstStyle/>
                    <a:p>
                      <a:r>
                        <a:rPr lang="en-US" b="1"/>
                        <a:t>Data access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access across densely packed platters, CAV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Sequential or semi-sequential read, CLV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41999"/>
                  </a:ext>
                </a:extLst>
              </a:tr>
              <a:tr h="456984">
                <a:tc>
                  <a:txBody>
                    <a:bodyPr/>
                    <a:lstStyle/>
                    <a:p>
                      <a:r>
                        <a:rPr lang="en-US" b="1"/>
                        <a:t>Environmental sensitivity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Sensitive to shock, vibration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More robust to shock when reading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122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7074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Tape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Tape is suitable for long-term, archival data storage</a:t>
            </a:r>
          </a:p>
          <a:p>
            <a:r>
              <a:rPr lang="en-US" dirty="0"/>
              <a:t>First-generation magnetic tape was essentially wide analog recording tape, having capacities under 11MB.</a:t>
            </a:r>
          </a:p>
          <a:p>
            <a:r>
              <a:rPr lang="en-US" dirty="0"/>
              <a:t>Data was usually written in nine vertical tracks: 8 of data, 1 for error-correction information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D95554-C6FD-473A-A992-C11B2FBE7D1A}"/>
              </a:ext>
            </a:extLst>
          </p:cNvPr>
          <p:cNvGrpSpPr/>
          <p:nvPr/>
        </p:nvGrpSpPr>
        <p:grpSpPr>
          <a:xfrm>
            <a:off x="1750262" y="4154636"/>
            <a:ext cx="8143530" cy="2703364"/>
            <a:chOff x="464535" y="3240236"/>
            <a:chExt cx="8143530" cy="2703364"/>
          </a:xfrm>
        </p:grpSpPr>
        <p:pic>
          <p:nvPicPr>
            <p:cNvPr id="5" name="Picture 4" descr="9781284033144_CH07_FIG23.jpg">
              <a:extLst>
                <a:ext uri="{FF2B5EF4-FFF2-40B4-BE49-F238E27FC236}">
                  <a16:creationId xmlns:a16="http://schemas.microsoft.com/office/drawing/2014/main" id="{EB4B1FF5-C628-47FA-A90B-78D61C8CBE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28" b="29158"/>
            <a:stretch/>
          </p:blipFill>
          <p:spPr bwMode="auto">
            <a:xfrm>
              <a:off x="535934" y="3240236"/>
              <a:ext cx="8072131" cy="2498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FB95D0-9E9D-43C6-B0FF-AFB7DB5F6331}"/>
                </a:ext>
              </a:extLst>
            </p:cNvPr>
            <p:cNvSpPr/>
            <p:nvPr/>
          </p:nvSpPr>
          <p:spPr bwMode="auto">
            <a:xfrm>
              <a:off x="464535" y="5486400"/>
              <a:ext cx="2050065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sng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E6F254-C47A-45C7-9A64-D61A6947C27C}"/>
                </a:ext>
              </a:extLst>
            </p:cNvPr>
            <p:cNvSpPr/>
            <p:nvPr/>
          </p:nvSpPr>
          <p:spPr bwMode="auto">
            <a:xfrm>
              <a:off x="496928" y="5178748"/>
              <a:ext cx="1018718" cy="53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sng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818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Tape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Today’s tapes are digital, and provide multiple gigabytes of data storage.</a:t>
            </a:r>
          </a:p>
          <a:p>
            <a:r>
              <a:rPr lang="en-US" dirty="0"/>
              <a:t>Two dominant recording methods are </a:t>
            </a:r>
            <a:r>
              <a:rPr lang="en-US" b="1" dirty="0"/>
              <a:t>serpentine</a:t>
            </a:r>
            <a:r>
              <a:rPr lang="en-US" dirty="0"/>
              <a:t> and </a:t>
            </a:r>
            <a:r>
              <a:rPr lang="en-US" b="1" dirty="0"/>
              <a:t>helical scan</a:t>
            </a:r>
            <a:r>
              <a:rPr lang="en-US" dirty="0"/>
              <a:t>, which are distinguished by how the read-write head passes over the recording medium.</a:t>
            </a:r>
          </a:p>
          <a:p>
            <a:endParaRPr lang="en-US" dirty="0"/>
          </a:p>
        </p:txBody>
      </p:sp>
      <p:pic>
        <p:nvPicPr>
          <p:cNvPr id="5" name="Picture 6" descr="7-18">
            <a:extLst>
              <a:ext uri="{FF2B5EF4-FFF2-40B4-BE49-F238E27FC236}">
                <a16:creationId xmlns:a16="http://schemas.microsoft.com/office/drawing/2014/main" id="{4C78C66D-7941-4C0B-B5EB-5C56131AC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78" y="4055098"/>
            <a:ext cx="3899509" cy="2437777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Fig7-23_a">
            <a:extLst>
              <a:ext uri="{FF2B5EF4-FFF2-40B4-BE49-F238E27FC236}">
                <a16:creationId xmlns:a16="http://schemas.microsoft.com/office/drawing/2014/main" id="{3C130B79-41F1-40B9-B12A-A31693A57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888" y="3886892"/>
            <a:ext cx="3899510" cy="2774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3751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Tape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Numerous incompatible tape formats emerged over the years.</a:t>
            </a:r>
          </a:p>
          <a:p>
            <a:r>
              <a:rPr lang="en-US" dirty="0"/>
              <a:t>Sometimes even different models of the same manufacturer’s tape drives were incompatible!</a:t>
            </a:r>
          </a:p>
          <a:p>
            <a:r>
              <a:rPr lang="en-US" dirty="0"/>
              <a:t>Finally, in 1997, HP, IBM, and Seagate collaboratively invented a best-of-breed tape standard.</a:t>
            </a:r>
          </a:p>
          <a:p>
            <a:r>
              <a:rPr lang="en-US" dirty="0"/>
              <a:t>They called this new tape format </a:t>
            </a:r>
            <a:r>
              <a:rPr lang="en-US" b="1" dirty="0"/>
              <a:t>Linear Tape Open (LTO)</a:t>
            </a:r>
            <a:r>
              <a:rPr lang="en-US" dirty="0"/>
              <a:t> because the specification is openly available.</a:t>
            </a:r>
          </a:p>
          <a:p>
            <a:r>
              <a:rPr lang="en-US" dirty="0"/>
              <a:t>LTO supports several levels of error correction, providing superb reliability.</a:t>
            </a:r>
          </a:p>
          <a:p>
            <a:endParaRPr lang="en-US" dirty="0"/>
          </a:p>
        </p:txBody>
      </p:sp>
      <p:pic>
        <p:nvPicPr>
          <p:cNvPr id="10242" name="Picture 2" descr="LTO-8 (Linear Tape-Open 8)-definition – t-Blog">
            <a:extLst>
              <a:ext uri="{FF2B5EF4-FFF2-40B4-BE49-F238E27FC236}">
                <a16:creationId xmlns:a16="http://schemas.microsoft.com/office/drawing/2014/main" id="{EDECBBF8-27BF-C781-015C-3A413034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589" y="0"/>
            <a:ext cx="4616411" cy="184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LTO（磁気テープ）の寿命・環境条件をふまえた保管方法とは LTO専門通販サイト「LTOショップ」">
            <a:extLst>
              <a:ext uri="{FF2B5EF4-FFF2-40B4-BE49-F238E27FC236}">
                <a16:creationId xmlns:a16="http://schemas.microsoft.com/office/drawing/2014/main" id="{03DCFF59-7954-2DE7-C58F-865D0A65A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677" y="24910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3286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Magnetic Tape: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you have a 100 GB database housed on a disk array that supports a transfer rate of 60 </a:t>
                </a:r>
                <a:r>
                  <a:rPr lang="en-US" dirty="0" err="1"/>
                  <a:t>MBps</a:t>
                </a:r>
                <a:r>
                  <a:rPr lang="en-US" dirty="0"/>
                  <a:t> and a tape drive that supports 200 GB cartridges with a transfer rate of 80 </a:t>
                </a:r>
                <a:r>
                  <a:rPr lang="en-US" dirty="0" err="1"/>
                  <a:t>MBps</a:t>
                </a:r>
                <a:r>
                  <a:rPr lang="en-US" dirty="0"/>
                  <a:t>. How long will it take to back up the database?</a:t>
                </a:r>
              </a:p>
              <a:p>
                <a:r>
                  <a:rPr lang="en-US" dirty="0"/>
                  <a:t>Assuming that the tape is mounted and no errors occur, the backup can be completed in:</a:t>
                </a:r>
              </a:p>
              <a:p>
                <a:pPr marL="341313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GB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60 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MBps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102400 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MB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60 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MBps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≈1,707</m:t>
                    </m:r>
                  </m:oMath>
                </a14:m>
                <a:r>
                  <a:rPr lang="en-US" dirty="0"/>
                  <a:t> seconds or approximately 1/2 hour.</a:t>
                </a:r>
              </a:p>
              <a:p>
                <a:r>
                  <a:rPr lang="en-US" altLang="en-US" dirty="0"/>
                  <a:t>The disk is the bottleneck because its transfer rate is less than that of the tape.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 r="-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8546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RAID: Redundant Array of Independent Disks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RAID</a:t>
            </a:r>
            <a:r>
              <a:rPr lang="en-US" dirty="0"/>
              <a:t>, an acronym for </a:t>
            </a:r>
            <a:r>
              <a:rPr lang="en-US" b="1" dirty="0"/>
              <a:t>Redundant Array of Independent Disks,</a:t>
            </a:r>
            <a:r>
              <a:rPr lang="en-US" dirty="0"/>
              <a:t> was invented to address problems of disk reliability, cost, and performance.</a:t>
            </a:r>
          </a:p>
          <a:p>
            <a:r>
              <a:rPr lang="en-US" dirty="0"/>
              <a:t>In RAID, data is stored across many disks, with extra disks added to the array to provide error correction (redundancy).</a:t>
            </a:r>
          </a:p>
          <a:p>
            <a:r>
              <a:rPr lang="en-US" dirty="0"/>
              <a:t>There are 7 recognized </a:t>
            </a:r>
            <a:r>
              <a:rPr lang="en-US" b="1" dirty="0"/>
              <a:t>levels</a:t>
            </a:r>
            <a:r>
              <a:rPr lang="en-US" dirty="0"/>
              <a:t> of RAID, but we will look at only a few of them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8514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RAID Level 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RAID Level 0, also known as </a:t>
            </a:r>
            <a:r>
              <a:rPr lang="en-US" b="1" dirty="0"/>
              <a:t>drive spanning</a:t>
            </a:r>
            <a:r>
              <a:rPr lang="en-US" dirty="0"/>
              <a:t>, provides improved performance, but no redundancy.</a:t>
            </a:r>
          </a:p>
          <a:p>
            <a:r>
              <a:rPr lang="en-US" dirty="0"/>
              <a:t>Data is written in blocks </a:t>
            </a:r>
            <a:r>
              <a:rPr lang="en-US" b="1" dirty="0"/>
              <a:t>striped</a:t>
            </a:r>
            <a:r>
              <a:rPr lang="en-US" dirty="0"/>
              <a:t> across the entire array of disks</a:t>
            </a:r>
          </a:p>
          <a:p>
            <a:r>
              <a:rPr lang="en-US" dirty="0"/>
              <a:t>The disadvantage of RAID 0 is in its low reliability.</a:t>
            </a:r>
          </a:p>
          <a:p>
            <a:endParaRPr lang="en-US" dirty="0"/>
          </a:p>
        </p:txBody>
      </p:sp>
      <p:pic>
        <p:nvPicPr>
          <p:cNvPr id="4" name="Picture 3" descr="9781284033144_CH07_FIG26.jpg">
            <a:extLst>
              <a:ext uri="{FF2B5EF4-FFF2-40B4-BE49-F238E27FC236}">
                <a16:creationId xmlns:a16="http://schemas.microsoft.com/office/drawing/2014/main" id="{88EB8DD7-F0ED-4093-9FA3-CA6F18B0A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452" y="3955985"/>
            <a:ext cx="7070558" cy="2536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34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RAID Level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RAID Level 1, also known as </a:t>
            </a:r>
            <a:r>
              <a:rPr lang="en-US" b="1" dirty="0"/>
              <a:t>disk mirroring</a:t>
            </a:r>
            <a:r>
              <a:rPr lang="en-US" dirty="0"/>
              <a:t>, provides 100% redundancy, and good performance.</a:t>
            </a:r>
          </a:p>
          <a:p>
            <a:r>
              <a:rPr lang="en-US" dirty="0"/>
              <a:t>Two matched sets of disks contain the same data.</a:t>
            </a:r>
          </a:p>
          <a:p>
            <a:r>
              <a:rPr lang="en-US" dirty="0"/>
              <a:t>The disadvantage of RAID 1 is cost.</a:t>
            </a:r>
          </a:p>
          <a:p>
            <a:r>
              <a:rPr lang="en-US" dirty="0"/>
              <a:t>Reads are fast, but writes are slow because each write is performed twice</a:t>
            </a:r>
          </a:p>
          <a:p>
            <a:endParaRPr lang="en-US" dirty="0"/>
          </a:p>
        </p:txBody>
      </p:sp>
      <p:pic>
        <p:nvPicPr>
          <p:cNvPr id="4" name="Picture 3" descr="9781284033144_CH07_FIG27.jpg">
            <a:extLst>
              <a:ext uri="{FF2B5EF4-FFF2-40B4-BE49-F238E27FC236}">
                <a16:creationId xmlns:a16="http://schemas.microsoft.com/office/drawing/2014/main" id="{8C07D924-9D7B-4699-9FFC-4459BBBDA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179" y="4399547"/>
            <a:ext cx="7467600" cy="2232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37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RAID Level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RAID Level 5, data is written in blocks across the data disks along with </a:t>
            </a:r>
            <a:r>
              <a:rPr lang="en-US" b="1" dirty="0"/>
              <a:t>parity bits</a:t>
            </a:r>
            <a:r>
              <a:rPr lang="en-US" dirty="0"/>
              <a:t> distributed across disks (for error correction / data recovery).</a:t>
            </a:r>
          </a:p>
          <a:p>
            <a:r>
              <a:rPr lang="en-US" dirty="0"/>
              <a:t>With distributed parity, some accesses can be serviced concurrently, giving good performance and high reliability. RAID 5 is used in some commercial systems.</a:t>
            </a:r>
          </a:p>
          <a:p>
            <a:endParaRPr lang="en-US" dirty="0"/>
          </a:p>
        </p:txBody>
      </p:sp>
      <p:pic>
        <p:nvPicPr>
          <p:cNvPr id="4" name="Picture 3" descr="9781284033144_CH07_FIG31.jpg">
            <a:extLst>
              <a:ext uri="{FF2B5EF4-FFF2-40B4-BE49-F238E27FC236}">
                <a16:creationId xmlns:a16="http://schemas.microsoft.com/office/drawing/2014/main" id="{1EA26EFA-A678-473B-BB85-E9BD1C2FD5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7"/>
          <a:stretch/>
        </p:blipFill>
        <p:spPr bwMode="auto">
          <a:xfrm>
            <a:off x="4223084" y="4314323"/>
            <a:ext cx="5842520" cy="2274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624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RAID Levels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systems consisting of many drive arrays may employ various RAID levels, depending on the criticality of the data on the drives.</a:t>
            </a:r>
          </a:p>
          <a:p>
            <a:pPr lvl="1"/>
            <a:r>
              <a:rPr lang="en-US" dirty="0"/>
              <a:t>A disk array that provides program workspace (say for file sorting) does not require high fault tolerance.</a:t>
            </a:r>
          </a:p>
          <a:p>
            <a:r>
              <a:rPr lang="en-US" dirty="0"/>
              <a:t>Critical, high-throughput files can benefit from combining RAID 0 with RAID 1, called RAID 10.</a:t>
            </a:r>
          </a:p>
          <a:p>
            <a:r>
              <a:rPr lang="en-US" dirty="0"/>
              <a:t>RAID 50 combines striping and distributed parity for  good fault tolerance and high capacity.</a:t>
            </a:r>
          </a:p>
          <a:p>
            <a:pPr lvl="1"/>
            <a:r>
              <a:rPr lang="en-US" dirty="0"/>
              <a:t>Note: Higher RAID levels do not necessarily mean “better” RAID levels.  It all depends upon the needs of the applications that use the disks.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9708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RAID Levels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4267200" cy="5257800"/>
          </a:xfrm>
        </p:spPr>
        <p:txBody>
          <a:bodyPr/>
          <a:lstStyle/>
          <a:p>
            <a:pPr marL="571500" indent="-457200">
              <a:buFont typeface="+mj-lt"/>
              <a:buAutoNum type="alphaLcParenR"/>
            </a:pPr>
            <a:r>
              <a:rPr lang="en-US" dirty="0"/>
              <a:t>RAID 10: Stripes across mirrored pairs: could suffer 1 disk failure in each group and still work.</a:t>
            </a:r>
          </a:p>
          <a:p>
            <a:pPr marL="571500" indent="-457200">
              <a:buFont typeface="+mj-lt"/>
              <a:buAutoNum type="alphaLcParenR"/>
            </a:pPr>
            <a:r>
              <a:rPr lang="en-US" dirty="0"/>
              <a:t>RAID 01: Mirror of stripes: same, but we have fewer groups, so RAID 01 is less fault tolerant than RAID 10 because we can have only two groups.</a:t>
            </a:r>
          </a:p>
          <a:p>
            <a:pPr marL="571500" indent="-457200">
              <a:buFont typeface="+mj-lt"/>
              <a:buAutoNum type="alphaLcParenR"/>
            </a:pPr>
            <a:endParaRPr lang="en-US" dirty="0"/>
          </a:p>
        </p:txBody>
      </p:sp>
      <p:pic>
        <p:nvPicPr>
          <p:cNvPr id="4" name="Picture 3" descr="9781284033144_CH07_FIG35.jpg">
            <a:extLst>
              <a:ext uri="{FF2B5EF4-FFF2-40B4-BE49-F238E27FC236}">
                <a16:creationId xmlns:a16="http://schemas.microsoft.com/office/drawing/2014/main" id="{AA89CD02-639C-4001-883E-07CE72E05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303" y="1219200"/>
            <a:ext cx="6344097" cy="4468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2943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RAID Levels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RAID 50: striping and distributed parity. Provides high reliability (the RAID 5 part) and good performance (the RAID 0 part). Can withstand one failure in each RAID 5 array simultaneously.</a:t>
            </a:r>
          </a:p>
          <a:p>
            <a:endParaRPr lang="en-US" dirty="0"/>
          </a:p>
        </p:txBody>
      </p:sp>
      <p:pic>
        <p:nvPicPr>
          <p:cNvPr id="4" name="Picture 2" descr="https://upload.wikimedia.org/wikipedia/commons/9/9d/RAID_50.png">
            <a:extLst>
              <a:ext uri="{FF2B5EF4-FFF2-40B4-BE49-F238E27FC236}">
                <a16:creationId xmlns:a16="http://schemas.microsoft.com/office/drawing/2014/main" id="{0730696B-06A9-45A5-B3A6-DC8393D34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357" y="3631785"/>
            <a:ext cx="8429602" cy="286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266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Future of Data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576"/>
              </a:spcBef>
            </a:pPr>
            <a:r>
              <a:rPr lang="en-US" altLang="en-US" dirty="0"/>
              <a:t>Advances in technology have defied all efforts to define the ultimate upper limit for magnetic disk storage.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In the 1970s, the upper limit was thought to be around 2MB/in</a:t>
            </a:r>
            <a:r>
              <a:rPr lang="en-US" altLang="en-US" baseline="30000" dirty="0"/>
              <a:t>2</a:t>
            </a:r>
            <a:r>
              <a:rPr lang="en-US" altLang="en-US" dirty="0"/>
              <a:t>.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Today’s disks commonly support 20GB/in</a:t>
            </a:r>
            <a:r>
              <a:rPr lang="en-US" altLang="en-US" baseline="30000" dirty="0"/>
              <a:t>2</a:t>
            </a:r>
            <a:r>
              <a:rPr lang="en-US" altLang="en-US" dirty="0"/>
              <a:t>.</a:t>
            </a:r>
          </a:p>
          <a:p>
            <a:pPr>
              <a:spcBef>
                <a:spcPts val="576"/>
              </a:spcBef>
            </a:pPr>
            <a:r>
              <a:rPr lang="en-US" altLang="en-US" dirty="0"/>
              <a:t>Improvements have occurred in several different technologies including:</a:t>
            </a:r>
          </a:p>
          <a:p>
            <a:pPr lvl="1">
              <a:spcBef>
                <a:spcPts val="576"/>
              </a:spcBef>
            </a:pPr>
            <a:r>
              <a:rPr lang="en-US" altLang="en-US" dirty="0"/>
              <a:t>Materials science, magneto-optical recording heads, error-correcting codes.</a:t>
            </a:r>
          </a:p>
          <a:p>
            <a:pPr>
              <a:spcBef>
                <a:spcPts val="576"/>
              </a:spcBef>
            </a:pPr>
            <a:r>
              <a:rPr lang="en-US" dirty="0"/>
              <a:t>As data densities increase, bit cells consist of proportionately fewer magnetic grains.</a:t>
            </a:r>
          </a:p>
          <a:p>
            <a:r>
              <a:rPr lang="en-US" dirty="0"/>
              <a:t>There is a point at which there are too few grains to hold a value, and a 1 might spontaneously change to a 0, or vice versa.</a:t>
            </a:r>
          </a:p>
          <a:p>
            <a:r>
              <a:rPr lang="en-US" dirty="0"/>
              <a:t>This point is called the </a:t>
            </a:r>
            <a:r>
              <a:rPr lang="en-US" b="1" dirty="0"/>
              <a:t>superparamagnetic</a:t>
            </a:r>
            <a:r>
              <a:rPr lang="en-US" dirty="0"/>
              <a:t> limit.</a:t>
            </a:r>
          </a:p>
          <a:p>
            <a:pPr>
              <a:spcBef>
                <a:spcPts val="576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5962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Future of Data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2006, the superparamagnetic limit is thought to lie between 150Gb/in</a:t>
            </a:r>
            <a:r>
              <a:rPr lang="en-US" baseline="30000" dirty="0"/>
              <a:t>2</a:t>
            </a:r>
            <a:r>
              <a:rPr lang="en-US" dirty="0"/>
              <a:t> and 200Gb/in</a:t>
            </a:r>
            <a:r>
              <a:rPr lang="en-US" baseline="30000" dirty="0"/>
              <a:t>2</a:t>
            </a:r>
            <a:r>
              <a:rPr lang="en-US" dirty="0"/>
              <a:t> .</a:t>
            </a:r>
          </a:p>
          <a:p>
            <a:r>
              <a:rPr lang="en-US" dirty="0"/>
              <a:t>Even if this limit is wrong by a few orders of magnitude, the greatest gains in magnetic storage have probably already been realized.</a:t>
            </a:r>
          </a:p>
          <a:p>
            <a:r>
              <a:rPr lang="en-US" dirty="0"/>
              <a:t>Future exponential gains in data storage most likely will occur through the use of totally new technologies.</a:t>
            </a:r>
          </a:p>
          <a:p>
            <a:r>
              <a:rPr lang="en-US" dirty="0"/>
              <a:t>Research into finding suitable replacements for magnetic disks is taking place on several fronts.</a:t>
            </a:r>
          </a:p>
          <a:p>
            <a:pPr>
              <a:spcBef>
                <a:spcPts val="576"/>
              </a:spcBef>
            </a:pPr>
            <a:r>
              <a:rPr lang="en-US" dirty="0"/>
              <a:t>Some of the more interesting technologies include:</a:t>
            </a:r>
          </a:p>
          <a:p>
            <a:pPr lvl="1">
              <a:spcBef>
                <a:spcPts val="576"/>
              </a:spcBef>
            </a:pPr>
            <a:r>
              <a:rPr lang="en-US" dirty="0"/>
              <a:t>Biological materials (DNA)		⦁  Carbon nanotubes</a:t>
            </a:r>
          </a:p>
          <a:p>
            <a:pPr lvl="1">
              <a:spcBef>
                <a:spcPts val="576"/>
              </a:spcBef>
            </a:pPr>
            <a:r>
              <a:rPr lang="en-US" dirty="0"/>
              <a:t>Holographic systems</a:t>
            </a:r>
          </a:p>
          <a:p>
            <a:pPr lvl="1">
              <a:spcBef>
                <a:spcPts val="576"/>
              </a:spcBef>
            </a:pPr>
            <a:r>
              <a:rPr lang="en-US" dirty="0"/>
              <a:t>Micro-electro-mechanical devices (</a:t>
            </a:r>
            <a:r>
              <a:rPr lang="en-US" dirty="0" err="1"/>
              <a:t>nano</a:t>
            </a:r>
            <a:r>
              <a:rPr lang="en-US" dirty="0"/>
              <a:t>-scale manufactured components)</a:t>
            </a:r>
          </a:p>
          <a:p>
            <a:pPr>
              <a:spcBef>
                <a:spcPts val="576"/>
              </a:spcBef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8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396D4F3FBE81459556FDCA3F477A03" ma:contentTypeVersion="4" ma:contentTypeDescription="Create a new document." ma:contentTypeScope="" ma:versionID="b755ac89c73d1625610c43508c66eda4">
  <xsd:schema xmlns:xsd="http://www.w3.org/2001/XMLSchema" xmlns:xs="http://www.w3.org/2001/XMLSchema" xmlns:p="http://schemas.microsoft.com/office/2006/metadata/properties" xmlns:ns2="1a22e323-47b0-4d47-8cfa-1000afc68f2b" targetNamespace="http://schemas.microsoft.com/office/2006/metadata/properties" ma:root="true" ma:fieldsID="58f068782b86ca64c32db991266d7ab4" ns2:_="">
    <xsd:import namespace="1a22e323-47b0-4d47-8cfa-1000afc68f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2e323-47b0-4d47-8cfa-1000afc68f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D536F1-2594-4D3A-A51F-7C9B69AF94A1}"/>
</file>

<file path=customXml/itemProps2.xml><?xml version="1.0" encoding="utf-8"?>
<ds:datastoreItem xmlns:ds="http://schemas.openxmlformats.org/officeDocument/2006/customXml" ds:itemID="{22A89846-8F5A-4916-B7D0-7B594EA8B062}"/>
</file>

<file path=customXml/itemProps3.xml><?xml version="1.0" encoding="utf-8"?>
<ds:datastoreItem xmlns:ds="http://schemas.openxmlformats.org/officeDocument/2006/customXml" ds:itemID="{2517FA3A-3F64-4B35-B07F-41F5594130C8}"/>
</file>

<file path=docProps/app.xml><?xml version="1.0" encoding="utf-8"?>
<Properties xmlns="http://schemas.openxmlformats.org/officeDocument/2006/extended-properties" xmlns:vt="http://schemas.openxmlformats.org/officeDocument/2006/docPropsVTypes">
  <TotalTime>4254</TotalTime>
  <Words>5111</Words>
  <Application>Microsoft Office PowerPoint</Application>
  <PresentationFormat>Widescreen</PresentationFormat>
  <Paragraphs>408</Paragraphs>
  <Slides>66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ISE 218: Fundamentals of Information Technology Unit 6: Input/Output Systems</vt:lpstr>
      <vt:lpstr>Exam 1 Grade Distribution</vt:lpstr>
      <vt:lpstr>Introduction</vt:lpstr>
      <vt:lpstr>I/O and Performance</vt:lpstr>
      <vt:lpstr>Amdahl’s Law</vt:lpstr>
      <vt:lpstr>Amdahl’s Law</vt:lpstr>
      <vt:lpstr>Amdahl’s Law: Example #1</vt:lpstr>
      <vt:lpstr>Amdahl’s Law: Example #1</vt:lpstr>
      <vt:lpstr>Amdahl’s Law: Example #2</vt:lpstr>
      <vt:lpstr>Amdahl’s Law: Example #3</vt:lpstr>
      <vt:lpstr>Amdahl’s Law: Example #4</vt:lpstr>
      <vt:lpstr>Amdahl’s Law: Example #5</vt:lpstr>
      <vt:lpstr>Amdahl’s Law: Example #5</vt:lpstr>
      <vt:lpstr>Amdahl’s Law: Example #5</vt:lpstr>
      <vt:lpstr>I/O Architectures</vt:lpstr>
      <vt:lpstr>I/O Architectures</vt:lpstr>
      <vt:lpstr>I/O Architectures</vt:lpstr>
      <vt:lpstr>I/O Architectures</vt:lpstr>
      <vt:lpstr>Interrupt-driven I/O</vt:lpstr>
      <vt:lpstr>Interrupt-driven I/O</vt:lpstr>
      <vt:lpstr>Interrupt-driven I/O</vt:lpstr>
      <vt:lpstr>Interrupt-driven I/O</vt:lpstr>
      <vt:lpstr>Memory-mapped I/O</vt:lpstr>
      <vt:lpstr>Direct Memory Access</vt:lpstr>
      <vt:lpstr>Direct Memory Access</vt:lpstr>
      <vt:lpstr>Direct Memory Access</vt:lpstr>
      <vt:lpstr>Channel I/O</vt:lpstr>
      <vt:lpstr>Channel I/O</vt:lpstr>
      <vt:lpstr>Character I/O vs. Block I/O</vt:lpstr>
      <vt:lpstr>I/O Architectures</vt:lpstr>
      <vt:lpstr>I/O Architectures</vt:lpstr>
      <vt:lpstr>Data Transmission Modes</vt:lpstr>
      <vt:lpstr>Magnetic Disk Technology</vt:lpstr>
      <vt:lpstr>Magnetic Disk Technology</vt:lpstr>
      <vt:lpstr>PowerPoint Presentation</vt:lpstr>
      <vt:lpstr>Magnetic Disk Technology</vt:lpstr>
      <vt:lpstr>Magnetic Disk Technology</vt:lpstr>
      <vt:lpstr>Magnetic Disks: Example #1</vt:lpstr>
      <vt:lpstr>Magnetic Disks: Example #1 continued</vt:lpstr>
      <vt:lpstr>PowerPoint Presentation</vt:lpstr>
      <vt:lpstr>Magnetic Disks: Example #2</vt:lpstr>
      <vt:lpstr>Magnetic Disks: Example #2</vt:lpstr>
      <vt:lpstr>Solid State Disk Technology</vt:lpstr>
      <vt:lpstr>Solid State Disk Technology</vt:lpstr>
      <vt:lpstr>Solid State Disk Technology</vt:lpstr>
      <vt:lpstr>Optical Disks</vt:lpstr>
      <vt:lpstr>PowerPoint Presentation</vt:lpstr>
      <vt:lpstr>Optical Disks</vt:lpstr>
      <vt:lpstr>Optical Disks</vt:lpstr>
      <vt:lpstr>Optical Disks</vt:lpstr>
      <vt:lpstr>Optical Disks</vt:lpstr>
      <vt:lpstr>CD vs DVD vs HD-DVD vs Blu-ray</vt:lpstr>
      <vt:lpstr>Magnetic Disk vs Optical Drive</vt:lpstr>
      <vt:lpstr>Magnetic Tape</vt:lpstr>
      <vt:lpstr>Magnetic Tape</vt:lpstr>
      <vt:lpstr>Magnetic Tape</vt:lpstr>
      <vt:lpstr>Magnetic Tape: Example</vt:lpstr>
      <vt:lpstr>RAID: Redundant Array of Independent Disks</vt:lpstr>
      <vt:lpstr>RAID Level 0</vt:lpstr>
      <vt:lpstr>RAID Level 1</vt:lpstr>
      <vt:lpstr>RAID Level 5</vt:lpstr>
      <vt:lpstr>Hybrid RAID Levels</vt:lpstr>
      <vt:lpstr>Hybrid RAID Levels</vt:lpstr>
      <vt:lpstr>Hybrid RAID Levels</vt:lpstr>
      <vt:lpstr>The Future of Data Storage</vt:lpstr>
      <vt:lpstr>The Future of Data Storage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Raza, Ali x58396</dc:creator>
  <cp:lastModifiedBy>于 心瑞 Xinrui YU</cp:lastModifiedBy>
  <cp:revision>24</cp:revision>
  <dcterms:created xsi:type="dcterms:W3CDTF">2019-09-24T01:02:15Z</dcterms:created>
  <dcterms:modified xsi:type="dcterms:W3CDTF">2025-05-08T11:14:35Z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0x010100AC396D4F3FBE81459556FDCA3F477A03</vt:lpwstr>
  </property>
</Properties>
</file>