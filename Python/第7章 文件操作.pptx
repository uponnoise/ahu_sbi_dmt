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5" r:id="rId5"/>
    <p:sldMasterId id="2147483697" r:id="rId6"/>
    <p:sldMasterId id="2147483709" r:id="rId7"/>
    <p:sldMasterId id="2147483721" r:id="rId8"/>
    <p:sldMasterId id="2147483733" r:id="rId9"/>
    <p:sldMasterId id="2147483745" r:id="rId10"/>
    <p:sldMasterId id="2147483757" r:id="rId11"/>
    <p:sldMasterId id="2147483769" r:id="rId12"/>
    <p:sldMasterId id="2147483782" r:id="rId13"/>
  </p:sldMasterIdLst>
  <p:notesMasterIdLst>
    <p:notesMasterId r:id="rId25"/>
  </p:notesMasterIdLst>
  <p:handoutMasterIdLst>
    <p:handoutMasterId r:id="rId108"/>
  </p:handoutMasterIdLst>
  <p:sldIdLst>
    <p:sldId id="256" r:id="rId14"/>
    <p:sldId id="257" r:id="rId15"/>
    <p:sldId id="259" r:id="rId16"/>
    <p:sldId id="260" r:id="rId17"/>
    <p:sldId id="459" r:id="rId18"/>
    <p:sldId id="460" r:id="rId19"/>
    <p:sldId id="461" r:id="rId20"/>
    <p:sldId id="261" r:id="rId21"/>
    <p:sldId id="456" r:id="rId22"/>
    <p:sldId id="458" r:id="rId23"/>
    <p:sldId id="263" r:id="rId24"/>
    <p:sldId id="266" r:id="rId26"/>
    <p:sldId id="267" r:id="rId27"/>
    <p:sldId id="304" r:id="rId28"/>
    <p:sldId id="305" r:id="rId29"/>
    <p:sldId id="307" r:id="rId30"/>
    <p:sldId id="308" r:id="rId31"/>
    <p:sldId id="1001" r:id="rId32"/>
    <p:sldId id="1593" r:id="rId33"/>
    <p:sldId id="1594" r:id="rId34"/>
    <p:sldId id="1595" r:id="rId35"/>
    <p:sldId id="309" r:id="rId36"/>
    <p:sldId id="1431" r:id="rId37"/>
    <p:sldId id="1432" r:id="rId38"/>
    <p:sldId id="639" r:id="rId39"/>
    <p:sldId id="640" r:id="rId40"/>
    <p:sldId id="641" r:id="rId41"/>
    <p:sldId id="642" r:id="rId42"/>
    <p:sldId id="643" r:id="rId43"/>
    <p:sldId id="278" r:id="rId44"/>
    <p:sldId id="279" r:id="rId45"/>
    <p:sldId id="276" r:id="rId46"/>
    <p:sldId id="277" r:id="rId47"/>
    <p:sldId id="387" r:id="rId48"/>
    <p:sldId id="388" r:id="rId49"/>
    <p:sldId id="462" r:id="rId50"/>
    <p:sldId id="463" r:id="rId51"/>
    <p:sldId id="464" r:id="rId52"/>
    <p:sldId id="465" r:id="rId53"/>
    <p:sldId id="466" r:id="rId54"/>
    <p:sldId id="467" r:id="rId55"/>
    <p:sldId id="468" r:id="rId56"/>
    <p:sldId id="737" r:id="rId57"/>
    <p:sldId id="286" r:id="rId58"/>
    <p:sldId id="312" r:id="rId59"/>
    <p:sldId id="830" r:id="rId60"/>
    <p:sldId id="285" r:id="rId61"/>
    <p:sldId id="470" r:id="rId62"/>
    <p:sldId id="313" r:id="rId63"/>
    <p:sldId id="290" r:id="rId64"/>
    <p:sldId id="568" r:id="rId65"/>
    <p:sldId id="291" r:id="rId66"/>
    <p:sldId id="362" r:id="rId67"/>
    <p:sldId id="270" r:id="rId68"/>
    <p:sldId id="271" r:id="rId69"/>
    <p:sldId id="315" r:id="rId70"/>
    <p:sldId id="391" r:id="rId71"/>
    <p:sldId id="280" r:id="rId72"/>
    <p:sldId id="288" r:id="rId73"/>
    <p:sldId id="299" r:id="rId74"/>
    <p:sldId id="300" r:id="rId75"/>
    <p:sldId id="302" r:id="rId76"/>
    <p:sldId id="317" r:id="rId77"/>
    <p:sldId id="318" r:id="rId78"/>
    <p:sldId id="1596" r:id="rId79"/>
    <p:sldId id="535" r:id="rId80"/>
    <p:sldId id="927" r:id="rId81"/>
    <p:sldId id="374" r:id="rId82"/>
    <p:sldId id="376" r:id="rId83"/>
    <p:sldId id="375" r:id="rId84"/>
    <p:sldId id="377" r:id="rId85"/>
    <p:sldId id="378" r:id="rId86"/>
    <p:sldId id="439" r:id="rId87"/>
    <p:sldId id="379" r:id="rId88"/>
    <p:sldId id="380" r:id="rId89"/>
    <p:sldId id="440" r:id="rId90"/>
    <p:sldId id="441" r:id="rId91"/>
    <p:sldId id="442" r:id="rId92"/>
    <p:sldId id="443" r:id="rId93"/>
    <p:sldId id="381" r:id="rId94"/>
    <p:sldId id="444" r:id="rId95"/>
    <p:sldId id="382" r:id="rId96"/>
    <p:sldId id="446" r:id="rId97"/>
    <p:sldId id="616" r:id="rId98"/>
    <p:sldId id="383" r:id="rId99"/>
    <p:sldId id="447" r:id="rId100"/>
    <p:sldId id="448" r:id="rId101"/>
    <p:sldId id="384" r:id="rId102"/>
    <p:sldId id="450" r:id="rId103"/>
    <p:sldId id="1597" r:id="rId104"/>
    <p:sldId id="1598" r:id="rId105"/>
    <p:sldId id="1599" r:id="rId106"/>
    <p:sldId id="1600" r:id="rId107"/>
  </p:sldIdLst>
  <p:sldSz cx="9144000" cy="5144135" type="screen16x9"/>
  <p:notesSz cx="6858000" cy="9144000"/>
  <p:custDataLst>
    <p:tags r:id="rId112"/>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kern="120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kern="12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kern="12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kern="12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kern="12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kern="12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kern="12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kern="12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0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showGuides="1">
      <p:cViewPr varScale="1">
        <p:scale>
          <a:sx n="63" d="100"/>
          <a:sy n="63" d="100"/>
        </p:scale>
        <p:origin x="-648" y="-108"/>
      </p:cViewPr>
      <p:guideLst>
        <p:guide orient="horz" pos="1600"/>
        <p:guide pos="2880"/>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99" Type="http://schemas.openxmlformats.org/officeDocument/2006/relationships/slide" Target="slides/slide85.xml"/><Relationship Id="rId98" Type="http://schemas.openxmlformats.org/officeDocument/2006/relationships/slide" Target="slides/slide84.xml"/><Relationship Id="rId97" Type="http://schemas.openxmlformats.org/officeDocument/2006/relationships/slide" Target="slides/slide83.xml"/><Relationship Id="rId96" Type="http://schemas.openxmlformats.org/officeDocument/2006/relationships/slide" Target="slides/slide82.xml"/><Relationship Id="rId95" Type="http://schemas.openxmlformats.org/officeDocument/2006/relationships/slide" Target="slides/slide81.xml"/><Relationship Id="rId94" Type="http://schemas.openxmlformats.org/officeDocument/2006/relationships/slide" Target="slides/slide80.xml"/><Relationship Id="rId93" Type="http://schemas.openxmlformats.org/officeDocument/2006/relationships/slide" Target="slides/slide79.xml"/><Relationship Id="rId92" Type="http://schemas.openxmlformats.org/officeDocument/2006/relationships/slide" Target="slides/slide78.xml"/><Relationship Id="rId91" Type="http://schemas.openxmlformats.org/officeDocument/2006/relationships/slide" Target="slides/slide77.xml"/><Relationship Id="rId90" Type="http://schemas.openxmlformats.org/officeDocument/2006/relationships/slide" Target="slides/slide76.xml"/><Relationship Id="rId9" Type="http://schemas.openxmlformats.org/officeDocument/2006/relationships/slideMaster" Target="slideMasters/slideMaster8.xml"/><Relationship Id="rId89" Type="http://schemas.openxmlformats.org/officeDocument/2006/relationships/slide" Target="slides/slide75.xml"/><Relationship Id="rId88" Type="http://schemas.openxmlformats.org/officeDocument/2006/relationships/slide" Target="slides/slide74.xml"/><Relationship Id="rId87" Type="http://schemas.openxmlformats.org/officeDocument/2006/relationships/slide" Target="slides/slide73.xml"/><Relationship Id="rId86" Type="http://schemas.openxmlformats.org/officeDocument/2006/relationships/slide" Target="slides/slide72.xml"/><Relationship Id="rId85" Type="http://schemas.openxmlformats.org/officeDocument/2006/relationships/slide" Target="slides/slide71.xml"/><Relationship Id="rId84" Type="http://schemas.openxmlformats.org/officeDocument/2006/relationships/slide" Target="slides/slide70.xml"/><Relationship Id="rId83" Type="http://schemas.openxmlformats.org/officeDocument/2006/relationships/slide" Target="slides/slide69.xml"/><Relationship Id="rId82" Type="http://schemas.openxmlformats.org/officeDocument/2006/relationships/slide" Target="slides/slide68.xml"/><Relationship Id="rId81" Type="http://schemas.openxmlformats.org/officeDocument/2006/relationships/slide" Target="slides/slide67.xml"/><Relationship Id="rId80" Type="http://schemas.openxmlformats.org/officeDocument/2006/relationships/slide" Target="slides/slide66.xml"/><Relationship Id="rId8" Type="http://schemas.openxmlformats.org/officeDocument/2006/relationships/slideMaster" Target="slideMasters/slideMaster7.xml"/><Relationship Id="rId79" Type="http://schemas.openxmlformats.org/officeDocument/2006/relationships/slide" Target="slides/slide65.xml"/><Relationship Id="rId78" Type="http://schemas.openxmlformats.org/officeDocument/2006/relationships/slide" Target="slides/slide64.xml"/><Relationship Id="rId77" Type="http://schemas.openxmlformats.org/officeDocument/2006/relationships/slide" Target="slides/slide63.xml"/><Relationship Id="rId76" Type="http://schemas.openxmlformats.org/officeDocument/2006/relationships/slide" Target="slides/slide62.xml"/><Relationship Id="rId75" Type="http://schemas.openxmlformats.org/officeDocument/2006/relationships/slide" Target="slides/slide61.xml"/><Relationship Id="rId74" Type="http://schemas.openxmlformats.org/officeDocument/2006/relationships/slide" Target="slides/slide60.xml"/><Relationship Id="rId73" Type="http://schemas.openxmlformats.org/officeDocument/2006/relationships/slide" Target="slides/slide59.xml"/><Relationship Id="rId72" Type="http://schemas.openxmlformats.org/officeDocument/2006/relationships/slide" Target="slides/slide58.xml"/><Relationship Id="rId71" Type="http://schemas.openxmlformats.org/officeDocument/2006/relationships/slide" Target="slides/slide57.xml"/><Relationship Id="rId70" Type="http://schemas.openxmlformats.org/officeDocument/2006/relationships/slide" Target="slides/slide56.xml"/><Relationship Id="rId7" Type="http://schemas.openxmlformats.org/officeDocument/2006/relationships/slideMaster" Target="slideMasters/slideMaster6.xml"/><Relationship Id="rId69" Type="http://schemas.openxmlformats.org/officeDocument/2006/relationships/slide" Target="slides/slide55.xml"/><Relationship Id="rId68" Type="http://schemas.openxmlformats.org/officeDocument/2006/relationships/slide" Target="slides/slide54.xml"/><Relationship Id="rId67" Type="http://schemas.openxmlformats.org/officeDocument/2006/relationships/slide" Target="slides/slide53.xml"/><Relationship Id="rId66" Type="http://schemas.openxmlformats.org/officeDocument/2006/relationships/slide" Target="slides/slide52.xml"/><Relationship Id="rId65" Type="http://schemas.openxmlformats.org/officeDocument/2006/relationships/slide" Target="slides/slide51.xml"/><Relationship Id="rId64" Type="http://schemas.openxmlformats.org/officeDocument/2006/relationships/slide" Target="slides/slide50.xml"/><Relationship Id="rId63" Type="http://schemas.openxmlformats.org/officeDocument/2006/relationships/slide" Target="slides/slide49.xml"/><Relationship Id="rId62" Type="http://schemas.openxmlformats.org/officeDocument/2006/relationships/slide" Target="slides/slide48.xml"/><Relationship Id="rId61" Type="http://schemas.openxmlformats.org/officeDocument/2006/relationships/slide" Target="slides/slide47.xml"/><Relationship Id="rId60" Type="http://schemas.openxmlformats.org/officeDocument/2006/relationships/slide" Target="slides/slide46.xml"/><Relationship Id="rId6" Type="http://schemas.openxmlformats.org/officeDocument/2006/relationships/slideMaster" Target="slideMasters/slideMaster5.xml"/><Relationship Id="rId59" Type="http://schemas.openxmlformats.org/officeDocument/2006/relationships/slide" Target="slides/slide45.xml"/><Relationship Id="rId58" Type="http://schemas.openxmlformats.org/officeDocument/2006/relationships/slide" Target="slides/slide44.xml"/><Relationship Id="rId57" Type="http://schemas.openxmlformats.org/officeDocument/2006/relationships/slide" Target="slides/slide43.xml"/><Relationship Id="rId56" Type="http://schemas.openxmlformats.org/officeDocument/2006/relationships/slide" Target="slides/slide42.xml"/><Relationship Id="rId55" Type="http://schemas.openxmlformats.org/officeDocument/2006/relationships/slide" Target="slides/slide41.xml"/><Relationship Id="rId54" Type="http://schemas.openxmlformats.org/officeDocument/2006/relationships/slide" Target="slides/slide40.xml"/><Relationship Id="rId53" Type="http://schemas.openxmlformats.org/officeDocument/2006/relationships/slide" Target="slides/slide39.xml"/><Relationship Id="rId52" Type="http://schemas.openxmlformats.org/officeDocument/2006/relationships/slide" Target="slides/slide38.xml"/><Relationship Id="rId51" Type="http://schemas.openxmlformats.org/officeDocument/2006/relationships/slide" Target="slides/slide37.xml"/><Relationship Id="rId50" Type="http://schemas.openxmlformats.org/officeDocument/2006/relationships/slide" Target="slides/slide36.xml"/><Relationship Id="rId5" Type="http://schemas.openxmlformats.org/officeDocument/2006/relationships/slideMaster" Target="slideMasters/slideMaster4.xml"/><Relationship Id="rId49" Type="http://schemas.openxmlformats.org/officeDocument/2006/relationships/slide" Target="slides/slide35.xml"/><Relationship Id="rId48" Type="http://schemas.openxmlformats.org/officeDocument/2006/relationships/slide" Target="slides/slide34.xml"/><Relationship Id="rId47" Type="http://schemas.openxmlformats.org/officeDocument/2006/relationships/slide" Target="slides/slide33.xml"/><Relationship Id="rId46" Type="http://schemas.openxmlformats.org/officeDocument/2006/relationships/slide" Target="slides/slide32.xml"/><Relationship Id="rId45" Type="http://schemas.openxmlformats.org/officeDocument/2006/relationships/slide" Target="slides/slide31.xml"/><Relationship Id="rId44" Type="http://schemas.openxmlformats.org/officeDocument/2006/relationships/slide" Target="slides/slide30.xml"/><Relationship Id="rId43" Type="http://schemas.openxmlformats.org/officeDocument/2006/relationships/slide" Target="slides/slide29.xml"/><Relationship Id="rId42" Type="http://schemas.openxmlformats.org/officeDocument/2006/relationships/slide" Target="slides/slide28.xml"/><Relationship Id="rId41" Type="http://schemas.openxmlformats.org/officeDocument/2006/relationships/slide" Target="slides/slide27.xml"/><Relationship Id="rId40" Type="http://schemas.openxmlformats.org/officeDocument/2006/relationships/slide" Target="slides/slide26.xml"/><Relationship Id="rId4" Type="http://schemas.openxmlformats.org/officeDocument/2006/relationships/slideMaster" Target="slideMasters/slideMaster3.xml"/><Relationship Id="rId39" Type="http://schemas.openxmlformats.org/officeDocument/2006/relationships/slide" Target="slides/slide25.xml"/><Relationship Id="rId38" Type="http://schemas.openxmlformats.org/officeDocument/2006/relationships/slide" Target="slides/slide24.xml"/><Relationship Id="rId37" Type="http://schemas.openxmlformats.org/officeDocument/2006/relationships/slide" Target="slides/slide23.xml"/><Relationship Id="rId36" Type="http://schemas.openxmlformats.org/officeDocument/2006/relationships/slide" Target="slides/slide22.xml"/><Relationship Id="rId35" Type="http://schemas.openxmlformats.org/officeDocument/2006/relationships/slide" Target="slides/slide21.xml"/><Relationship Id="rId34" Type="http://schemas.openxmlformats.org/officeDocument/2006/relationships/slide" Target="slides/slide20.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notesMaster" Target="notesMasters/notesMaster1.xml"/><Relationship Id="rId24" Type="http://schemas.openxmlformats.org/officeDocument/2006/relationships/slide" Target="slides/slide11.xml"/><Relationship Id="rId23" Type="http://schemas.openxmlformats.org/officeDocument/2006/relationships/slide" Target="slides/slide10.xml"/><Relationship Id="rId22" Type="http://schemas.openxmlformats.org/officeDocument/2006/relationships/slide" Target="slides/slide9.xml"/><Relationship Id="rId21" Type="http://schemas.openxmlformats.org/officeDocument/2006/relationships/slide" Target="slides/slide8.xml"/><Relationship Id="rId20" Type="http://schemas.openxmlformats.org/officeDocument/2006/relationships/slide" Target="slides/slide7.xml"/><Relationship Id="rId2" Type="http://schemas.openxmlformats.org/officeDocument/2006/relationships/theme" Target="theme/theme1.xml"/><Relationship Id="rId19" Type="http://schemas.openxmlformats.org/officeDocument/2006/relationships/slide" Target="slides/slide6.xml"/><Relationship Id="rId18" Type="http://schemas.openxmlformats.org/officeDocument/2006/relationships/slide" Target="slides/slide5.xml"/><Relationship Id="rId17" Type="http://schemas.openxmlformats.org/officeDocument/2006/relationships/slide" Target="slides/slide4.xml"/><Relationship Id="rId16" Type="http://schemas.openxmlformats.org/officeDocument/2006/relationships/slide" Target="slides/slide3.xml"/><Relationship Id="rId15" Type="http://schemas.openxmlformats.org/officeDocument/2006/relationships/slide" Target="slides/slide2.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2" Type="http://schemas.openxmlformats.org/officeDocument/2006/relationships/tags" Target="tags/tag1.xml"/><Relationship Id="rId111" Type="http://schemas.openxmlformats.org/officeDocument/2006/relationships/tableStyles" Target="tableStyles.xml"/><Relationship Id="rId110" Type="http://schemas.openxmlformats.org/officeDocument/2006/relationships/viewProps" Target="viewProps.xml"/><Relationship Id="rId11" Type="http://schemas.openxmlformats.org/officeDocument/2006/relationships/slideMaster" Target="slideMasters/slideMaster10.xml"/><Relationship Id="rId109" Type="http://schemas.openxmlformats.org/officeDocument/2006/relationships/presProps" Target="presProps.xml"/><Relationship Id="rId108" Type="http://schemas.openxmlformats.org/officeDocument/2006/relationships/handoutMaster" Target="handoutMasters/handoutMaster1.xml"/><Relationship Id="rId107" Type="http://schemas.openxmlformats.org/officeDocument/2006/relationships/slide" Target="slides/slide93.xml"/><Relationship Id="rId106" Type="http://schemas.openxmlformats.org/officeDocument/2006/relationships/slide" Target="slides/slide92.xml"/><Relationship Id="rId105" Type="http://schemas.openxmlformats.org/officeDocument/2006/relationships/slide" Target="slides/slide91.xml"/><Relationship Id="rId104" Type="http://schemas.openxmlformats.org/officeDocument/2006/relationships/slide" Target="slides/slide90.xml"/><Relationship Id="rId103" Type="http://schemas.openxmlformats.org/officeDocument/2006/relationships/slide" Target="slides/slide89.xml"/><Relationship Id="rId102" Type="http://schemas.openxmlformats.org/officeDocument/2006/relationships/slide" Target="slides/slide88.xml"/><Relationship Id="rId101" Type="http://schemas.openxmlformats.org/officeDocument/2006/relationships/slide" Target="slides/slide87.xml"/><Relationship Id="rId100" Type="http://schemas.openxmlformats.org/officeDocument/2006/relationships/slide" Target="slides/slide86.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smtClean="0"/>
            </a:lvl1pPr>
          </a:lstStyle>
          <a:p>
            <a:pPr fontAlgn="base"/>
            <a:fld id="{0F9B84EA-7D68-4D60-9CB1-D50884785D1C}" type="datetimeFigureOut">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noProof="1"/>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wrap="square" lIns="91440" tIns="45720" rIns="91440" bIns="45720" numCol="1" anchor="b" anchorCtr="0" compatLnSpc="1"/>
          <a:lstStyle>
            <a:lvl1pPr algn="r">
              <a:defRPr sz="1200"/>
            </a:lvl1pPr>
          </a:lstStyle>
          <a:p>
            <a:pPr fontAlgn="base"/>
            <a:fld id="{A6889B9F-1CDC-40AB-9542-B8FD9D273882}"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2"/>
          <p:cNvSpPr>
            <a:spLocks noGrp="1"/>
          </p:cNvSpPr>
          <p:nvPr>
            <p:ph type="hdr" sz="quarter"/>
          </p:nvPr>
        </p:nvSpPr>
        <p:spPr>
          <a:xfrm>
            <a:off x="0" y="0"/>
            <a:ext cx="2971800" cy="457200"/>
          </a:xfrm>
          <a:prstGeom prst="rect">
            <a:avLst/>
          </a:prstGeom>
          <a:noFill/>
          <a:ln w="9525">
            <a:noFill/>
            <a:miter/>
          </a:ln>
        </p:spPr>
        <p:txBody>
          <a:bodyPr/>
          <a:lstStyle>
            <a:lvl1pPr>
              <a:defRPr sz="1200" noProof="1" dirty="0"/>
            </a:lvl1pPr>
          </a:lstStyle>
          <a:p>
            <a:pPr fontAlgn="base"/>
            <a:endParaRPr lang="zh-CN" altLang="en-US" strike="noStrike" noProof="1"/>
          </a:p>
        </p:txBody>
      </p:sp>
      <p:sp>
        <p:nvSpPr>
          <p:cNvPr id="17411" name="Rectangle 3"/>
          <p:cNvSpPr>
            <a:spLocks noGrp="1"/>
          </p:cNvSpPr>
          <p:nvPr>
            <p:ph type="dt" idx="1"/>
          </p:nvPr>
        </p:nvSpPr>
        <p:spPr>
          <a:xfrm>
            <a:off x="3884613" y="0"/>
            <a:ext cx="2971800" cy="457200"/>
          </a:xfrm>
          <a:prstGeom prst="rect">
            <a:avLst/>
          </a:prstGeom>
          <a:noFill/>
          <a:ln w="9525">
            <a:noFill/>
            <a:miter/>
          </a:ln>
        </p:spPr>
        <p:txBody>
          <a:bodyPr/>
          <a:lstStyle>
            <a:lvl1pPr algn="r">
              <a:defRPr sz="1200" noProof="1" dirty="0"/>
            </a:lvl1pPr>
          </a:lstStyle>
          <a:p>
            <a:pPr fontAlgn="base"/>
            <a:endParaRPr lang="zh-CN" altLang="en-US" strike="noStrike" noProof="1"/>
          </a:p>
        </p:txBody>
      </p:sp>
      <p:sp>
        <p:nvSpPr>
          <p:cNvPr id="25604" name="Rectangle 4"/>
          <p:cNvSpPr>
            <a:spLocks noGrp="1"/>
          </p:cNvSpPr>
          <p:nvPr>
            <p:ph type="sldImg"/>
          </p:nvPr>
        </p:nvSpPr>
        <p:spPr>
          <a:xfrm>
            <a:off x="381533" y="685800"/>
            <a:ext cx="6094934" cy="3429000"/>
          </a:xfrm>
          <a:prstGeom prst="rect">
            <a:avLst/>
          </a:prstGeom>
          <a:noFill/>
          <a:ln w="9525">
            <a:noFill/>
          </a:ln>
        </p:spPr>
      </p:sp>
      <p:sp>
        <p:nvSpPr>
          <p:cNvPr id="25605" name="Rectangle 5"/>
          <p:cNvSpPr>
            <a:spLocks noGrp="1"/>
          </p:cNvSpPr>
          <p:nvPr>
            <p:ph type="body" sz="quarter"/>
          </p:nvPr>
        </p:nvSpPr>
        <p:spPr>
          <a:xfrm>
            <a:off x="685800" y="4343400"/>
            <a:ext cx="5486400" cy="4114800"/>
          </a:xfrm>
          <a:prstGeom prst="rect">
            <a:avLst/>
          </a:prstGeom>
          <a:noFill/>
          <a:ln w="9525">
            <a:noFill/>
          </a:ln>
        </p:spPr>
        <p:txBody>
          <a:bodyPr wrap="square" lIns="91440" tIns="45720" rIns="91440" bIns="45720" anchor="ctr"/>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17414" name="Rectangle 6"/>
          <p:cNvSpPr>
            <a:spLocks noGrp="1"/>
          </p:cNvSpPr>
          <p:nvPr>
            <p:ph type="ftr" sz="quarter" idx="4"/>
          </p:nvPr>
        </p:nvSpPr>
        <p:spPr>
          <a:xfrm>
            <a:off x="0" y="8685213"/>
            <a:ext cx="2971800" cy="457200"/>
          </a:xfrm>
          <a:prstGeom prst="rect">
            <a:avLst/>
          </a:prstGeom>
          <a:noFill/>
          <a:ln w="9525">
            <a:noFill/>
            <a:miter/>
          </a:ln>
        </p:spPr>
        <p:txBody>
          <a:bodyPr anchor="b"/>
          <a:lstStyle>
            <a:lvl1pPr>
              <a:defRPr sz="1200" noProof="1" dirty="0"/>
            </a:lvl1pPr>
          </a:lstStyle>
          <a:p>
            <a:pPr fontAlgn="base"/>
            <a:endParaRPr lang="en-US" altLang="x-none" strike="noStrike" noProof="1"/>
          </a:p>
        </p:txBody>
      </p:sp>
      <p:sp>
        <p:nvSpPr>
          <p:cNvPr id="17415" name="Rectangle 7"/>
          <p:cNvSpPr>
            <a:spLocks noGrp="1"/>
          </p:cNvSpPr>
          <p:nvPr>
            <p:ph type="sldNum" sz="quarter" idx="5"/>
          </p:nvPr>
        </p:nvSpPr>
        <p:spPr>
          <a:xfrm>
            <a:off x="3884613" y="8685213"/>
            <a:ext cx="2971800" cy="457200"/>
          </a:xfrm>
          <a:prstGeom prst="rect">
            <a:avLst/>
          </a:prstGeom>
          <a:noFill/>
          <a:ln w="9525">
            <a:noFill/>
            <a:miter/>
          </a:ln>
        </p:spPr>
        <p:txBody>
          <a:bodyPr vert="horz" wrap="square" lIns="91440" tIns="45720" rIns="91440" bIns="45720" numCol="1" anchor="b" anchorCtr="0" compatLnSpc="1"/>
          <a:lstStyle>
            <a:lvl1pPr algn="r">
              <a:defRPr sz="1200"/>
            </a:lvl1pPr>
          </a:lstStyle>
          <a:p>
            <a:pPr fontAlgn="base"/>
            <a:fld id="{B96FC780-38BA-4EA3-87C6-D2F2C57EF75F}" type="slidenum">
              <a:rPr lang="zh-CN" altLang="en-US" strike="noStrike" noProof="1">
                <a:latin typeface="Arial" panose="020B0604020202020204" pitchFamily="34" charset="0"/>
                <a:ea typeface="宋体" panose="02010600030101010101" pitchFamily="2" charset="-122"/>
                <a:cs typeface="+mn-cs"/>
              </a:rPr>
            </a:fld>
            <a:endParaRPr lang="en-US"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lvl="1" algn="l" rtl="0" eaLnBrk="0" fontAlgn="base" hangingPunct="0">
      <a:spcBef>
        <a:spcPct val="30000"/>
      </a:spcBef>
      <a:spcAft>
        <a:spcPct val="0"/>
      </a:spcAft>
      <a:defRPr sz="1200" kern="1200">
        <a:solidFill>
          <a:schemeClr val="tx1"/>
        </a:solidFill>
        <a:latin typeface="+mn-lt"/>
        <a:ea typeface="+mn-ea"/>
        <a:cs typeface="+mn-cs"/>
      </a:defRPr>
    </a:lvl2pPr>
    <a:lvl3pPr marL="914400" lvl="2" algn="l" rtl="0" eaLnBrk="0" fontAlgn="base" hangingPunct="0">
      <a:spcBef>
        <a:spcPct val="30000"/>
      </a:spcBef>
      <a:spcAft>
        <a:spcPct val="0"/>
      </a:spcAft>
      <a:defRPr sz="1200" kern="1200">
        <a:solidFill>
          <a:schemeClr val="tx1"/>
        </a:solidFill>
        <a:latin typeface="+mn-lt"/>
        <a:ea typeface="+mn-ea"/>
        <a:cs typeface="+mn-cs"/>
      </a:defRPr>
    </a:lvl3pPr>
    <a:lvl4pPr marL="1371600" lvl="3" algn="l" rtl="0" eaLnBrk="0" fontAlgn="base" hangingPunct="0">
      <a:spcBef>
        <a:spcPct val="30000"/>
      </a:spcBef>
      <a:spcAft>
        <a:spcPct val="0"/>
      </a:spcAft>
      <a:defRPr sz="1200" kern="1200">
        <a:solidFill>
          <a:schemeClr val="tx1"/>
        </a:solidFill>
        <a:latin typeface="+mn-lt"/>
        <a:ea typeface="+mn-ea"/>
        <a:cs typeface="+mn-cs"/>
      </a:defRPr>
    </a:lvl4pPr>
    <a:lvl5pPr marL="1828800" lvl="4" algn="l" rtl="0" eaLnBrk="0" fontAlgn="base" hangingPunct="0">
      <a:spcBef>
        <a:spcPct val="30000"/>
      </a:spcBef>
      <a:spcAft>
        <a:spcPct val="0"/>
      </a:spcAft>
      <a:defRPr sz="1200" kern="1200">
        <a:solidFill>
          <a:schemeClr val="tx1"/>
        </a:solidFill>
        <a:latin typeface="+mn-lt"/>
        <a:ea typeface="+mn-ea"/>
        <a:cs typeface="+mn-cs"/>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幻灯片图像占位符 1"/>
          <p:cNvSpPr>
            <a:spLocks noGrp="1"/>
          </p:cNvSpPr>
          <p:nvPr>
            <p:ph type="sldImg"/>
          </p:nvPr>
        </p:nvSpPr>
        <p:spPr/>
      </p:sp>
      <p:sp>
        <p:nvSpPr>
          <p:cNvPr id="37890" name="文本占位符 2"/>
          <p:cNvSpPr>
            <a:spLocks noGrp="1"/>
          </p:cNvSpPr>
          <p:nvPr>
            <p:ph type="body"/>
          </p:nvPr>
        </p:nvSpPr>
        <p:spPr/>
        <p:txBody>
          <a:bodyPr wrap="square" lIns="91440" tIns="45720" rIns="91440" bIns="45720" anchor="ctr"/>
          <a:p>
            <a:pPr lvl="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pct5">
          <a:fgClr>
            <a:srgbClr val="92D05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a:xfrm>
            <a:off x="457200" y="4684738"/>
            <a:ext cx="2133600" cy="357250"/>
          </a:xfrm>
          <a:prstGeom prst="rect">
            <a:avLst/>
          </a:prstGeom>
          <a:noFill/>
          <a:ln w="9525">
            <a:noFill/>
            <a:miter/>
          </a:ln>
        </p:spPr>
        <p:txBody>
          <a:bodyPr/>
          <a:lstStyle>
            <a:lvl1pPr>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5" name="Footer Placeholder 4"/>
          <p:cNvSpPr>
            <a:spLocks noGrp="1"/>
          </p:cNvSpPr>
          <p:nvPr>
            <p:ph type="ftr" sz="quarter" idx="11"/>
          </p:nvPr>
        </p:nvSpPr>
        <p:spPr>
          <a:xfrm>
            <a:off x="3124200" y="4684738"/>
            <a:ext cx="2895600" cy="357250"/>
          </a:xfrm>
          <a:prstGeom prst="rect">
            <a:avLst/>
          </a:prstGeom>
          <a:noFill/>
          <a:ln w="9525">
            <a:noFill/>
            <a:miter/>
          </a:ln>
        </p:spPr>
        <p:txBody>
          <a:bodyPr/>
          <a:lstStyle>
            <a:lvl1pPr>
              <a:defRPr/>
            </a:lvl1pPr>
          </a:lstStyle>
          <a:p>
            <a:pPr fontAlgn="base"/>
            <a:endParaRPr lang="zh-CN" altLang="en-US" strike="noStrike" noProof="1"/>
          </a:p>
        </p:txBody>
      </p:sp>
      <p:sp>
        <p:nvSpPr>
          <p:cNvPr id="6" name="Slide Number Placeholder 5"/>
          <p:cNvSpPr>
            <a:spLocks noGrp="1"/>
          </p:cNvSpPr>
          <p:nvPr>
            <p:ph type="sldNum" sz="quarter" idx="12"/>
          </p:nvPr>
        </p:nvSpPr>
        <p:spPr>
          <a:xfrm>
            <a:off x="6553200" y="4684738"/>
            <a:ext cx="2133600" cy="357250"/>
          </a:xfrm>
          <a:prstGeom prst="rect">
            <a:avLst/>
          </a:prstGeom>
          <a:noFill/>
          <a:ln w="9525">
            <a:noFill/>
            <a:miter/>
          </a:ln>
        </p:spPr>
        <p:txBody>
          <a:bodyPr vert="horz" wrap="square" lIns="91440" tIns="45720" rIns="91440" bIns="45720" numCol="1" anchor="t" anchorCtr="0" compatLnSpc="1"/>
          <a:lstStyle>
            <a:lvl1pPr>
              <a:defRPr/>
            </a:lvl1pPr>
          </a:lstStyle>
          <a:p>
            <a:pPr fontAlgn="base"/>
            <a:fld id="{9AEC498E-21F4-42F6-8674-2ED52E8BEF49}"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127000" y="742604"/>
            <a:ext cx="0" cy="3322425"/>
          </a:xfrm>
          <a:prstGeom prst="line">
            <a:avLst/>
          </a:prstGeom>
          <a:ln w="28575" cmpd="sng">
            <a:solidFill>
              <a:srgbClr val="002060"/>
            </a:solidFill>
            <a:prstDash val="solid"/>
          </a:ln>
          <a:effectLst>
            <a:glow>
              <a:schemeClr val="accent1">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 name="直接连接符 6"/>
          <p:cNvCxnSpPr/>
          <p:nvPr userDrawn="1"/>
        </p:nvCxnSpPr>
        <p:spPr>
          <a:xfrm>
            <a:off x="44450" y="1001491"/>
            <a:ext cx="8286750" cy="0"/>
          </a:xfrm>
          <a:prstGeom prst="line">
            <a:avLst/>
          </a:prstGeom>
          <a:ln w="28575" cmpd="sng">
            <a:solidFill>
              <a:schemeClr val="accent6"/>
            </a:solidFill>
            <a:prstDash val="solid"/>
          </a:ln>
        </p:spPr>
        <p:style>
          <a:lnRef idx="3">
            <a:schemeClr val="accent6"/>
          </a:lnRef>
          <a:fillRef idx="0">
            <a:schemeClr val="accent6"/>
          </a:fillRef>
          <a:effectRef idx="2">
            <a:schemeClr val="accent6"/>
          </a:effectRef>
          <a:fontRef idx="minor">
            <a:schemeClr val="tx1"/>
          </a:fontRef>
        </p:style>
      </p:cxnSp>
      <p:sp>
        <p:nvSpPr>
          <p:cNvPr id="2" name="标题 1"/>
          <p:cNvSpPr>
            <a:spLocks noGrp="1"/>
          </p:cNvSpPr>
          <p:nvPr>
            <p:ph type="title"/>
          </p:nvPr>
        </p:nvSpPr>
        <p:spPr>
          <a:xfrm>
            <a:off x="-1270" y="4287"/>
            <a:ext cx="9140825" cy="924563"/>
          </a:xfrm>
          <a:gradFill>
            <a:gsLst>
              <a:gs pos="0">
                <a:srgbClr val="00B0F0"/>
              </a:gs>
              <a:gs pos="30000">
                <a:schemeClr val="accent1">
                  <a:lumMod val="45000"/>
                  <a:lumOff val="55000"/>
                </a:schemeClr>
              </a:gs>
              <a:gs pos="81000">
                <a:schemeClr val="accent1">
                  <a:lumMod val="45000"/>
                  <a:lumOff val="55000"/>
                </a:schemeClr>
              </a:gs>
              <a:gs pos="100000">
                <a:schemeClr val="accent1">
                  <a:lumMod val="30000"/>
                  <a:lumOff val="70000"/>
                </a:schemeClr>
              </a:gs>
            </a:gsLst>
            <a:path path="circle">
              <a:fillToRect t="100000" r="100000"/>
            </a:path>
            <a:tileRect l="-100000" b="-100000"/>
          </a:gradFill>
        </p:spPr>
        <p:txBody>
          <a:bodyPr/>
          <a:lstStyle>
            <a:lvl1pPr algn="l">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3"/>
          <p:cNvSpPr>
            <a:spLocks noGrp="1"/>
          </p:cNvSpPr>
          <p:nvPr>
            <p:ph type="dt" sz="half" idx="10"/>
          </p:nvPr>
        </p:nvSpPr>
        <p:spPr>
          <a:xfrm>
            <a:off x="457200" y="4684738"/>
            <a:ext cx="2133600" cy="357250"/>
          </a:xfrm>
          <a:prstGeom prst="rect">
            <a:avLst/>
          </a:prstGeom>
          <a:noFill/>
          <a:ln w="9525">
            <a:noFill/>
            <a:miter/>
          </a:ln>
        </p:spPr>
        <p:txBody>
          <a:bodyPr/>
          <a:lstStyle>
            <a:lvl1pPr>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8" name="Footer Placeholder 4"/>
          <p:cNvSpPr>
            <a:spLocks noGrp="1"/>
          </p:cNvSpPr>
          <p:nvPr>
            <p:ph type="ftr" sz="quarter" idx="11"/>
          </p:nvPr>
        </p:nvSpPr>
        <p:spPr>
          <a:xfrm>
            <a:off x="3124200" y="4684738"/>
            <a:ext cx="2895600" cy="357250"/>
          </a:xfrm>
          <a:prstGeom prst="rect">
            <a:avLst/>
          </a:prstGeom>
          <a:noFill/>
          <a:ln w="9525">
            <a:noFill/>
            <a:miter/>
          </a:ln>
        </p:spPr>
        <p:txBody>
          <a:bodyPr/>
          <a:lstStyle>
            <a:lvl1pPr>
              <a:defRPr/>
            </a:lvl1pPr>
          </a:lstStyle>
          <a:p>
            <a:pPr fontAlgn="base"/>
            <a:endParaRPr lang="zh-CN" altLang="en-US" strike="noStrike" noProof="1"/>
          </a:p>
        </p:txBody>
      </p:sp>
      <p:sp>
        <p:nvSpPr>
          <p:cNvPr id="9" name="Slide Number Placeholder 5"/>
          <p:cNvSpPr>
            <a:spLocks noGrp="1"/>
          </p:cNvSpPr>
          <p:nvPr>
            <p:ph type="sldNum" sz="quarter" idx="12"/>
          </p:nvPr>
        </p:nvSpPr>
        <p:spPr>
          <a:xfrm>
            <a:off x="6553200" y="4684738"/>
            <a:ext cx="2133600" cy="357250"/>
          </a:xfrm>
          <a:prstGeom prst="rect">
            <a:avLst/>
          </a:prstGeom>
          <a:noFill/>
          <a:ln w="9525">
            <a:noFill/>
            <a:miter/>
          </a:ln>
        </p:spPr>
        <p:txBody>
          <a:bodyPr vert="horz" wrap="square" lIns="91440" tIns="45720" rIns="91440" bIns="45720" numCol="1" anchor="t" anchorCtr="0" compatLnSpc="1"/>
          <a:lstStyle>
            <a:lvl1pPr>
              <a:defRPr/>
            </a:lvl1pPr>
          </a:lstStyle>
          <a:p>
            <a:pPr fontAlgn="base"/>
            <a:fld id="{E53E7B2E-9CD3-47DA-90BA-12A03F4038B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pic>
        <p:nvPicPr>
          <p:cNvPr id="3076" name="图片 3" descr="qrcode_for_gh_6f2df669dea9_1280"/>
          <p:cNvPicPr>
            <a:picLocks noChangeAspect="1"/>
          </p:cNvPicPr>
          <p:nvPr userDrawn="1"/>
        </p:nvPicPr>
        <p:blipFill>
          <a:blip r:embed="rId2"/>
          <a:stretch>
            <a:fillRect/>
          </a:stretch>
        </p:blipFill>
        <p:spPr>
          <a:xfrm>
            <a:off x="7899400" y="4064635"/>
            <a:ext cx="1231900" cy="1033145"/>
          </a:xfrm>
          <a:prstGeom prst="rect">
            <a:avLst/>
          </a:prstGeom>
          <a:noFill/>
          <a:ln w="952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2B117B94-F64A-42A7-8AE2-31489A675AF6}"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2B117B94-F64A-42A7-8AE2-31489A675AF6}"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8" name="Footer Placeholder 7"/>
          <p:cNvSpPr>
            <a:spLocks noGrp="1"/>
          </p:cNvSpPr>
          <p:nvPr>
            <p:ph type="ftr" sz="quarter" idx="11"/>
          </p:nvPr>
        </p:nvSpPr>
        <p:spPr/>
        <p:txBody>
          <a:bodyPr/>
          <a:p>
            <a:pPr fontAlgn="base"/>
            <a:endParaRPr lang="zh-CN" altLang="en-US" strike="noStrike" noProof="1"/>
          </a:p>
        </p:txBody>
      </p:sp>
      <p:sp>
        <p:nvSpPr>
          <p:cNvPr id="9" name="Slide Number Placeholder 8"/>
          <p:cNvSpPr>
            <a:spLocks noGrp="1"/>
          </p:cNvSpPr>
          <p:nvPr>
            <p:ph type="sldNum" sz="quarter" idx="12"/>
          </p:nvPr>
        </p:nvSpPr>
        <p:spPr/>
        <p:txBody>
          <a:bodyPr/>
          <a:p>
            <a:pPr fontAlgn="base"/>
            <a:fld id="{2B117B94-F64A-42A7-8AE2-31489A675AF6}"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4" name="Footer Placeholder 3"/>
          <p:cNvSpPr>
            <a:spLocks noGrp="1"/>
          </p:cNvSpPr>
          <p:nvPr>
            <p:ph type="ftr" sz="quarter" idx="11"/>
          </p:nvPr>
        </p:nvSpPr>
        <p:spPr/>
        <p:txBody>
          <a:bodyPr/>
          <a:p>
            <a:pPr fontAlgn="base"/>
            <a:endParaRPr lang="zh-CN" altLang="en-US" strike="noStrike" noProof="1"/>
          </a:p>
        </p:txBody>
      </p:sp>
      <p:sp>
        <p:nvSpPr>
          <p:cNvPr id="5" name="Slide Number Placeholder 4"/>
          <p:cNvSpPr>
            <a:spLocks noGrp="1"/>
          </p:cNvSpPr>
          <p:nvPr>
            <p:ph type="sldNum" sz="quarter" idx="12"/>
          </p:nvPr>
        </p:nvSpPr>
        <p:spPr/>
        <p:txBody>
          <a:bodyPr/>
          <a:p>
            <a:pPr fontAlgn="base"/>
            <a:fld id="{2B117B94-F64A-42A7-8AE2-31489A675AF6}"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 name="Footer Placeholder 2"/>
          <p:cNvSpPr>
            <a:spLocks noGrp="1"/>
          </p:cNvSpPr>
          <p:nvPr>
            <p:ph type="ftr" sz="quarter" idx="11"/>
          </p:nvPr>
        </p:nvSpPr>
        <p:spPr/>
        <p:txBody>
          <a:bodyPr/>
          <a:p>
            <a:pPr fontAlgn="base"/>
            <a:endParaRPr lang="zh-CN" altLang="en-US" strike="noStrike" noProof="1"/>
          </a:p>
        </p:txBody>
      </p:sp>
      <p:sp>
        <p:nvSpPr>
          <p:cNvPr id="4" name="Slide Number Placeholder 3"/>
          <p:cNvSpPr>
            <a:spLocks noGrp="1"/>
          </p:cNvSpPr>
          <p:nvPr>
            <p:ph type="sldNum" sz="quarter" idx="12"/>
          </p:nvPr>
        </p:nvSpPr>
        <p:spPr/>
        <p:txBody>
          <a:bodyPr/>
          <a:p>
            <a:pPr fontAlgn="base"/>
            <a:fld id="{2B117B94-F64A-42A7-8AE2-31489A675AF6}"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2B117B94-F64A-42A7-8AE2-31489A675AF6}"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2B117B94-F64A-42A7-8AE2-31489A675AF6}"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2B117B94-F64A-42A7-8AE2-31489A675AF6}"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2B117B94-F64A-42A7-8AE2-31489A675AF6}"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369458"/>
            <a:ext cx="3886200" cy="326407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369458"/>
            <a:ext cx="3886200" cy="326407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2B117B94-F64A-42A7-8AE2-31489A675AF6}"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6EC9033B-82D4-4CDE-A095-61CDA0596FF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6EC9033B-82D4-4CDE-A095-61CDA0596FF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6EC9033B-82D4-4CDE-A095-61CDA0596FF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6EC9033B-82D4-4CDE-A095-61CDA0596FF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8" name="Footer Placeholder 7"/>
          <p:cNvSpPr>
            <a:spLocks noGrp="1"/>
          </p:cNvSpPr>
          <p:nvPr>
            <p:ph type="ftr" sz="quarter" idx="11"/>
          </p:nvPr>
        </p:nvSpPr>
        <p:spPr/>
        <p:txBody>
          <a:bodyPr/>
          <a:p>
            <a:pPr fontAlgn="base"/>
            <a:endParaRPr lang="zh-CN" altLang="en-US" strike="noStrike" noProof="1"/>
          </a:p>
        </p:txBody>
      </p:sp>
      <p:sp>
        <p:nvSpPr>
          <p:cNvPr id="9" name="Slide Number Placeholder 8"/>
          <p:cNvSpPr>
            <a:spLocks noGrp="1"/>
          </p:cNvSpPr>
          <p:nvPr>
            <p:ph type="sldNum" sz="quarter" idx="12"/>
          </p:nvPr>
        </p:nvSpPr>
        <p:spPr/>
        <p:txBody>
          <a:bodyPr/>
          <a:p>
            <a:pPr fontAlgn="base"/>
            <a:fld id="{6EC9033B-82D4-4CDE-A095-61CDA0596FF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4" name="Footer Placeholder 3"/>
          <p:cNvSpPr>
            <a:spLocks noGrp="1"/>
          </p:cNvSpPr>
          <p:nvPr>
            <p:ph type="ftr" sz="quarter" idx="11"/>
          </p:nvPr>
        </p:nvSpPr>
        <p:spPr/>
        <p:txBody>
          <a:bodyPr/>
          <a:p>
            <a:pPr fontAlgn="base"/>
            <a:endParaRPr lang="zh-CN" altLang="en-US" strike="noStrike" noProof="1"/>
          </a:p>
        </p:txBody>
      </p:sp>
      <p:sp>
        <p:nvSpPr>
          <p:cNvPr id="5" name="Slide Number Placeholder 4"/>
          <p:cNvSpPr>
            <a:spLocks noGrp="1"/>
          </p:cNvSpPr>
          <p:nvPr>
            <p:ph type="sldNum" sz="quarter" idx="12"/>
          </p:nvPr>
        </p:nvSpPr>
        <p:spPr/>
        <p:txBody>
          <a:bodyPr/>
          <a:p>
            <a:pPr fontAlgn="base"/>
            <a:fld id="{6EC9033B-82D4-4CDE-A095-61CDA0596FF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 name="Footer Placeholder 2"/>
          <p:cNvSpPr>
            <a:spLocks noGrp="1"/>
          </p:cNvSpPr>
          <p:nvPr>
            <p:ph type="ftr" sz="quarter" idx="11"/>
          </p:nvPr>
        </p:nvSpPr>
        <p:spPr/>
        <p:txBody>
          <a:bodyPr/>
          <a:p>
            <a:pPr fontAlgn="base"/>
            <a:endParaRPr lang="zh-CN" altLang="en-US" strike="noStrike" noProof="1"/>
          </a:p>
        </p:txBody>
      </p:sp>
      <p:sp>
        <p:nvSpPr>
          <p:cNvPr id="4" name="Slide Number Placeholder 3"/>
          <p:cNvSpPr>
            <a:spLocks noGrp="1"/>
          </p:cNvSpPr>
          <p:nvPr>
            <p:ph type="sldNum" sz="quarter" idx="12"/>
          </p:nvPr>
        </p:nvSpPr>
        <p:spPr/>
        <p:txBody>
          <a:bodyPr/>
          <a:p>
            <a:pPr fontAlgn="base"/>
            <a:fld id="{6EC9033B-82D4-4CDE-A095-61CDA0596FF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6EC9033B-82D4-4CDE-A095-61CDA0596FF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6EC9033B-82D4-4CDE-A095-61CDA0596FF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6EC9033B-82D4-4CDE-A095-61CDA0596FF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6EC9033B-82D4-4CDE-A095-61CDA0596FF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B98624DF-E61C-449E-A101-D01093784914}"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B98624DF-E61C-449E-A101-D01093784914}"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B98624DF-E61C-449E-A101-D01093784914}"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B98624DF-E61C-449E-A101-D01093784914}"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8" name="Footer Placeholder 7"/>
          <p:cNvSpPr>
            <a:spLocks noGrp="1"/>
          </p:cNvSpPr>
          <p:nvPr>
            <p:ph type="ftr" sz="quarter" idx="11"/>
          </p:nvPr>
        </p:nvSpPr>
        <p:spPr/>
        <p:txBody>
          <a:bodyPr/>
          <a:p>
            <a:pPr fontAlgn="base"/>
            <a:endParaRPr lang="zh-CN" altLang="en-US" strike="noStrike" noProof="1"/>
          </a:p>
        </p:txBody>
      </p:sp>
      <p:sp>
        <p:nvSpPr>
          <p:cNvPr id="9" name="Slide Number Placeholder 8"/>
          <p:cNvSpPr>
            <a:spLocks noGrp="1"/>
          </p:cNvSpPr>
          <p:nvPr>
            <p:ph type="sldNum" sz="quarter" idx="12"/>
          </p:nvPr>
        </p:nvSpPr>
        <p:spPr/>
        <p:txBody>
          <a:bodyPr/>
          <a:p>
            <a:pPr fontAlgn="base"/>
            <a:fld id="{B98624DF-E61C-449E-A101-D01093784914}"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4" name="Footer Placeholder 3"/>
          <p:cNvSpPr>
            <a:spLocks noGrp="1"/>
          </p:cNvSpPr>
          <p:nvPr>
            <p:ph type="ftr" sz="quarter" idx="11"/>
          </p:nvPr>
        </p:nvSpPr>
        <p:spPr/>
        <p:txBody>
          <a:bodyPr/>
          <a:p>
            <a:pPr fontAlgn="base"/>
            <a:endParaRPr lang="zh-CN" altLang="en-US" strike="noStrike" noProof="1"/>
          </a:p>
        </p:txBody>
      </p:sp>
      <p:sp>
        <p:nvSpPr>
          <p:cNvPr id="5" name="Slide Number Placeholder 4"/>
          <p:cNvSpPr>
            <a:spLocks noGrp="1"/>
          </p:cNvSpPr>
          <p:nvPr>
            <p:ph type="sldNum" sz="quarter" idx="12"/>
          </p:nvPr>
        </p:nvSpPr>
        <p:spPr/>
        <p:txBody>
          <a:bodyPr/>
          <a:p>
            <a:pPr fontAlgn="base"/>
            <a:fld id="{B98624DF-E61C-449E-A101-D01093784914}"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 name="Footer Placeholder 2"/>
          <p:cNvSpPr>
            <a:spLocks noGrp="1"/>
          </p:cNvSpPr>
          <p:nvPr>
            <p:ph type="ftr" sz="quarter" idx="11"/>
          </p:nvPr>
        </p:nvSpPr>
        <p:spPr/>
        <p:txBody>
          <a:bodyPr/>
          <a:p>
            <a:pPr fontAlgn="base"/>
            <a:endParaRPr lang="zh-CN" altLang="en-US" strike="noStrike" noProof="1"/>
          </a:p>
        </p:txBody>
      </p:sp>
      <p:sp>
        <p:nvSpPr>
          <p:cNvPr id="4" name="Slide Number Placeholder 3"/>
          <p:cNvSpPr>
            <a:spLocks noGrp="1"/>
          </p:cNvSpPr>
          <p:nvPr>
            <p:ph type="sldNum" sz="quarter" idx="12"/>
          </p:nvPr>
        </p:nvSpPr>
        <p:spPr/>
        <p:txBody>
          <a:bodyPr/>
          <a:p>
            <a:pPr fontAlgn="base"/>
            <a:fld id="{B98624DF-E61C-449E-A101-D01093784914}"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B98624DF-E61C-449E-A101-D01093784914}"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B98624DF-E61C-449E-A101-D01093784914}"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B98624DF-E61C-449E-A101-D01093784914}"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B98624DF-E61C-449E-A101-D01093784914}"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CCE1D706-79DB-4EBF-B934-F469A7F872DA}"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CCE1D706-79DB-4EBF-B934-F469A7F872DA}"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CCE1D706-79DB-4EBF-B934-F469A7F872DA}"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CCE1D706-79DB-4EBF-B934-F469A7F872DA}"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8" name="Footer Placeholder 7"/>
          <p:cNvSpPr>
            <a:spLocks noGrp="1"/>
          </p:cNvSpPr>
          <p:nvPr>
            <p:ph type="ftr" sz="quarter" idx="11"/>
          </p:nvPr>
        </p:nvSpPr>
        <p:spPr/>
        <p:txBody>
          <a:bodyPr/>
          <a:p>
            <a:pPr fontAlgn="base"/>
            <a:endParaRPr lang="zh-CN" altLang="en-US" strike="noStrike" noProof="1"/>
          </a:p>
        </p:txBody>
      </p:sp>
      <p:sp>
        <p:nvSpPr>
          <p:cNvPr id="9" name="Slide Number Placeholder 8"/>
          <p:cNvSpPr>
            <a:spLocks noGrp="1"/>
          </p:cNvSpPr>
          <p:nvPr>
            <p:ph type="sldNum" sz="quarter" idx="12"/>
          </p:nvPr>
        </p:nvSpPr>
        <p:spPr/>
        <p:txBody>
          <a:bodyPr/>
          <a:p>
            <a:pPr fontAlgn="base"/>
            <a:fld id="{CCE1D706-79DB-4EBF-B934-F469A7F872DA}"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4" name="Footer Placeholder 3"/>
          <p:cNvSpPr>
            <a:spLocks noGrp="1"/>
          </p:cNvSpPr>
          <p:nvPr>
            <p:ph type="ftr" sz="quarter" idx="11"/>
          </p:nvPr>
        </p:nvSpPr>
        <p:spPr/>
        <p:txBody>
          <a:bodyPr/>
          <a:p>
            <a:pPr fontAlgn="base"/>
            <a:endParaRPr lang="zh-CN" altLang="en-US" strike="noStrike" noProof="1"/>
          </a:p>
        </p:txBody>
      </p:sp>
      <p:sp>
        <p:nvSpPr>
          <p:cNvPr id="5" name="Slide Number Placeholder 4"/>
          <p:cNvSpPr>
            <a:spLocks noGrp="1"/>
          </p:cNvSpPr>
          <p:nvPr>
            <p:ph type="sldNum" sz="quarter" idx="12"/>
          </p:nvPr>
        </p:nvSpPr>
        <p:spPr/>
        <p:txBody>
          <a:bodyPr/>
          <a:p>
            <a:pPr fontAlgn="base"/>
            <a:fld id="{CCE1D706-79DB-4EBF-B934-F469A7F872DA}"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 name="Footer Placeholder 2"/>
          <p:cNvSpPr>
            <a:spLocks noGrp="1"/>
          </p:cNvSpPr>
          <p:nvPr>
            <p:ph type="ftr" sz="quarter" idx="11"/>
          </p:nvPr>
        </p:nvSpPr>
        <p:spPr/>
        <p:txBody>
          <a:bodyPr/>
          <a:p>
            <a:pPr fontAlgn="base"/>
            <a:endParaRPr lang="zh-CN" altLang="en-US" strike="noStrike" noProof="1"/>
          </a:p>
        </p:txBody>
      </p:sp>
      <p:sp>
        <p:nvSpPr>
          <p:cNvPr id="4" name="Slide Number Placeholder 3"/>
          <p:cNvSpPr>
            <a:spLocks noGrp="1"/>
          </p:cNvSpPr>
          <p:nvPr>
            <p:ph type="sldNum" sz="quarter" idx="12"/>
          </p:nvPr>
        </p:nvSpPr>
        <p:spPr/>
        <p:txBody>
          <a:bodyPr/>
          <a:p>
            <a:pPr fontAlgn="base"/>
            <a:fld id="{CCE1D706-79DB-4EBF-B934-F469A7F872DA}"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CCE1D706-79DB-4EBF-B934-F469A7F872DA}"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CCE1D706-79DB-4EBF-B934-F469A7F872DA}"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CCE1D706-79DB-4EBF-B934-F469A7F872DA}"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CCE1D706-79DB-4EBF-B934-F469A7F872DA}"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A59C3335-D44C-4112-ACB4-421F7D77A517}"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A59C3335-D44C-4112-ACB4-421F7D77A517}"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A59C3335-D44C-4112-ACB4-421F7D77A517}"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A59C3335-D44C-4112-ACB4-421F7D77A517}"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8" name="Footer Placeholder 7"/>
          <p:cNvSpPr>
            <a:spLocks noGrp="1"/>
          </p:cNvSpPr>
          <p:nvPr>
            <p:ph type="ftr" sz="quarter" idx="11"/>
          </p:nvPr>
        </p:nvSpPr>
        <p:spPr/>
        <p:txBody>
          <a:bodyPr/>
          <a:p>
            <a:pPr fontAlgn="base"/>
            <a:endParaRPr lang="zh-CN" altLang="en-US" strike="noStrike" noProof="1"/>
          </a:p>
        </p:txBody>
      </p:sp>
      <p:sp>
        <p:nvSpPr>
          <p:cNvPr id="9" name="Slide Number Placeholder 8"/>
          <p:cNvSpPr>
            <a:spLocks noGrp="1"/>
          </p:cNvSpPr>
          <p:nvPr>
            <p:ph type="sldNum" sz="quarter" idx="12"/>
          </p:nvPr>
        </p:nvSpPr>
        <p:spPr/>
        <p:txBody>
          <a:bodyPr/>
          <a:p>
            <a:pPr fontAlgn="base"/>
            <a:fld id="{A59C3335-D44C-4112-ACB4-421F7D77A517}"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4" name="Footer Placeholder 3"/>
          <p:cNvSpPr>
            <a:spLocks noGrp="1"/>
          </p:cNvSpPr>
          <p:nvPr>
            <p:ph type="ftr" sz="quarter" idx="11"/>
          </p:nvPr>
        </p:nvSpPr>
        <p:spPr/>
        <p:txBody>
          <a:bodyPr/>
          <a:p>
            <a:pPr fontAlgn="base"/>
            <a:endParaRPr lang="zh-CN" altLang="en-US" strike="noStrike" noProof="1"/>
          </a:p>
        </p:txBody>
      </p:sp>
      <p:sp>
        <p:nvSpPr>
          <p:cNvPr id="5" name="Slide Number Placeholder 4"/>
          <p:cNvSpPr>
            <a:spLocks noGrp="1"/>
          </p:cNvSpPr>
          <p:nvPr>
            <p:ph type="sldNum" sz="quarter" idx="12"/>
          </p:nvPr>
        </p:nvSpPr>
        <p:spPr/>
        <p:txBody>
          <a:bodyPr/>
          <a:p>
            <a:pPr fontAlgn="base"/>
            <a:fld id="{A59C3335-D44C-4112-ACB4-421F7D77A517}"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 name="Footer Placeholder 2"/>
          <p:cNvSpPr>
            <a:spLocks noGrp="1"/>
          </p:cNvSpPr>
          <p:nvPr>
            <p:ph type="ftr" sz="quarter" idx="11"/>
          </p:nvPr>
        </p:nvSpPr>
        <p:spPr/>
        <p:txBody>
          <a:bodyPr/>
          <a:p>
            <a:pPr fontAlgn="base"/>
            <a:endParaRPr lang="zh-CN" altLang="en-US" strike="noStrike" noProof="1"/>
          </a:p>
        </p:txBody>
      </p:sp>
      <p:sp>
        <p:nvSpPr>
          <p:cNvPr id="4" name="Slide Number Placeholder 3"/>
          <p:cNvSpPr>
            <a:spLocks noGrp="1"/>
          </p:cNvSpPr>
          <p:nvPr>
            <p:ph type="sldNum" sz="quarter" idx="12"/>
          </p:nvPr>
        </p:nvSpPr>
        <p:spPr/>
        <p:txBody>
          <a:bodyPr/>
          <a:p>
            <a:pPr fontAlgn="base"/>
            <a:fld id="{A59C3335-D44C-4112-ACB4-421F7D77A517}"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A59C3335-D44C-4112-ACB4-421F7D77A517}"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A59C3335-D44C-4112-ACB4-421F7D77A517}"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A59C3335-D44C-4112-ACB4-421F7D77A517}"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A59C3335-D44C-4112-ACB4-421F7D77A517}"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15362" name="组合 7169"/>
          <p:cNvGrpSpPr/>
          <p:nvPr/>
        </p:nvGrpSpPr>
        <p:grpSpPr>
          <a:xfrm>
            <a:off x="0" y="0"/>
            <a:ext cx="9144000" cy="5143209"/>
            <a:chOff x="0" y="0"/>
            <a:chExt cx="5760" cy="4319"/>
          </a:xfrm>
        </p:grpSpPr>
        <p:sp>
          <p:nvSpPr>
            <p:cNvPr id="15363" name="任意多边形 7170"/>
            <p:cNvSpPr/>
            <p:nvPr/>
          </p:nvSpPr>
          <p:spPr>
            <a:xfrm>
              <a:off x="0" y="12"/>
              <a:ext cx="5758" cy="3273"/>
            </a:xfrm>
            <a:custGeom>
              <a:avLst/>
              <a:gdLst/>
              <a:ahLst/>
              <a:cxnLst>
                <a:cxn ang="0">
                  <a:pos x="3203" y="1816"/>
                </a:cxn>
                <a:cxn ang="0">
                  <a:pos x="0" y="0"/>
                </a:cxn>
                <a:cxn ang="0">
                  <a:pos x="0" y="522"/>
                </a:cxn>
                <a:cxn ang="0">
                  <a:pos x="3046" y="1978"/>
                </a:cxn>
                <a:cxn ang="0">
                  <a:pos x="5758" y="3273"/>
                </a:cxn>
                <a:cxn ang="0">
                  <a:pos x="5758" y="3267"/>
                </a:cxn>
                <a:cxn ang="0">
                  <a:pos x="3203" y="1816"/>
                </a:cxn>
                <a:cxn ang="0">
                  <a:pos x="3203" y="1816"/>
                </a:cxn>
              </a:cxnLst>
              <a:pathLst>
                <a:path w="5740" h="3273">
                  <a:moveTo>
                    <a:pt x="3193" y="1816"/>
                  </a:moveTo>
                  <a:lnTo>
                    <a:pt x="0" y="0"/>
                  </a:lnTo>
                  <a:lnTo>
                    <a:pt x="0" y="522"/>
                  </a:lnTo>
                  <a:lnTo>
                    <a:pt x="3037" y="1978"/>
                  </a:lnTo>
                  <a:lnTo>
                    <a:pt x="5740" y="3273"/>
                  </a:lnTo>
                  <a:lnTo>
                    <a:pt x="5740" y="3267"/>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15364" name="任意多边形 7171"/>
            <p:cNvSpPr/>
            <p:nvPr/>
          </p:nvSpPr>
          <p:spPr>
            <a:xfrm>
              <a:off x="149" y="0"/>
              <a:ext cx="5609" cy="3243"/>
            </a:xfrm>
            <a:custGeom>
              <a:avLst/>
              <a:gdLst/>
              <a:ahLst/>
              <a:cxnLst>
                <a:cxn ang="0">
                  <a:pos x="3173" y="1714"/>
                </a:cxn>
                <a:cxn ang="0">
                  <a:pos x="432" y="0"/>
                </a:cxn>
                <a:cxn ang="0">
                  <a:pos x="0" y="0"/>
                </a:cxn>
                <a:cxn ang="0">
                  <a:pos x="3095" y="1786"/>
                </a:cxn>
                <a:cxn ang="0">
                  <a:pos x="5609" y="3243"/>
                </a:cxn>
                <a:cxn ang="0">
                  <a:pos x="5609" y="3237"/>
                </a:cxn>
                <a:cxn ang="0">
                  <a:pos x="3173" y="1714"/>
                </a:cxn>
                <a:cxn ang="0">
                  <a:pos x="3173" y="1714"/>
                </a:cxn>
              </a:cxnLst>
              <a:pathLst>
                <a:path w="5591" h="3243">
                  <a:moveTo>
                    <a:pt x="3163" y="1714"/>
                  </a:moveTo>
                  <a:lnTo>
                    <a:pt x="431" y="0"/>
                  </a:lnTo>
                  <a:lnTo>
                    <a:pt x="0" y="0"/>
                  </a:lnTo>
                  <a:lnTo>
                    <a:pt x="3086" y="1786"/>
                  </a:lnTo>
                  <a:lnTo>
                    <a:pt x="5591" y="3243"/>
                  </a:lnTo>
                  <a:lnTo>
                    <a:pt x="5591" y="3237"/>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5365" name="任意多边形 7172"/>
            <p:cNvSpPr/>
            <p:nvPr/>
          </p:nvSpPr>
          <p:spPr>
            <a:xfrm>
              <a:off x="0" y="3433"/>
              <a:ext cx="4038" cy="191"/>
            </a:xfrm>
            <a:custGeom>
              <a:avLst/>
              <a:gdLst/>
              <a:ahLst/>
              <a:cxnLst>
                <a:cxn ang="0">
                  <a:pos x="0" y="155"/>
                </a:cxn>
                <a:cxn ang="0">
                  <a:pos x="4038" y="191"/>
                </a:cxn>
                <a:cxn ang="0">
                  <a:pos x="4038" y="143"/>
                </a:cxn>
                <a:cxn ang="0">
                  <a:pos x="0" y="0"/>
                </a:cxn>
                <a:cxn ang="0">
                  <a:pos x="0" y="155"/>
                </a:cxn>
                <a:cxn ang="0">
                  <a:pos x="0" y="155"/>
                </a:cxn>
              </a:cxnLst>
              <a:pathLst>
                <a:path w="4042" h="192">
                  <a:moveTo>
                    <a:pt x="0" y="156"/>
                  </a:moveTo>
                  <a:lnTo>
                    <a:pt x="4042" y="192"/>
                  </a:lnTo>
                  <a:lnTo>
                    <a:pt x="4042" y="144"/>
                  </a:lnTo>
                  <a:lnTo>
                    <a:pt x="0" y="0"/>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15366" name="任意多边形 7173"/>
            <p:cNvSpPr/>
            <p:nvPr/>
          </p:nvSpPr>
          <p:spPr>
            <a:xfrm>
              <a:off x="4038" y="3577"/>
              <a:ext cx="1720" cy="65"/>
            </a:xfrm>
            <a:custGeom>
              <a:avLst/>
              <a:gdLst/>
              <a:ahLst/>
              <a:cxnLst>
                <a:cxn ang="0">
                  <a:pos x="1720" y="65"/>
                </a:cxn>
                <a:cxn ang="0">
                  <a:pos x="1720" y="59"/>
                </a:cxn>
                <a:cxn ang="0">
                  <a:pos x="0" y="0"/>
                </a:cxn>
                <a:cxn ang="0">
                  <a:pos x="0" y="47"/>
                </a:cxn>
                <a:cxn ang="0">
                  <a:pos x="1720" y="65"/>
                </a:cxn>
                <a:cxn ang="0">
                  <a:pos x="1720" y="65"/>
                </a:cxn>
              </a:cxnLst>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5367" name="任意多边形 7174"/>
            <p:cNvSpPr/>
            <p:nvPr/>
          </p:nvSpPr>
          <p:spPr>
            <a:xfrm>
              <a:off x="0" y="3726"/>
              <a:ext cx="4784" cy="329"/>
            </a:xfrm>
            <a:custGeom>
              <a:avLst/>
              <a:gdLst/>
              <a:ahLst/>
              <a:cxnLst>
                <a:cxn ang="0">
                  <a:pos x="0" y="329"/>
                </a:cxn>
                <a:cxn ang="0">
                  <a:pos x="4784" y="77"/>
                </a:cxn>
                <a:cxn ang="0">
                  <a:pos x="4784" y="0"/>
                </a:cxn>
                <a:cxn ang="0">
                  <a:pos x="0" y="107"/>
                </a:cxn>
                <a:cxn ang="0">
                  <a:pos x="0" y="329"/>
                </a:cxn>
                <a:cxn ang="0">
                  <a:pos x="0" y="329"/>
                </a:cxn>
              </a:cxnLst>
              <a:pathLst>
                <a:path w="4789" h="329">
                  <a:moveTo>
                    <a:pt x="0" y="329"/>
                  </a:moveTo>
                  <a:lnTo>
                    <a:pt x="4789" y="77"/>
                  </a:lnTo>
                  <a:lnTo>
                    <a:pt x="4789" y="0"/>
                  </a:lnTo>
                  <a:lnTo>
                    <a:pt x="0" y="107"/>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15368" name="任意多边形 7175"/>
            <p:cNvSpPr/>
            <p:nvPr/>
          </p:nvSpPr>
          <p:spPr>
            <a:xfrm>
              <a:off x="4784" y="3702"/>
              <a:ext cx="974" cy="101"/>
            </a:xfrm>
            <a:custGeom>
              <a:avLst/>
              <a:gdLst/>
              <a:ahLst/>
              <a:cxnLst>
                <a:cxn ang="0">
                  <a:pos x="974" y="48"/>
                </a:cxn>
                <a:cxn ang="0">
                  <a:pos x="974" y="0"/>
                </a:cxn>
                <a:cxn ang="0">
                  <a:pos x="0" y="24"/>
                </a:cxn>
                <a:cxn ang="0">
                  <a:pos x="0" y="101"/>
                </a:cxn>
                <a:cxn ang="0">
                  <a:pos x="974" y="48"/>
                </a:cxn>
                <a:cxn ang="0">
                  <a:pos x="974" y="48"/>
                </a:cxn>
              </a:cxnLst>
              <a:pathLst>
                <a:path w="975" h="101">
                  <a:moveTo>
                    <a:pt x="975" y="48"/>
                  </a:moveTo>
                  <a:lnTo>
                    <a:pt x="975" y="0"/>
                  </a:lnTo>
                  <a:lnTo>
                    <a:pt x="0" y="24"/>
                  </a:lnTo>
                  <a:lnTo>
                    <a:pt x="0" y="101"/>
                  </a:lnTo>
                  <a:lnTo>
                    <a:pt x="975" y="48"/>
                  </a:lnTo>
                  <a:close/>
                </a:path>
              </a:pathLst>
            </a:custGeom>
            <a:solidFill>
              <a:schemeClr val="bg1"/>
            </a:solidFill>
            <a:ln w="9525">
              <a:noFill/>
            </a:ln>
          </p:spPr>
          <p:txBody>
            <a:bodyPr/>
            <a:p>
              <a:endParaRPr lang="en-US" sz="100"/>
            </a:p>
          </p:txBody>
        </p:sp>
        <p:sp>
          <p:nvSpPr>
            <p:cNvPr id="15369" name="任意多边形 7176"/>
            <p:cNvSpPr/>
            <p:nvPr/>
          </p:nvSpPr>
          <p:spPr>
            <a:xfrm>
              <a:off x="3619" y="3815"/>
              <a:ext cx="2139" cy="198"/>
            </a:xfrm>
            <a:custGeom>
              <a:avLst/>
              <a:gdLst/>
              <a:ahLst/>
              <a:cxnLst>
                <a:cxn ang="0">
                  <a:pos x="2139" y="0"/>
                </a:cxn>
                <a:cxn ang="0">
                  <a:pos x="0" y="156"/>
                </a:cxn>
                <a:cxn ang="0">
                  <a:pos x="0" y="198"/>
                </a:cxn>
                <a:cxn ang="0">
                  <a:pos x="2139" y="0"/>
                </a:cxn>
                <a:cxn ang="0">
                  <a:pos x="2139" y="0"/>
                </a:cxn>
              </a:cxnLst>
              <a:pathLst>
                <a:path w="2141" h="198">
                  <a:moveTo>
                    <a:pt x="2141" y="0"/>
                  </a:moveTo>
                  <a:lnTo>
                    <a:pt x="0" y="156"/>
                  </a:lnTo>
                  <a:lnTo>
                    <a:pt x="0" y="198"/>
                  </a:lnTo>
                  <a:lnTo>
                    <a:pt x="2141" y="0"/>
                  </a:lnTo>
                  <a:close/>
                </a:path>
              </a:pathLst>
            </a:custGeom>
            <a:solidFill>
              <a:schemeClr val="bg1"/>
            </a:solidFill>
            <a:ln w="9525">
              <a:noFill/>
            </a:ln>
          </p:spPr>
          <p:txBody>
            <a:bodyPr/>
            <a:p>
              <a:endParaRPr lang="en-US" sz="100"/>
            </a:p>
          </p:txBody>
        </p:sp>
        <p:sp>
          <p:nvSpPr>
            <p:cNvPr id="15370" name="任意多边形 7177"/>
            <p:cNvSpPr/>
            <p:nvPr/>
          </p:nvSpPr>
          <p:spPr>
            <a:xfrm>
              <a:off x="0" y="3971"/>
              <a:ext cx="3619" cy="348"/>
            </a:xfrm>
            <a:custGeom>
              <a:avLst/>
              <a:gdLst/>
              <a:ahLst/>
              <a:cxnLst>
                <a:cxn ang="0">
                  <a:pos x="0" y="348"/>
                </a:cxn>
                <a:cxn ang="0">
                  <a:pos x="310" y="348"/>
                </a:cxn>
                <a:cxn ang="0">
                  <a:pos x="3619" y="42"/>
                </a:cxn>
                <a:cxn ang="0">
                  <a:pos x="3619" y="0"/>
                </a:cxn>
                <a:cxn ang="0">
                  <a:pos x="0" y="264"/>
                </a:cxn>
                <a:cxn ang="0">
                  <a:pos x="0" y="348"/>
                </a:cxn>
                <a:cxn ang="0">
                  <a:pos x="0" y="348"/>
                </a:cxn>
              </a:cxnLst>
              <a:pathLst>
                <a:path w="3623" h="348">
                  <a:moveTo>
                    <a:pt x="0" y="348"/>
                  </a:moveTo>
                  <a:lnTo>
                    <a:pt x="311" y="348"/>
                  </a:lnTo>
                  <a:lnTo>
                    <a:pt x="3623" y="42"/>
                  </a:lnTo>
                  <a:lnTo>
                    <a:pt x="3623" y="0"/>
                  </a:lnTo>
                  <a:lnTo>
                    <a:pt x="0" y="264"/>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5371" name="任意多边形 7178"/>
            <p:cNvSpPr/>
            <p:nvPr/>
          </p:nvSpPr>
          <p:spPr>
            <a:xfrm>
              <a:off x="2097" y="4043"/>
              <a:ext cx="2514" cy="276"/>
            </a:xfrm>
            <a:custGeom>
              <a:avLst/>
              <a:gdLst/>
              <a:ahLst/>
              <a:cxnLst>
                <a:cxn ang="0">
                  <a:pos x="2179" y="276"/>
                </a:cxn>
                <a:cxn ang="0">
                  <a:pos x="2514" y="204"/>
                </a:cxn>
                <a:cxn ang="0">
                  <a:pos x="2257" y="0"/>
                </a:cxn>
                <a:cxn ang="0">
                  <a:pos x="0" y="276"/>
                </a:cxn>
                <a:cxn ang="0">
                  <a:pos x="2179" y="276"/>
                </a:cxn>
                <a:cxn ang="0">
                  <a:pos x="2179" y="276"/>
                </a:cxn>
              </a:cxnLst>
              <a:pathLst>
                <a:path w="2517" h="276">
                  <a:moveTo>
                    <a:pt x="2182" y="276"/>
                  </a:moveTo>
                  <a:lnTo>
                    <a:pt x="2517" y="204"/>
                  </a:lnTo>
                  <a:lnTo>
                    <a:pt x="2260" y="0"/>
                  </a:lnTo>
                  <a:lnTo>
                    <a:pt x="0" y="276"/>
                  </a:lnTo>
                  <a:lnTo>
                    <a:pt x="2182" y="276"/>
                  </a:lnTo>
                  <a:close/>
                </a:path>
              </a:pathLst>
            </a:custGeom>
            <a:solidFill>
              <a:schemeClr val="bg1"/>
            </a:solidFill>
            <a:ln w="9525">
              <a:noFill/>
            </a:ln>
          </p:spPr>
          <p:txBody>
            <a:bodyPr/>
            <a:p>
              <a:endParaRPr lang="en-US" sz="100"/>
            </a:p>
          </p:txBody>
        </p:sp>
        <p:sp>
          <p:nvSpPr>
            <p:cNvPr id="15372" name="任意多边形 7179"/>
            <p:cNvSpPr/>
            <p:nvPr/>
          </p:nvSpPr>
          <p:spPr>
            <a:xfrm>
              <a:off x="4354" y="3869"/>
              <a:ext cx="1404" cy="378"/>
            </a:xfrm>
            <a:custGeom>
              <a:avLst/>
              <a:gdLst/>
              <a:ahLst/>
              <a:cxnLst>
                <a:cxn ang="0">
                  <a:pos x="1404" y="126"/>
                </a:cxn>
                <a:cxn ang="0">
                  <a:pos x="1404" y="0"/>
                </a:cxn>
                <a:cxn ang="0">
                  <a:pos x="0" y="174"/>
                </a:cxn>
                <a:cxn ang="0">
                  <a:pos x="256" y="378"/>
                </a:cxn>
                <a:cxn ang="0">
                  <a:pos x="1404" y="126"/>
                </a:cxn>
                <a:cxn ang="0">
                  <a:pos x="1404" y="126"/>
                </a:cxn>
              </a:cxnLst>
              <a:pathLst>
                <a:path w="1405" h="378">
                  <a:moveTo>
                    <a:pt x="1405" y="126"/>
                  </a:moveTo>
                  <a:lnTo>
                    <a:pt x="1405" y="0"/>
                  </a:lnTo>
                  <a:lnTo>
                    <a:pt x="0" y="174"/>
                  </a:lnTo>
                  <a:lnTo>
                    <a:pt x="257" y="378"/>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15373" name="任意多边形 7180"/>
            <p:cNvSpPr/>
            <p:nvPr/>
          </p:nvSpPr>
          <p:spPr>
            <a:xfrm>
              <a:off x="5030" y="3151"/>
              <a:ext cx="728" cy="240"/>
            </a:xfrm>
            <a:custGeom>
              <a:avLst/>
              <a:gdLst/>
              <a:ahLst/>
              <a:cxnLst>
                <a:cxn ang="0">
                  <a:pos x="728" y="240"/>
                </a:cxn>
                <a:cxn ang="0">
                  <a:pos x="0" y="0"/>
                </a:cxn>
                <a:cxn ang="0">
                  <a:pos x="0" y="6"/>
                </a:cxn>
                <a:cxn ang="0">
                  <a:pos x="728" y="240"/>
                </a:cxn>
                <a:cxn ang="0">
                  <a:pos x="728" y="240"/>
                </a:cxn>
              </a:cxnLst>
              <a:pathLst>
                <a:path w="729" h="240">
                  <a:moveTo>
                    <a:pt x="729" y="240"/>
                  </a:moveTo>
                  <a:lnTo>
                    <a:pt x="0" y="0"/>
                  </a:lnTo>
                  <a:lnTo>
                    <a:pt x="0" y="6"/>
                  </a:lnTo>
                  <a:lnTo>
                    <a:pt x="729" y="240"/>
                  </a:lnTo>
                  <a:close/>
                </a:path>
              </a:pathLst>
            </a:custGeom>
            <a:solidFill>
              <a:schemeClr val="bg1"/>
            </a:solidFill>
            <a:ln w="9525">
              <a:noFill/>
            </a:ln>
          </p:spPr>
          <p:txBody>
            <a:bodyPr/>
            <a:p>
              <a:endParaRPr lang="en-US" sz="100"/>
            </a:p>
          </p:txBody>
        </p:sp>
        <p:sp>
          <p:nvSpPr>
            <p:cNvPr id="15374" name="任意多边形 7181"/>
            <p:cNvSpPr/>
            <p:nvPr/>
          </p:nvSpPr>
          <p:spPr>
            <a:xfrm>
              <a:off x="0" y="1486"/>
              <a:ext cx="5030" cy="1671"/>
            </a:xfrm>
            <a:custGeom>
              <a:avLst/>
              <a:gdLst/>
              <a:ahLst/>
              <a:cxnLst>
                <a:cxn ang="0">
                  <a:pos x="0" y="71"/>
                </a:cxn>
                <a:cxn ang="0">
                  <a:pos x="5030" y="1671"/>
                </a:cxn>
                <a:cxn ang="0">
                  <a:pos x="5030" y="1665"/>
                </a:cxn>
                <a:cxn ang="0">
                  <a:pos x="0" y="0"/>
                </a:cxn>
                <a:cxn ang="0">
                  <a:pos x="0" y="71"/>
                </a:cxn>
                <a:cxn ang="0">
                  <a:pos x="0" y="71"/>
                </a:cxn>
              </a:cxnLst>
              <a:pathLst>
                <a:path w="5035" h="1672">
                  <a:moveTo>
                    <a:pt x="0" y="72"/>
                  </a:moveTo>
                  <a:lnTo>
                    <a:pt x="5035" y="1672"/>
                  </a:lnTo>
                  <a:lnTo>
                    <a:pt x="5035" y="1666"/>
                  </a:lnTo>
                  <a:lnTo>
                    <a:pt x="0" y="0"/>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15375" name="任意多边形 7182"/>
            <p:cNvSpPr/>
            <p:nvPr/>
          </p:nvSpPr>
          <p:spPr>
            <a:xfrm>
              <a:off x="5030" y="3049"/>
              <a:ext cx="728" cy="318"/>
            </a:xfrm>
            <a:custGeom>
              <a:avLst/>
              <a:gdLst/>
              <a:ahLst/>
              <a:cxnLst>
                <a:cxn ang="0">
                  <a:pos x="728" y="318"/>
                </a:cxn>
                <a:cxn ang="0">
                  <a:pos x="728" y="312"/>
                </a:cxn>
                <a:cxn ang="0">
                  <a:pos x="0" y="0"/>
                </a:cxn>
                <a:cxn ang="0">
                  <a:pos x="0" y="54"/>
                </a:cxn>
                <a:cxn ang="0">
                  <a:pos x="728" y="318"/>
                </a:cxn>
                <a:cxn ang="0">
                  <a:pos x="728" y="318"/>
                </a:cxn>
              </a:cxnLst>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5376" name="任意多边形 7183"/>
            <p:cNvSpPr/>
            <p:nvPr/>
          </p:nvSpPr>
          <p:spPr>
            <a:xfrm>
              <a:off x="0" y="916"/>
              <a:ext cx="5030" cy="2187"/>
            </a:xfrm>
            <a:custGeom>
              <a:avLst/>
              <a:gdLst/>
              <a:ahLst/>
              <a:cxnLst>
                <a:cxn ang="0">
                  <a:pos x="0" y="395"/>
                </a:cxn>
                <a:cxn ang="0">
                  <a:pos x="5030" y="2187"/>
                </a:cxn>
                <a:cxn ang="0">
                  <a:pos x="5030" y="2133"/>
                </a:cxn>
                <a:cxn ang="0">
                  <a:pos x="0" y="0"/>
                </a:cxn>
                <a:cxn ang="0">
                  <a:pos x="0" y="395"/>
                </a:cxn>
                <a:cxn ang="0">
                  <a:pos x="0" y="395"/>
                </a:cxn>
              </a:cxnLst>
              <a:pathLst>
                <a:path w="5035" h="2188">
                  <a:moveTo>
                    <a:pt x="0" y="396"/>
                  </a:moveTo>
                  <a:lnTo>
                    <a:pt x="5035" y="2188"/>
                  </a:lnTo>
                  <a:lnTo>
                    <a:pt x="5035" y="2134"/>
                  </a:lnTo>
                  <a:lnTo>
                    <a:pt x="0" y="0"/>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15377" name="任意多边形 7184"/>
            <p:cNvSpPr/>
            <p:nvPr/>
          </p:nvSpPr>
          <p:spPr>
            <a:xfrm>
              <a:off x="2294" y="0"/>
              <a:ext cx="3159" cy="2725"/>
            </a:xfrm>
            <a:custGeom>
              <a:avLst/>
              <a:gdLst/>
              <a:ahLst/>
              <a:cxnLst>
                <a:cxn ang="0">
                  <a:pos x="0" y="0"/>
                </a:cxn>
                <a:cxn ang="0">
                  <a:pos x="3141" y="2725"/>
                </a:cxn>
                <a:cxn ang="0">
                  <a:pos x="3159" y="2702"/>
                </a:cxn>
                <a:cxn ang="0">
                  <a:pos x="101" y="0"/>
                </a:cxn>
                <a:cxn ang="0">
                  <a:pos x="0" y="0"/>
                </a:cxn>
                <a:cxn ang="0">
                  <a:pos x="0" y="0"/>
                </a:cxn>
              </a:cxnLst>
              <a:pathLst>
                <a:path w="3163" h="2727">
                  <a:moveTo>
                    <a:pt x="0" y="0"/>
                  </a:moveTo>
                  <a:lnTo>
                    <a:pt x="3145" y="2727"/>
                  </a:lnTo>
                  <a:lnTo>
                    <a:pt x="3163" y="2704"/>
                  </a:lnTo>
                  <a:lnTo>
                    <a:pt x="102"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15378" name="任意多边形 7185"/>
            <p:cNvSpPr/>
            <p:nvPr/>
          </p:nvSpPr>
          <p:spPr>
            <a:xfrm>
              <a:off x="5435" y="2702"/>
              <a:ext cx="323" cy="299"/>
            </a:xfrm>
            <a:custGeom>
              <a:avLst/>
              <a:gdLst/>
              <a:ahLst/>
              <a:cxnLst>
                <a:cxn ang="0">
                  <a:pos x="323" y="299"/>
                </a:cxn>
                <a:cxn ang="0">
                  <a:pos x="323" y="263"/>
                </a:cxn>
                <a:cxn ang="0">
                  <a:pos x="18" y="0"/>
                </a:cxn>
                <a:cxn ang="0">
                  <a:pos x="0" y="23"/>
                </a:cxn>
                <a:cxn ang="0">
                  <a:pos x="323" y="299"/>
                </a:cxn>
                <a:cxn ang="0">
                  <a:pos x="323" y="299"/>
                </a:cxn>
              </a:cxnLst>
              <a:pathLst>
                <a:path w="323" h="299">
                  <a:moveTo>
                    <a:pt x="323" y="299"/>
                  </a:moveTo>
                  <a:lnTo>
                    <a:pt x="323" y="263"/>
                  </a:lnTo>
                  <a:lnTo>
                    <a:pt x="18" y="0"/>
                  </a:lnTo>
                  <a:lnTo>
                    <a:pt x="0" y="23"/>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15379" name="任意多边形 7186"/>
            <p:cNvSpPr/>
            <p:nvPr/>
          </p:nvSpPr>
          <p:spPr>
            <a:xfrm>
              <a:off x="5477" y="2588"/>
              <a:ext cx="281" cy="335"/>
            </a:xfrm>
            <a:custGeom>
              <a:avLst/>
              <a:gdLst/>
              <a:ahLst/>
              <a:cxnLst>
                <a:cxn ang="0">
                  <a:pos x="281" y="335"/>
                </a:cxn>
                <a:cxn ang="0">
                  <a:pos x="281" y="173"/>
                </a:cxn>
                <a:cxn ang="0">
                  <a:pos x="96" y="0"/>
                </a:cxn>
                <a:cxn ang="0">
                  <a:pos x="0" y="90"/>
                </a:cxn>
                <a:cxn ang="0">
                  <a:pos x="281" y="335"/>
                </a:cxn>
                <a:cxn ang="0">
                  <a:pos x="281" y="335"/>
                </a:cxn>
              </a:cxnLst>
              <a:pathLst>
                <a:path w="281" h="335">
                  <a:moveTo>
                    <a:pt x="281" y="335"/>
                  </a:moveTo>
                  <a:lnTo>
                    <a:pt x="281" y="173"/>
                  </a:lnTo>
                  <a:lnTo>
                    <a:pt x="96" y="0"/>
                  </a:lnTo>
                  <a:lnTo>
                    <a:pt x="0" y="90"/>
                  </a:lnTo>
                  <a:lnTo>
                    <a:pt x="281" y="335"/>
                  </a:lnTo>
                  <a:close/>
                </a:path>
              </a:pathLst>
            </a:custGeom>
            <a:solidFill>
              <a:schemeClr val="bg1"/>
            </a:solidFill>
            <a:ln w="9525">
              <a:noFill/>
            </a:ln>
          </p:spPr>
          <p:txBody>
            <a:bodyPr/>
            <a:p>
              <a:endParaRPr lang="en-US" sz="100"/>
            </a:p>
          </p:txBody>
        </p:sp>
        <p:sp>
          <p:nvSpPr>
            <p:cNvPr id="15380" name="任意多边形 7187"/>
            <p:cNvSpPr/>
            <p:nvPr/>
          </p:nvSpPr>
          <p:spPr>
            <a:xfrm>
              <a:off x="2454" y="0"/>
              <a:ext cx="3119" cy="2678"/>
            </a:xfrm>
            <a:custGeom>
              <a:avLst/>
              <a:gdLst/>
              <a:ahLst/>
              <a:cxnLst>
                <a:cxn ang="0">
                  <a:pos x="0" y="0"/>
                </a:cxn>
                <a:cxn ang="0">
                  <a:pos x="3023" y="2678"/>
                </a:cxn>
                <a:cxn ang="0">
                  <a:pos x="3119" y="2588"/>
                </a:cxn>
                <a:cxn ang="0">
                  <a:pos x="382" y="0"/>
                </a:cxn>
                <a:cxn ang="0">
                  <a:pos x="0" y="0"/>
                </a:cxn>
                <a:cxn ang="0">
                  <a:pos x="0" y="0"/>
                </a:cxn>
              </a:cxnLst>
              <a:pathLst>
                <a:path w="3122" h="2680">
                  <a:moveTo>
                    <a:pt x="0" y="0"/>
                  </a:moveTo>
                  <a:lnTo>
                    <a:pt x="3026" y="2680"/>
                  </a:lnTo>
                  <a:lnTo>
                    <a:pt x="3122" y="2590"/>
                  </a:lnTo>
                  <a:lnTo>
                    <a:pt x="383"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15381" name="任意多边形 7188"/>
            <p:cNvSpPr/>
            <p:nvPr/>
          </p:nvSpPr>
          <p:spPr>
            <a:xfrm>
              <a:off x="5626" y="2534"/>
              <a:ext cx="132" cy="132"/>
            </a:xfrm>
            <a:custGeom>
              <a:avLst/>
              <a:gdLst/>
              <a:ahLst/>
              <a:cxnLst>
                <a:cxn ang="0">
                  <a:pos x="132" y="132"/>
                </a:cxn>
                <a:cxn ang="0">
                  <a:pos x="0" y="0"/>
                </a:cxn>
                <a:cxn ang="0">
                  <a:pos x="0" y="0"/>
                </a:cxn>
                <a:cxn ang="0">
                  <a:pos x="132" y="132"/>
                </a:cxn>
                <a:cxn ang="0">
                  <a:pos x="132" y="132"/>
                </a:cxn>
              </a:cxnLst>
              <a:pathLst>
                <a:path w="132" h="132">
                  <a:moveTo>
                    <a:pt x="132" y="132"/>
                  </a:moveTo>
                  <a:lnTo>
                    <a:pt x="0" y="0"/>
                  </a:lnTo>
                  <a:lnTo>
                    <a:pt x="132" y="132"/>
                  </a:lnTo>
                  <a:close/>
                </a:path>
              </a:pathLst>
            </a:custGeom>
            <a:solidFill>
              <a:srgbClr val="FF9999"/>
            </a:solidFill>
            <a:ln w="9525">
              <a:noFill/>
            </a:ln>
          </p:spPr>
          <p:txBody>
            <a:bodyPr/>
            <a:p>
              <a:endParaRPr lang="en-US" sz="100"/>
            </a:p>
          </p:txBody>
        </p:sp>
        <p:sp>
          <p:nvSpPr>
            <p:cNvPr id="15382" name="任意多边形 7189"/>
            <p:cNvSpPr/>
            <p:nvPr/>
          </p:nvSpPr>
          <p:spPr>
            <a:xfrm>
              <a:off x="3112" y="0"/>
              <a:ext cx="2514" cy="2534"/>
            </a:xfrm>
            <a:custGeom>
              <a:avLst/>
              <a:gdLst/>
              <a:ahLst/>
              <a:cxnLst>
                <a:cxn ang="0">
                  <a:pos x="0" y="0"/>
                </a:cxn>
                <a:cxn ang="0">
                  <a:pos x="2514" y="2534"/>
                </a:cxn>
                <a:cxn ang="0">
                  <a:pos x="2514" y="2534"/>
                </a:cxn>
                <a:cxn ang="0">
                  <a:pos x="65" y="0"/>
                </a:cxn>
                <a:cxn ang="0">
                  <a:pos x="0" y="0"/>
                </a:cxn>
                <a:cxn ang="0">
                  <a:pos x="0" y="0"/>
                </a:cxn>
              </a:cxnLst>
              <a:pathLst>
                <a:path w="2517" h="2536">
                  <a:moveTo>
                    <a:pt x="0" y="0"/>
                  </a:moveTo>
                  <a:lnTo>
                    <a:pt x="2517" y="2536"/>
                  </a:lnTo>
                  <a:lnTo>
                    <a:pt x="66"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15383" name="任意多边形 7190"/>
            <p:cNvSpPr/>
            <p:nvPr/>
          </p:nvSpPr>
          <p:spPr>
            <a:xfrm>
              <a:off x="3488" y="0"/>
              <a:ext cx="2198" cy="2480"/>
            </a:xfrm>
            <a:custGeom>
              <a:avLst/>
              <a:gdLst/>
              <a:ahLst/>
              <a:cxnLst>
                <a:cxn ang="0">
                  <a:pos x="0" y="0"/>
                </a:cxn>
                <a:cxn ang="0">
                  <a:pos x="2186" y="2480"/>
                </a:cxn>
                <a:cxn ang="0">
                  <a:pos x="2198" y="2474"/>
                </a:cxn>
                <a:cxn ang="0">
                  <a:pos x="316" y="0"/>
                </a:cxn>
                <a:cxn ang="0">
                  <a:pos x="0" y="0"/>
                </a:cxn>
                <a:cxn ang="0">
                  <a:pos x="0" y="0"/>
                </a:cxn>
              </a:cxnLst>
              <a:pathLst>
                <a:path w="2200" h="2482">
                  <a:moveTo>
                    <a:pt x="0" y="0"/>
                  </a:moveTo>
                  <a:lnTo>
                    <a:pt x="2188" y="2482"/>
                  </a:lnTo>
                  <a:lnTo>
                    <a:pt x="2200" y="2476"/>
                  </a:lnTo>
                  <a:lnTo>
                    <a:pt x="317"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5384" name="任意多边形 7191"/>
            <p:cNvSpPr/>
            <p:nvPr/>
          </p:nvSpPr>
          <p:spPr>
            <a:xfrm>
              <a:off x="5674" y="2474"/>
              <a:ext cx="84" cy="96"/>
            </a:xfrm>
            <a:custGeom>
              <a:avLst/>
              <a:gdLst/>
              <a:ahLst/>
              <a:cxnLst>
                <a:cxn ang="0">
                  <a:pos x="84" y="96"/>
                </a:cxn>
                <a:cxn ang="0">
                  <a:pos x="84" y="90"/>
                </a:cxn>
                <a:cxn ang="0">
                  <a:pos x="12" y="0"/>
                </a:cxn>
                <a:cxn ang="0">
                  <a:pos x="0" y="6"/>
                </a:cxn>
                <a:cxn ang="0">
                  <a:pos x="84" y="96"/>
                </a:cxn>
                <a:cxn ang="0">
                  <a:pos x="84" y="96"/>
                </a:cxn>
              </a:cxnLst>
              <a:pathLst>
                <a:path w="84" h="96">
                  <a:moveTo>
                    <a:pt x="84" y="96"/>
                  </a:moveTo>
                  <a:lnTo>
                    <a:pt x="84" y="90"/>
                  </a:lnTo>
                  <a:lnTo>
                    <a:pt x="12" y="0"/>
                  </a:lnTo>
                  <a:lnTo>
                    <a:pt x="0" y="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15385" name="任意多边形 7192"/>
            <p:cNvSpPr/>
            <p:nvPr/>
          </p:nvSpPr>
          <p:spPr>
            <a:xfrm>
              <a:off x="5603" y="850"/>
              <a:ext cx="155" cy="516"/>
            </a:xfrm>
            <a:custGeom>
              <a:avLst/>
              <a:gdLst/>
              <a:ahLst/>
              <a:cxnLst>
                <a:cxn ang="0">
                  <a:pos x="155" y="516"/>
                </a:cxn>
                <a:cxn ang="0">
                  <a:pos x="155" y="204"/>
                </a:cxn>
                <a:cxn ang="0">
                  <a:pos x="77" y="0"/>
                </a:cxn>
                <a:cxn ang="0">
                  <a:pos x="0" y="192"/>
                </a:cxn>
                <a:cxn ang="0">
                  <a:pos x="155" y="516"/>
                </a:cxn>
                <a:cxn ang="0">
                  <a:pos x="155" y="516"/>
                </a:cxn>
              </a:cxnLst>
              <a:pathLst>
                <a:path w="155" h="516">
                  <a:moveTo>
                    <a:pt x="155" y="516"/>
                  </a:moveTo>
                  <a:lnTo>
                    <a:pt x="155" y="204"/>
                  </a:lnTo>
                  <a:lnTo>
                    <a:pt x="77" y="0"/>
                  </a:lnTo>
                  <a:lnTo>
                    <a:pt x="0" y="192"/>
                  </a:lnTo>
                  <a:lnTo>
                    <a:pt x="155" y="516"/>
                  </a:lnTo>
                  <a:close/>
                </a:path>
              </a:pathLst>
            </a:custGeom>
            <a:solidFill>
              <a:schemeClr val="bg2"/>
            </a:solidFill>
            <a:ln w="9525">
              <a:noFill/>
            </a:ln>
          </p:spPr>
          <p:txBody>
            <a:bodyPr/>
            <a:p>
              <a:endParaRPr lang="en-US" sz="100"/>
            </a:p>
          </p:txBody>
        </p:sp>
        <p:sp>
          <p:nvSpPr>
            <p:cNvPr id="15386" name="任意多边形 7193"/>
            <p:cNvSpPr/>
            <p:nvPr/>
          </p:nvSpPr>
          <p:spPr>
            <a:xfrm>
              <a:off x="5107" y="0"/>
              <a:ext cx="573" cy="1042"/>
            </a:xfrm>
            <a:custGeom>
              <a:avLst/>
              <a:gdLst/>
              <a:ahLst/>
              <a:cxnLst>
                <a:cxn ang="0">
                  <a:pos x="0" y="0"/>
                </a:cxn>
                <a:cxn ang="0">
                  <a:pos x="496" y="1042"/>
                </a:cxn>
                <a:cxn ang="0">
                  <a:pos x="573" y="850"/>
                </a:cxn>
                <a:cxn ang="0">
                  <a:pos x="250" y="0"/>
                </a:cxn>
                <a:cxn ang="0">
                  <a:pos x="0" y="0"/>
                </a:cxn>
                <a:cxn ang="0">
                  <a:pos x="0" y="0"/>
                </a:cxn>
              </a:cxnLst>
              <a:pathLst>
                <a:path w="574" h="1043">
                  <a:moveTo>
                    <a:pt x="0" y="0"/>
                  </a:moveTo>
                  <a:lnTo>
                    <a:pt x="497" y="1043"/>
                  </a:lnTo>
                  <a:lnTo>
                    <a:pt x="574" y="851"/>
                  </a:lnTo>
                  <a:lnTo>
                    <a:pt x="251"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15387" name="任意多边形 7194"/>
            <p:cNvSpPr/>
            <p:nvPr/>
          </p:nvSpPr>
          <p:spPr>
            <a:xfrm>
              <a:off x="5411" y="0"/>
              <a:ext cx="341" cy="796"/>
            </a:xfrm>
            <a:custGeom>
              <a:avLst/>
              <a:gdLst/>
              <a:ahLst/>
              <a:cxnLst>
                <a:cxn ang="0">
                  <a:pos x="144" y="0"/>
                </a:cxn>
                <a:cxn ang="0">
                  <a:pos x="0" y="0"/>
                </a:cxn>
                <a:cxn ang="0">
                  <a:pos x="287" y="796"/>
                </a:cxn>
                <a:cxn ang="0">
                  <a:pos x="341" y="652"/>
                </a:cxn>
                <a:cxn ang="0">
                  <a:pos x="144" y="0"/>
                </a:cxn>
                <a:cxn ang="0">
                  <a:pos x="144" y="0"/>
                </a:cxn>
              </a:cxnLst>
              <a:pathLst>
                <a:path w="341" h="797">
                  <a:moveTo>
                    <a:pt x="144" y="0"/>
                  </a:moveTo>
                  <a:lnTo>
                    <a:pt x="0" y="0"/>
                  </a:lnTo>
                  <a:lnTo>
                    <a:pt x="287" y="797"/>
                  </a:lnTo>
                  <a:lnTo>
                    <a:pt x="341" y="653"/>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15388" name="任意多边形 7195"/>
            <p:cNvSpPr/>
            <p:nvPr/>
          </p:nvSpPr>
          <p:spPr>
            <a:xfrm>
              <a:off x="5698" y="653"/>
              <a:ext cx="60" cy="311"/>
            </a:xfrm>
            <a:custGeom>
              <a:avLst/>
              <a:gdLst/>
              <a:ahLst/>
              <a:cxnLst>
                <a:cxn ang="0">
                  <a:pos x="0" y="143"/>
                </a:cxn>
                <a:cxn ang="0">
                  <a:pos x="60" y="311"/>
                </a:cxn>
                <a:cxn ang="0">
                  <a:pos x="60" y="5"/>
                </a:cxn>
                <a:cxn ang="0">
                  <a:pos x="54" y="0"/>
                </a:cxn>
                <a:cxn ang="0">
                  <a:pos x="0" y="143"/>
                </a:cxn>
                <a:cxn ang="0">
                  <a:pos x="0" y="143"/>
                </a:cxn>
              </a:cxnLst>
              <a:pathLst>
                <a:path w="60" h="312">
                  <a:moveTo>
                    <a:pt x="0" y="144"/>
                  </a:moveTo>
                  <a:lnTo>
                    <a:pt x="60" y="312"/>
                  </a:lnTo>
                  <a:lnTo>
                    <a:pt x="60" y="6"/>
                  </a:lnTo>
                  <a:lnTo>
                    <a:pt x="54" y="0"/>
                  </a:lnTo>
                  <a:lnTo>
                    <a:pt x="0" y="144"/>
                  </a:lnTo>
                  <a:close/>
                </a:path>
              </a:pathLst>
            </a:custGeom>
            <a:solidFill>
              <a:schemeClr val="bg2"/>
            </a:solidFill>
            <a:ln w="9525">
              <a:noFill/>
            </a:ln>
          </p:spPr>
          <p:txBody>
            <a:bodyPr/>
            <a:p>
              <a:endParaRPr lang="en-US" sz="100"/>
            </a:p>
          </p:txBody>
        </p:sp>
        <p:sp>
          <p:nvSpPr>
            <p:cNvPr id="15389" name="任意多边形 7196"/>
            <p:cNvSpPr/>
            <p:nvPr/>
          </p:nvSpPr>
          <p:spPr>
            <a:xfrm>
              <a:off x="2" y="1601"/>
              <a:ext cx="5752" cy="1864"/>
            </a:xfrm>
            <a:custGeom>
              <a:avLst/>
              <a:gdLst/>
              <a:ahLst/>
              <a:cxnLst>
                <a:cxn ang="0">
                  <a:pos x="0" y="371"/>
                </a:cxn>
                <a:cxn ang="0">
                  <a:pos x="5752" y="1864"/>
                </a:cxn>
                <a:cxn ang="0">
                  <a:pos x="5752" y="1834"/>
                </a:cxn>
                <a:cxn ang="0">
                  <a:pos x="0" y="0"/>
                </a:cxn>
                <a:cxn ang="0">
                  <a:pos x="0" y="371"/>
                </a:cxn>
                <a:cxn ang="0">
                  <a:pos x="0" y="371"/>
                </a:cxn>
              </a:cxnLst>
              <a:pathLst>
                <a:path w="5740" h="1864">
                  <a:moveTo>
                    <a:pt x="0" y="371"/>
                  </a:moveTo>
                  <a:lnTo>
                    <a:pt x="5740" y="1864"/>
                  </a:lnTo>
                  <a:lnTo>
                    <a:pt x="5740" y="1834"/>
                  </a:lnTo>
                  <a:lnTo>
                    <a:pt x="0" y="0"/>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15390" name="任意多边形 7197"/>
            <p:cNvSpPr/>
            <p:nvPr/>
          </p:nvSpPr>
          <p:spPr>
            <a:xfrm>
              <a:off x="5754" y="3483"/>
              <a:ext cx="6" cy="6"/>
            </a:xfrm>
            <a:custGeom>
              <a:avLst/>
              <a:gdLst/>
              <a:ahLst/>
              <a:cxnLst>
                <a:cxn ang="0">
                  <a:pos x="6" y="6"/>
                </a:cxn>
                <a:cxn ang="0">
                  <a:pos x="0" y="0"/>
                </a:cxn>
                <a:cxn ang="0">
                  <a:pos x="0" y="6"/>
                </a:cxn>
                <a:cxn ang="0">
                  <a:pos x="6" y="6"/>
                </a:cxn>
                <a:cxn ang="0">
                  <a:pos x="6" y="6"/>
                </a:cxn>
              </a:cxnLst>
              <a:pathLst>
                <a:path w="6" h="6">
                  <a:moveTo>
                    <a:pt x="6" y="6"/>
                  </a:moveTo>
                  <a:lnTo>
                    <a:pt x="0" y="0"/>
                  </a:lnTo>
                  <a:lnTo>
                    <a:pt x="0" y="6"/>
                  </a:lnTo>
                  <a:lnTo>
                    <a:pt x="6" y="6"/>
                  </a:lnTo>
                  <a:close/>
                </a:path>
              </a:pathLst>
            </a:custGeom>
            <a:solidFill>
              <a:srgbClr val="18FF00"/>
            </a:solidFill>
            <a:ln w="9525">
              <a:noFill/>
            </a:ln>
          </p:spPr>
          <p:txBody>
            <a:bodyPr/>
            <a:p>
              <a:endParaRPr lang="en-US" sz="100"/>
            </a:p>
          </p:txBody>
        </p:sp>
        <p:sp>
          <p:nvSpPr>
            <p:cNvPr id="15391" name="任意多边形 7198"/>
            <p:cNvSpPr/>
            <p:nvPr/>
          </p:nvSpPr>
          <p:spPr>
            <a:xfrm>
              <a:off x="2" y="2152"/>
              <a:ext cx="5752" cy="1337"/>
            </a:xfrm>
            <a:custGeom>
              <a:avLst/>
              <a:gdLst/>
              <a:ahLst/>
              <a:cxnLst>
                <a:cxn ang="0">
                  <a:pos x="0" y="366"/>
                </a:cxn>
                <a:cxn ang="0">
                  <a:pos x="5752" y="1337"/>
                </a:cxn>
                <a:cxn ang="0">
                  <a:pos x="5752" y="1331"/>
                </a:cxn>
                <a:cxn ang="0">
                  <a:pos x="0" y="0"/>
                </a:cxn>
                <a:cxn ang="0">
                  <a:pos x="0" y="366"/>
                </a:cxn>
                <a:cxn ang="0">
                  <a:pos x="0" y="366"/>
                </a:cxn>
              </a:cxnLst>
              <a:pathLst>
                <a:path w="5740" h="1337">
                  <a:moveTo>
                    <a:pt x="0" y="366"/>
                  </a:moveTo>
                  <a:lnTo>
                    <a:pt x="5740" y="1337"/>
                  </a:lnTo>
                  <a:lnTo>
                    <a:pt x="5740" y="1331"/>
                  </a:lnTo>
                  <a:lnTo>
                    <a:pt x="0" y="0"/>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5392" name="任意多边形 7199"/>
            <p:cNvSpPr/>
            <p:nvPr/>
          </p:nvSpPr>
          <p:spPr>
            <a:xfrm>
              <a:off x="2" y="3177"/>
              <a:ext cx="5752" cy="414"/>
            </a:xfrm>
            <a:custGeom>
              <a:avLst/>
              <a:gdLst/>
              <a:ahLst/>
              <a:cxnLst>
                <a:cxn ang="0">
                  <a:pos x="0" y="48"/>
                </a:cxn>
                <a:cxn ang="0">
                  <a:pos x="5752" y="414"/>
                </a:cxn>
                <a:cxn ang="0">
                  <a:pos x="5752" y="402"/>
                </a:cxn>
                <a:cxn ang="0">
                  <a:pos x="0" y="0"/>
                </a:cxn>
                <a:cxn ang="0">
                  <a:pos x="0" y="48"/>
                </a:cxn>
                <a:cxn ang="0">
                  <a:pos x="0" y="48"/>
                </a:cxn>
              </a:cxnLst>
              <a:pathLst>
                <a:path w="5740" h="414">
                  <a:moveTo>
                    <a:pt x="0" y="48"/>
                  </a:moveTo>
                  <a:lnTo>
                    <a:pt x="5740" y="414"/>
                  </a:lnTo>
                  <a:lnTo>
                    <a:pt x="5740" y="402"/>
                  </a:lnTo>
                  <a:lnTo>
                    <a:pt x="0" y="0"/>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15393" name="任意多边形 7200"/>
            <p:cNvSpPr/>
            <p:nvPr/>
          </p:nvSpPr>
          <p:spPr>
            <a:xfrm>
              <a:off x="1297" y="0"/>
              <a:ext cx="4457" cy="3177"/>
            </a:xfrm>
            <a:custGeom>
              <a:avLst/>
              <a:gdLst/>
              <a:ahLst/>
              <a:cxnLst>
                <a:cxn ang="0">
                  <a:pos x="0" y="0"/>
                </a:cxn>
                <a:cxn ang="0">
                  <a:pos x="4457" y="3177"/>
                </a:cxn>
                <a:cxn ang="0">
                  <a:pos x="4457" y="3153"/>
                </a:cxn>
                <a:cxn ang="0">
                  <a:pos x="125" y="0"/>
                </a:cxn>
                <a:cxn ang="0">
                  <a:pos x="0" y="0"/>
                </a:cxn>
                <a:cxn ang="0">
                  <a:pos x="0" y="0"/>
                </a:cxn>
              </a:cxnLst>
              <a:pathLst>
                <a:path w="4448" h="3177">
                  <a:moveTo>
                    <a:pt x="0" y="0"/>
                  </a:moveTo>
                  <a:lnTo>
                    <a:pt x="4448" y="3177"/>
                  </a:lnTo>
                  <a:lnTo>
                    <a:pt x="4448" y="3153"/>
                  </a:lnTo>
                  <a:lnTo>
                    <a:pt x="125"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15394" name="任意多边形 7201"/>
            <p:cNvSpPr/>
            <p:nvPr/>
          </p:nvSpPr>
          <p:spPr>
            <a:xfrm>
              <a:off x="3321" y="0"/>
              <a:ext cx="2433" cy="2614"/>
            </a:xfrm>
            <a:custGeom>
              <a:avLst/>
              <a:gdLst/>
              <a:ahLst/>
              <a:cxnLst>
                <a:cxn ang="0">
                  <a:pos x="0" y="0"/>
                </a:cxn>
                <a:cxn ang="0">
                  <a:pos x="2433" y="2614"/>
                </a:cxn>
                <a:cxn ang="0">
                  <a:pos x="2433" y="2608"/>
                </a:cxn>
                <a:cxn ang="0">
                  <a:pos x="66" y="0"/>
                </a:cxn>
                <a:cxn ang="0">
                  <a:pos x="0" y="0"/>
                </a:cxn>
                <a:cxn ang="0">
                  <a:pos x="0" y="0"/>
                </a:cxn>
              </a:cxnLst>
              <a:pathLst>
                <a:path w="2428" h="2614">
                  <a:moveTo>
                    <a:pt x="0" y="0"/>
                  </a:moveTo>
                  <a:lnTo>
                    <a:pt x="2428" y="2614"/>
                  </a:lnTo>
                  <a:lnTo>
                    <a:pt x="2428" y="2608"/>
                  </a:lnTo>
                  <a:lnTo>
                    <a:pt x="66"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15395" name="任意多边形 7202"/>
            <p:cNvSpPr/>
            <p:nvPr/>
          </p:nvSpPr>
          <p:spPr>
            <a:xfrm>
              <a:off x="3950" y="0"/>
              <a:ext cx="1804" cy="2464"/>
            </a:xfrm>
            <a:custGeom>
              <a:avLst/>
              <a:gdLst/>
              <a:ahLst/>
              <a:cxnLst>
                <a:cxn ang="0">
                  <a:pos x="486" y="0"/>
                </a:cxn>
                <a:cxn ang="0">
                  <a:pos x="0" y="0"/>
                </a:cxn>
                <a:cxn ang="0">
                  <a:pos x="1804" y="2464"/>
                </a:cxn>
                <a:cxn ang="0">
                  <a:pos x="1804" y="2248"/>
                </a:cxn>
                <a:cxn ang="0">
                  <a:pos x="1797" y="2248"/>
                </a:cxn>
                <a:cxn ang="0">
                  <a:pos x="486" y="0"/>
                </a:cxn>
                <a:cxn ang="0">
                  <a:pos x="486" y="0"/>
                </a:cxn>
              </a:cxnLst>
              <a:pathLst>
                <a:path w="1800" h="2464">
                  <a:moveTo>
                    <a:pt x="485" y="0"/>
                  </a:moveTo>
                  <a:lnTo>
                    <a:pt x="0" y="0"/>
                  </a:lnTo>
                  <a:lnTo>
                    <a:pt x="1800" y="2464"/>
                  </a:lnTo>
                  <a:lnTo>
                    <a:pt x="1800" y="2248"/>
                  </a:lnTo>
                  <a:lnTo>
                    <a:pt x="1794" y="2248"/>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5396" name="任意多边形 7203"/>
            <p:cNvSpPr/>
            <p:nvPr/>
          </p:nvSpPr>
          <p:spPr>
            <a:xfrm>
              <a:off x="4519" y="0"/>
              <a:ext cx="1235" cy="2074"/>
            </a:xfrm>
            <a:custGeom>
              <a:avLst/>
              <a:gdLst/>
              <a:ahLst/>
              <a:cxnLst>
                <a:cxn ang="0">
                  <a:pos x="0" y="0"/>
                </a:cxn>
                <a:cxn ang="0">
                  <a:pos x="1235" y="2074"/>
                </a:cxn>
                <a:cxn ang="0">
                  <a:pos x="1235" y="2038"/>
                </a:cxn>
                <a:cxn ang="0">
                  <a:pos x="42" y="0"/>
                </a:cxn>
                <a:cxn ang="0">
                  <a:pos x="0" y="0"/>
                </a:cxn>
                <a:cxn ang="0">
                  <a:pos x="0" y="0"/>
                </a:cxn>
              </a:cxnLst>
              <a:pathLst>
                <a:path w="1232" h="2074">
                  <a:moveTo>
                    <a:pt x="0" y="0"/>
                  </a:moveTo>
                  <a:lnTo>
                    <a:pt x="1232" y="2074"/>
                  </a:lnTo>
                  <a:lnTo>
                    <a:pt x="1232" y="2038"/>
                  </a:lnTo>
                  <a:lnTo>
                    <a:pt x="42"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15397" name="任意多边形 7204"/>
            <p:cNvSpPr/>
            <p:nvPr/>
          </p:nvSpPr>
          <p:spPr>
            <a:xfrm>
              <a:off x="4694" y="0"/>
              <a:ext cx="1060" cy="1936"/>
            </a:xfrm>
            <a:custGeom>
              <a:avLst/>
              <a:gdLst/>
              <a:ahLst/>
              <a:cxnLst>
                <a:cxn ang="0">
                  <a:pos x="0" y="0"/>
                </a:cxn>
                <a:cxn ang="0">
                  <a:pos x="1060" y="1936"/>
                </a:cxn>
                <a:cxn ang="0">
                  <a:pos x="1060" y="1930"/>
                </a:cxn>
                <a:cxn ang="0">
                  <a:pos x="54" y="0"/>
                </a:cxn>
                <a:cxn ang="0">
                  <a:pos x="0" y="0"/>
                </a:cxn>
                <a:cxn ang="0">
                  <a:pos x="0" y="0"/>
                </a:cxn>
              </a:cxnLst>
              <a:pathLst>
                <a:path w="1058" h="1936">
                  <a:moveTo>
                    <a:pt x="0" y="0"/>
                  </a:moveTo>
                  <a:lnTo>
                    <a:pt x="1058" y="1936"/>
                  </a:lnTo>
                  <a:lnTo>
                    <a:pt x="1058" y="1930"/>
                  </a:lnTo>
                  <a:lnTo>
                    <a:pt x="54"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15398" name="任意多边形 7205"/>
            <p:cNvSpPr/>
            <p:nvPr/>
          </p:nvSpPr>
          <p:spPr>
            <a:xfrm>
              <a:off x="4981" y="0"/>
              <a:ext cx="773" cy="1487"/>
            </a:xfrm>
            <a:custGeom>
              <a:avLst/>
              <a:gdLst/>
              <a:ahLst/>
              <a:cxnLst>
                <a:cxn ang="0">
                  <a:pos x="773" y="1433"/>
                </a:cxn>
                <a:cxn ang="0">
                  <a:pos x="42" y="0"/>
                </a:cxn>
                <a:cxn ang="0">
                  <a:pos x="0" y="0"/>
                </a:cxn>
                <a:cxn ang="0">
                  <a:pos x="773" y="1487"/>
                </a:cxn>
                <a:cxn ang="0">
                  <a:pos x="773" y="1433"/>
                </a:cxn>
                <a:cxn ang="0">
                  <a:pos x="773" y="1433"/>
                </a:cxn>
              </a:cxnLst>
              <a:pathLst>
                <a:path w="771" h="1487">
                  <a:moveTo>
                    <a:pt x="771" y="1433"/>
                  </a:moveTo>
                  <a:lnTo>
                    <a:pt x="42" y="0"/>
                  </a:lnTo>
                  <a:lnTo>
                    <a:pt x="0" y="0"/>
                  </a:lnTo>
                  <a:lnTo>
                    <a:pt x="771" y="1487"/>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15399" name="组合 7206"/>
            <p:cNvGrpSpPr/>
            <p:nvPr userDrawn="1"/>
          </p:nvGrpSpPr>
          <p:grpSpPr>
            <a:xfrm>
              <a:off x="0" y="1632"/>
              <a:ext cx="5758" cy="1858"/>
              <a:chOff x="0" y="0"/>
              <a:chExt cx="5758" cy="1858"/>
            </a:xfrm>
          </p:grpSpPr>
          <p:sp>
            <p:nvSpPr>
              <p:cNvPr id="15400" name="任意多边形 7207"/>
              <p:cNvSpPr/>
              <p:nvPr/>
            </p:nvSpPr>
            <p:spPr>
              <a:xfrm>
                <a:off x="0" y="0"/>
                <a:ext cx="3670" cy="1313"/>
              </a:xfrm>
              <a:custGeom>
                <a:avLst/>
                <a:gdLst/>
                <a:ahLst/>
                <a:cxnLst>
                  <a:cxn ang="0">
                    <a:pos x="0" y="0"/>
                  </a:cxn>
                  <a:cxn ang="0">
                    <a:pos x="0" y="366"/>
                  </a:cxn>
                  <a:cxn ang="0">
                    <a:pos x="3645" y="1313"/>
                  </a:cxn>
                  <a:cxn ang="0">
                    <a:pos x="3657" y="1235"/>
                  </a:cxn>
                  <a:cxn ang="0">
                    <a:pos x="3670" y="1163"/>
                  </a:cxn>
                  <a:cxn ang="0">
                    <a:pos x="0" y="0"/>
                  </a:cxn>
                  <a:cxn ang="0">
                    <a:pos x="0" y="0"/>
                  </a:cxn>
                </a:cxnLst>
                <a:pathLst>
                  <a:path w="3659" h="1313">
                    <a:moveTo>
                      <a:pt x="0" y="0"/>
                    </a:moveTo>
                    <a:lnTo>
                      <a:pt x="0" y="366"/>
                    </a:lnTo>
                    <a:lnTo>
                      <a:pt x="3635" y="1313"/>
                    </a:lnTo>
                    <a:lnTo>
                      <a:pt x="3647" y="1235"/>
                    </a:lnTo>
                    <a:lnTo>
                      <a:pt x="3659" y="1163"/>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5401" name="任意多边形 7208"/>
              <p:cNvSpPr/>
              <p:nvPr/>
            </p:nvSpPr>
            <p:spPr>
              <a:xfrm>
                <a:off x="3646" y="1163"/>
                <a:ext cx="2112" cy="695"/>
              </a:xfrm>
              <a:custGeom>
                <a:avLst/>
                <a:gdLst/>
                <a:ahLst/>
                <a:cxnLst>
                  <a:cxn ang="0">
                    <a:pos x="2112" y="665"/>
                  </a:cxn>
                  <a:cxn ang="0">
                    <a:pos x="24" y="0"/>
                  </a:cxn>
                  <a:cxn ang="0">
                    <a:pos x="12" y="72"/>
                  </a:cxn>
                  <a:cxn ang="0">
                    <a:pos x="0" y="150"/>
                  </a:cxn>
                  <a:cxn ang="0">
                    <a:pos x="2112" y="695"/>
                  </a:cxn>
                  <a:cxn ang="0">
                    <a:pos x="2112" y="665"/>
                  </a:cxn>
                  <a:cxn ang="0">
                    <a:pos x="2112" y="665"/>
                  </a:cxn>
                </a:cxnLst>
                <a:pathLst>
                  <a:path w="2105" h="695">
                    <a:moveTo>
                      <a:pt x="2105" y="665"/>
                    </a:moveTo>
                    <a:lnTo>
                      <a:pt x="24" y="0"/>
                    </a:lnTo>
                    <a:lnTo>
                      <a:pt x="12" y="72"/>
                    </a:lnTo>
                    <a:lnTo>
                      <a:pt x="0" y="150"/>
                    </a:lnTo>
                    <a:lnTo>
                      <a:pt x="2105" y="69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7210" name="标题 7209"/>
          <p:cNvSpPr>
            <a:spLocks noGrp="1"/>
          </p:cNvSpPr>
          <p:nvPr>
            <p:ph type="ctrTitle" sz="quarter"/>
          </p:nvPr>
        </p:nvSpPr>
        <p:spPr>
          <a:xfrm>
            <a:off x="457200" y="1200360"/>
            <a:ext cx="8229600" cy="1371840"/>
          </a:xfrm>
          <a:prstGeom prst="rect">
            <a:avLst/>
          </a:prstGeom>
          <a:noFill/>
          <a:ln w="9525">
            <a:noFill/>
            <a:miter/>
          </a:ln>
        </p:spPr>
        <p:txBody>
          <a:bodyP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7211" name="副标题 7210"/>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44" name="日期占位符 7211"/>
          <p:cNvSpPr>
            <a:spLocks noGrp="1"/>
          </p:cNvSpPr>
          <p:nvPr>
            <p:ph type="dt" sz="quarter" idx="10"/>
          </p:nvPr>
        </p:nvSpPr>
        <p:spPr>
          <a:xfrm>
            <a:off x="457200" y="4683547"/>
            <a:ext cx="2133600" cy="342960"/>
          </a:xfrm>
          <a:prstGeom prst="rect">
            <a:avLst/>
          </a:prstGeom>
          <a:noFill/>
          <a:ln w="9525">
            <a:noFill/>
            <a:miter/>
          </a:ln>
        </p:spPr>
        <p:txBody>
          <a:bodyPr anchor="b"/>
          <a:lstStyle>
            <a:lvl1pPr>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45" name="页脚占位符 7212"/>
          <p:cNvSpPr>
            <a:spLocks noGrp="1"/>
          </p:cNvSpPr>
          <p:nvPr>
            <p:ph type="ftr" sz="quarter" idx="11"/>
          </p:nvPr>
        </p:nvSpPr>
        <p:spPr>
          <a:xfrm>
            <a:off x="3124200" y="4687120"/>
            <a:ext cx="2895600" cy="342960"/>
          </a:xfrm>
          <a:prstGeom prst="rect">
            <a:avLst/>
          </a:prstGeom>
          <a:noFill/>
          <a:ln w="9525">
            <a:noFill/>
            <a:miter/>
          </a:ln>
        </p:spPr>
        <p:txBody>
          <a:bodyPr anchor="b"/>
          <a:lstStyle>
            <a:lvl1pPr>
              <a:defRPr/>
            </a:lvl1pPr>
          </a:lstStyle>
          <a:p>
            <a:pPr fontAlgn="base"/>
            <a:endParaRPr lang="en-US" altLang="x-none" strike="noStrike" noProof="1"/>
          </a:p>
        </p:txBody>
      </p:sp>
      <p:sp>
        <p:nvSpPr>
          <p:cNvPr id="46" name="灯片编号占位符 7213"/>
          <p:cNvSpPr>
            <a:spLocks noGrp="1"/>
          </p:cNvSpPr>
          <p:nvPr>
            <p:ph type="sldNum" sz="quarter" idx="12"/>
          </p:nvPr>
        </p:nvSpPr>
        <p:spPr>
          <a:xfrm>
            <a:off x="6553200" y="4683547"/>
            <a:ext cx="2133600" cy="342960"/>
          </a:xfrm>
          <a:prstGeom prst="rect">
            <a:avLst/>
          </a:prstGeom>
          <a:noFill/>
          <a:ln w="9525">
            <a:noFill/>
            <a:miter/>
          </a:ln>
        </p:spPr>
        <p:txBody>
          <a:bodyPr vert="horz" wrap="square" lIns="91440" tIns="45720" rIns="91440" bIns="45720" numCol="1" anchor="b" anchorCtr="0" compatLnSpc="1"/>
          <a:lstStyle>
            <a:lvl1pPr>
              <a:defRPr/>
            </a:lvl1pPr>
          </a:lstStyle>
          <a:p>
            <a:pPr fontAlgn="base"/>
            <a:fld id="{430EDEB3-57C3-417A-8D14-FB1ED97F590A}" type="slidenum">
              <a:rPr lang="zh-CN" altLang="en-US" strike="noStrike" noProof="1">
                <a:latin typeface="Arial" panose="020B0604020202020204" pitchFamily="34" charset="0"/>
                <a:ea typeface="宋体" panose="02010600030101010101" pitchFamily="2" charset="-122"/>
                <a:cs typeface="+mn-cs"/>
              </a:rPr>
            </a:fld>
            <a:endParaRPr 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A4752407-AA4B-4189-89D5-7009A742A31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A4752407-AA4B-4189-89D5-7009A742A31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A4752407-AA4B-4189-89D5-7009A742A31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8" name="Footer Placeholder 7"/>
          <p:cNvSpPr>
            <a:spLocks noGrp="1"/>
          </p:cNvSpPr>
          <p:nvPr>
            <p:ph type="ftr" sz="quarter" idx="11"/>
          </p:nvPr>
        </p:nvSpPr>
        <p:spPr/>
        <p:txBody>
          <a:bodyPr/>
          <a:p>
            <a:pPr fontAlgn="base"/>
            <a:endParaRPr lang="zh-CN" altLang="en-US" strike="noStrike" noProof="1"/>
          </a:p>
        </p:txBody>
      </p:sp>
      <p:sp>
        <p:nvSpPr>
          <p:cNvPr id="9" name="Slide Number Placeholder 8"/>
          <p:cNvSpPr>
            <a:spLocks noGrp="1"/>
          </p:cNvSpPr>
          <p:nvPr>
            <p:ph type="sldNum" sz="quarter" idx="12"/>
          </p:nvPr>
        </p:nvSpPr>
        <p:spPr/>
        <p:txBody>
          <a:bodyPr/>
          <a:p>
            <a:pPr fontAlgn="base"/>
            <a:fld id="{A4752407-AA4B-4189-89D5-7009A742A31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4" name="Footer Placeholder 3"/>
          <p:cNvSpPr>
            <a:spLocks noGrp="1"/>
          </p:cNvSpPr>
          <p:nvPr>
            <p:ph type="ftr" sz="quarter" idx="11"/>
          </p:nvPr>
        </p:nvSpPr>
        <p:spPr/>
        <p:txBody>
          <a:bodyPr/>
          <a:p>
            <a:pPr fontAlgn="base"/>
            <a:endParaRPr lang="zh-CN" altLang="en-US" strike="noStrike" noProof="1"/>
          </a:p>
        </p:txBody>
      </p:sp>
      <p:sp>
        <p:nvSpPr>
          <p:cNvPr id="5" name="Slide Number Placeholder 4"/>
          <p:cNvSpPr>
            <a:spLocks noGrp="1"/>
          </p:cNvSpPr>
          <p:nvPr>
            <p:ph type="sldNum" sz="quarter" idx="12"/>
          </p:nvPr>
        </p:nvSpPr>
        <p:spPr/>
        <p:txBody>
          <a:bodyPr/>
          <a:p>
            <a:pPr fontAlgn="base"/>
            <a:fld id="{A4752407-AA4B-4189-89D5-7009A742A31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 name="Footer Placeholder 2"/>
          <p:cNvSpPr>
            <a:spLocks noGrp="1"/>
          </p:cNvSpPr>
          <p:nvPr>
            <p:ph type="ftr" sz="quarter" idx="11"/>
          </p:nvPr>
        </p:nvSpPr>
        <p:spPr/>
        <p:txBody>
          <a:bodyPr/>
          <a:p>
            <a:pPr fontAlgn="base"/>
            <a:endParaRPr lang="zh-CN" altLang="en-US" strike="noStrike" noProof="1"/>
          </a:p>
        </p:txBody>
      </p:sp>
      <p:sp>
        <p:nvSpPr>
          <p:cNvPr id="4" name="Slide Number Placeholder 3"/>
          <p:cNvSpPr>
            <a:spLocks noGrp="1"/>
          </p:cNvSpPr>
          <p:nvPr>
            <p:ph type="sldNum" sz="quarter" idx="12"/>
          </p:nvPr>
        </p:nvSpPr>
        <p:spPr/>
        <p:txBody>
          <a:bodyPr/>
          <a:p>
            <a:pPr fontAlgn="base"/>
            <a:fld id="{A4752407-AA4B-4189-89D5-7009A742A31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A4752407-AA4B-4189-89D5-7009A742A31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A4752407-AA4B-4189-89D5-7009A742A31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A4752407-AA4B-4189-89D5-7009A742A31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A4752407-AA4B-4189-89D5-7009A742A31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C464475E-55A7-4A41-8BB4-95894A472BB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C464475E-55A7-4A41-8BB4-95894A472BB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C464475E-55A7-4A41-8BB4-95894A472BB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C464475E-55A7-4A41-8BB4-95894A472BB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8" name="Footer Placeholder 7"/>
          <p:cNvSpPr>
            <a:spLocks noGrp="1"/>
          </p:cNvSpPr>
          <p:nvPr>
            <p:ph type="ftr" sz="quarter" idx="11"/>
          </p:nvPr>
        </p:nvSpPr>
        <p:spPr/>
        <p:txBody>
          <a:bodyPr/>
          <a:p>
            <a:pPr fontAlgn="base"/>
            <a:endParaRPr lang="zh-CN" altLang="en-US" strike="noStrike" noProof="1"/>
          </a:p>
        </p:txBody>
      </p:sp>
      <p:sp>
        <p:nvSpPr>
          <p:cNvPr id="9" name="Slide Number Placeholder 8"/>
          <p:cNvSpPr>
            <a:spLocks noGrp="1"/>
          </p:cNvSpPr>
          <p:nvPr>
            <p:ph type="sldNum" sz="quarter" idx="12"/>
          </p:nvPr>
        </p:nvSpPr>
        <p:spPr/>
        <p:txBody>
          <a:bodyPr/>
          <a:p>
            <a:pPr fontAlgn="base"/>
            <a:fld id="{C464475E-55A7-4A41-8BB4-95894A472BB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4" name="Footer Placeholder 3"/>
          <p:cNvSpPr>
            <a:spLocks noGrp="1"/>
          </p:cNvSpPr>
          <p:nvPr>
            <p:ph type="ftr" sz="quarter" idx="11"/>
          </p:nvPr>
        </p:nvSpPr>
        <p:spPr/>
        <p:txBody>
          <a:bodyPr/>
          <a:p>
            <a:pPr fontAlgn="base"/>
            <a:endParaRPr lang="zh-CN" altLang="en-US" strike="noStrike" noProof="1"/>
          </a:p>
        </p:txBody>
      </p:sp>
      <p:sp>
        <p:nvSpPr>
          <p:cNvPr id="5" name="Slide Number Placeholder 4"/>
          <p:cNvSpPr>
            <a:spLocks noGrp="1"/>
          </p:cNvSpPr>
          <p:nvPr>
            <p:ph type="sldNum" sz="quarter" idx="12"/>
          </p:nvPr>
        </p:nvSpPr>
        <p:spPr/>
        <p:txBody>
          <a:bodyPr/>
          <a:p>
            <a:pPr fontAlgn="base"/>
            <a:fld id="{C464475E-55A7-4A41-8BB4-95894A472BB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 name="Footer Placeholder 2"/>
          <p:cNvSpPr>
            <a:spLocks noGrp="1"/>
          </p:cNvSpPr>
          <p:nvPr>
            <p:ph type="ftr" sz="quarter" idx="11"/>
          </p:nvPr>
        </p:nvSpPr>
        <p:spPr/>
        <p:txBody>
          <a:bodyPr/>
          <a:p>
            <a:pPr fontAlgn="base"/>
            <a:endParaRPr lang="zh-CN" altLang="en-US" strike="noStrike" noProof="1"/>
          </a:p>
        </p:txBody>
      </p:sp>
      <p:sp>
        <p:nvSpPr>
          <p:cNvPr id="4" name="Slide Number Placeholder 3"/>
          <p:cNvSpPr>
            <a:spLocks noGrp="1"/>
          </p:cNvSpPr>
          <p:nvPr>
            <p:ph type="sldNum" sz="quarter" idx="12"/>
          </p:nvPr>
        </p:nvSpPr>
        <p:spPr/>
        <p:txBody>
          <a:bodyPr/>
          <a:p>
            <a:pPr fontAlgn="base"/>
            <a:fld id="{C464475E-55A7-4A41-8BB4-95894A472BB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C464475E-55A7-4A41-8BB4-95894A472BB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C464475E-55A7-4A41-8BB4-95894A472BB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C464475E-55A7-4A41-8BB4-95894A472BB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C464475E-55A7-4A41-8BB4-95894A472BB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BA215DF0-85EB-4313-A869-BC054D761F21}"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BA215DF0-85EB-4313-A869-BC054D761F21}"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BA215DF0-85EB-4313-A869-BC054D761F21}"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BA215DF0-85EB-4313-A869-BC054D761F21}"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8" name="Footer Placeholder 7"/>
          <p:cNvSpPr>
            <a:spLocks noGrp="1"/>
          </p:cNvSpPr>
          <p:nvPr>
            <p:ph type="ftr" sz="quarter" idx="11"/>
          </p:nvPr>
        </p:nvSpPr>
        <p:spPr/>
        <p:txBody>
          <a:bodyPr/>
          <a:p>
            <a:pPr fontAlgn="base"/>
            <a:endParaRPr lang="zh-CN" altLang="en-US" strike="noStrike" noProof="1"/>
          </a:p>
        </p:txBody>
      </p:sp>
      <p:sp>
        <p:nvSpPr>
          <p:cNvPr id="9" name="Slide Number Placeholder 8"/>
          <p:cNvSpPr>
            <a:spLocks noGrp="1"/>
          </p:cNvSpPr>
          <p:nvPr>
            <p:ph type="sldNum" sz="quarter" idx="12"/>
          </p:nvPr>
        </p:nvSpPr>
        <p:spPr/>
        <p:txBody>
          <a:bodyPr/>
          <a:p>
            <a:pPr fontAlgn="base"/>
            <a:fld id="{BA215DF0-85EB-4313-A869-BC054D761F21}"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4" name="Footer Placeholder 3"/>
          <p:cNvSpPr>
            <a:spLocks noGrp="1"/>
          </p:cNvSpPr>
          <p:nvPr>
            <p:ph type="ftr" sz="quarter" idx="11"/>
          </p:nvPr>
        </p:nvSpPr>
        <p:spPr/>
        <p:txBody>
          <a:bodyPr/>
          <a:p>
            <a:pPr fontAlgn="base"/>
            <a:endParaRPr lang="zh-CN" altLang="en-US" strike="noStrike" noProof="1"/>
          </a:p>
        </p:txBody>
      </p:sp>
      <p:sp>
        <p:nvSpPr>
          <p:cNvPr id="5" name="Slide Number Placeholder 4"/>
          <p:cNvSpPr>
            <a:spLocks noGrp="1"/>
          </p:cNvSpPr>
          <p:nvPr>
            <p:ph type="sldNum" sz="quarter" idx="12"/>
          </p:nvPr>
        </p:nvSpPr>
        <p:spPr/>
        <p:txBody>
          <a:bodyPr/>
          <a:p>
            <a:pPr fontAlgn="base"/>
            <a:fld id="{BA215DF0-85EB-4313-A869-BC054D761F21}"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 name="Footer Placeholder 2"/>
          <p:cNvSpPr>
            <a:spLocks noGrp="1"/>
          </p:cNvSpPr>
          <p:nvPr>
            <p:ph type="ftr" sz="quarter" idx="11"/>
          </p:nvPr>
        </p:nvSpPr>
        <p:spPr/>
        <p:txBody>
          <a:bodyPr/>
          <a:p>
            <a:pPr fontAlgn="base"/>
            <a:endParaRPr lang="zh-CN" altLang="en-US" strike="noStrike" noProof="1"/>
          </a:p>
        </p:txBody>
      </p:sp>
      <p:sp>
        <p:nvSpPr>
          <p:cNvPr id="4" name="Slide Number Placeholder 3"/>
          <p:cNvSpPr>
            <a:spLocks noGrp="1"/>
          </p:cNvSpPr>
          <p:nvPr>
            <p:ph type="sldNum" sz="quarter" idx="12"/>
          </p:nvPr>
        </p:nvSpPr>
        <p:spPr/>
        <p:txBody>
          <a:bodyPr/>
          <a:p>
            <a:pPr fontAlgn="base"/>
            <a:fld id="{BA215DF0-85EB-4313-A869-BC054D761F21}"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BA215DF0-85EB-4313-A869-BC054D761F21}"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BA215DF0-85EB-4313-A869-BC054D761F21}"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BA215DF0-85EB-4313-A869-BC054D761F21}"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BA215DF0-85EB-4313-A869-BC054D761F21}"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16386" name="组合 11265"/>
          <p:cNvGrpSpPr/>
          <p:nvPr/>
        </p:nvGrpSpPr>
        <p:grpSpPr>
          <a:xfrm>
            <a:off x="0" y="0"/>
            <a:ext cx="9144000" cy="5143209"/>
            <a:chOff x="0" y="0"/>
            <a:chExt cx="5760" cy="4319"/>
          </a:xfrm>
        </p:grpSpPr>
        <p:sp>
          <p:nvSpPr>
            <p:cNvPr id="16387" name="任意多边形 11266"/>
            <p:cNvSpPr/>
            <p:nvPr/>
          </p:nvSpPr>
          <p:spPr>
            <a:xfrm>
              <a:off x="0" y="12"/>
              <a:ext cx="5758" cy="3273"/>
            </a:xfrm>
            <a:custGeom>
              <a:avLst/>
              <a:gdLst/>
              <a:ahLst/>
              <a:cxnLst>
                <a:cxn ang="0">
                  <a:pos x="3203" y="1816"/>
                </a:cxn>
                <a:cxn ang="0">
                  <a:pos x="0" y="0"/>
                </a:cxn>
                <a:cxn ang="0">
                  <a:pos x="0" y="522"/>
                </a:cxn>
                <a:cxn ang="0">
                  <a:pos x="3046" y="1978"/>
                </a:cxn>
                <a:cxn ang="0">
                  <a:pos x="5758" y="3273"/>
                </a:cxn>
                <a:cxn ang="0">
                  <a:pos x="5758" y="3267"/>
                </a:cxn>
                <a:cxn ang="0">
                  <a:pos x="3203" y="1816"/>
                </a:cxn>
                <a:cxn ang="0">
                  <a:pos x="3203" y="1816"/>
                </a:cxn>
              </a:cxnLst>
              <a:pathLst>
                <a:path w="5740" h="3273">
                  <a:moveTo>
                    <a:pt x="3193" y="1816"/>
                  </a:moveTo>
                  <a:lnTo>
                    <a:pt x="0" y="0"/>
                  </a:lnTo>
                  <a:lnTo>
                    <a:pt x="0" y="522"/>
                  </a:lnTo>
                  <a:lnTo>
                    <a:pt x="3037" y="1978"/>
                  </a:lnTo>
                  <a:lnTo>
                    <a:pt x="5740" y="3273"/>
                  </a:lnTo>
                  <a:lnTo>
                    <a:pt x="5740" y="3267"/>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16388" name="任意多边形 11267"/>
            <p:cNvSpPr/>
            <p:nvPr/>
          </p:nvSpPr>
          <p:spPr>
            <a:xfrm>
              <a:off x="149" y="0"/>
              <a:ext cx="5609" cy="3243"/>
            </a:xfrm>
            <a:custGeom>
              <a:avLst/>
              <a:gdLst/>
              <a:ahLst/>
              <a:cxnLst>
                <a:cxn ang="0">
                  <a:pos x="3173" y="1714"/>
                </a:cxn>
                <a:cxn ang="0">
                  <a:pos x="432" y="0"/>
                </a:cxn>
                <a:cxn ang="0">
                  <a:pos x="0" y="0"/>
                </a:cxn>
                <a:cxn ang="0">
                  <a:pos x="3095" y="1786"/>
                </a:cxn>
                <a:cxn ang="0">
                  <a:pos x="5609" y="3243"/>
                </a:cxn>
                <a:cxn ang="0">
                  <a:pos x="5609" y="3237"/>
                </a:cxn>
                <a:cxn ang="0">
                  <a:pos x="3173" y="1714"/>
                </a:cxn>
                <a:cxn ang="0">
                  <a:pos x="3173" y="1714"/>
                </a:cxn>
              </a:cxnLst>
              <a:pathLst>
                <a:path w="5591" h="3243">
                  <a:moveTo>
                    <a:pt x="3163" y="1714"/>
                  </a:moveTo>
                  <a:lnTo>
                    <a:pt x="431" y="0"/>
                  </a:lnTo>
                  <a:lnTo>
                    <a:pt x="0" y="0"/>
                  </a:lnTo>
                  <a:lnTo>
                    <a:pt x="3086" y="1786"/>
                  </a:lnTo>
                  <a:lnTo>
                    <a:pt x="5591" y="3243"/>
                  </a:lnTo>
                  <a:lnTo>
                    <a:pt x="5591" y="3237"/>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6389" name="任意多边形 11268"/>
            <p:cNvSpPr/>
            <p:nvPr/>
          </p:nvSpPr>
          <p:spPr>
            <a:xfrm>
              <a:off x="0" y="3433"/>
              <a:ext cx="4038" cy="191"/>
            </a:xfrm>
            <a:custGeom>
              <a:avLst/>
              <a:gdLst/>
              <a:ahLst/>
              <a:cxnLst>
                <a:cxn ang="0">
                  <a:pos x="0" y="155"/>
                </a:cxn>
                <a:cxn ang="0">
                  <a:pos x="4038" y="191"/>
                </a:cxn>
                <a:cxn ang="0">
                  <a:pos x="4038" y="143"/>
                </a:cxn>
                <a:cxn ang="0">
                  <a:pos x="0" y="0"/>
                </a:cxn>
                <a:cxn ang="0">
                  <a:pos x="0" y="155"/>
                </a:cxn>
                <a:cxn ang="0">
                  <a:pos x="0" y="155"/>
                </a:cxn>
              </a:cxnLst>
              <a:pathLst>
                <a:path w="4042" h="192">
                  <a:moveTo>
                    <a:pt x="0" y="156"/>
                  </a:moveTo>
                  <a:lnTo>
                    <a:pt x="4042" y="192"/>
                  </a:lnTo>
                  <a:lnTo>
                    <a:pt x="4042" y="144"/>
                  </a:lnTo>
                  <a:lnTo>
                    <a:pt x="0" y="0"/>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16390" name="任意多边形 11269"/>
            <p:cNvSpPr/>
            <p:nvPr/>
          </p:nvSpPr>
          <p:spPr>
            <a:xfrm>
              <a:off x="4038" y="3577"/>
              <a:ext cx="1720" cy="65"/>
            </a:xfrm>
            <a:custGeom>
              <a:avLst/>
              <a:gdLst/>
              <a:ahLst/>
              <a:cxnLst>
                <a:cxn ang="0">
                  <a:pos x="1720" y="65"/>
                </a:cxn>
                <a:cxn ang="0">
                  <a:pos x="1720" y="59"/>
                </a:cxn>
                <a:cxn ang="0">
                  <a:pos x="0" y="0"/>
                </a:cxn>
                <a:cxn ang="0">
                  <a:pos x="0" y="47"/>
                </a:cxn>
                <a:cxn ang="0">
                  <a:pos x="1720" y="65"/>
                </a:cxn>
                <a:cxn ang="0">
                  <a:pos x="1720" y="65"/>
                </a:cxn>
              </a:cxnLst>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6391" name="任意多边形 11270"/>
            <p:cNvSpPr/>
            <p:nvPr/>
          </p:nvSpPr>
          <p:spPr>
            <a:xfrm>
              <a:off x="0" y="3726"/>
              <a:ext cx="4784" cy="329"/>
            </a:xfrm>
            <a:custGeom>
              <a:avLst/>
              <a:gdLst/>
              <a:ahLst/>
              <a:cxnLst>
                <a:cxn ang="0">
                  <a:pos x="0" y="329"/>
                </a:cxn>
                <a:cxn ang="0">
                  <a:pos x="4784" y="77"/>
                </a:cxn>
                <a:cxn ang="0">
                  <a:pos x="4784" y="0"/>
                </a:cxn>
                <a:cxn ang="0">
                  <a:pos x="0" y="107"/>
                </a:cxn>
                <a:cxn ang="0">
                  <a:pos x="0" y="329"/>
                </a:cxn>
                <a:cxn ang="0">
                  <a:pos x="0" y="329"/>
                </a:cxn>
              </a:cxnLst>
              <a:pathLst>
                <a:path w="4789" h="329">
                  <a:moveTo>
                    <a:pt x="0" y="329"/>
                  </a:moveTo>
                  <a:lnTo>
                    <a:pt x="4789" y="77"/>
                  </a:lnTo>
                  <a:lnTo>
                    <a:pt x="4789" y="0"/>
                  </a:lnTo>
                  <a:lnTo>
                    <a:pt x="0" y="107"/>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16392" name="任意多边形 11271"/>
            <p:cNvSpPr/>
            <p:nvPr/>
          </p:nvSpPr>
          <p:spPr>
            <a:xfrm>
              <a:off x="4784" y="3702"/>
              <a:ext cx="974" cy="101"/>
            </a:xfrm>
            <a:custGeom>
              <a:avLst/>
              <a:gdLst/>
              <a:ahLst/>
              <a:cxnLst>
                <a:cxn ang="0">
                  <a:pos x="974" y="48"/>
                </a:cxn>
                <a:cxn ang="0">
                  <a:pos x="974" y="0"/>
                </a:cxn>
                <a:cxn ang="0">
                  <a:pos x="0" y="24"/>
                </a:cxn>
                <a:cxn ang="0">
                  <a:pos x="0" y="101"/>
                </a:cxn>
                <a:cxn ang="0">
                  <a:pos x="974" y="48"/>
                </a:cxn>
                <a:cxn ang="0">
                  <a:pos x="974" y="48"/>
                </a:cxn>
              </a:cxnLst>
              <a:pathLst>
                <a:path w="975" h="101">
                  <a:moveTo>
                    <a:pt x="975" y="48"/>
                  </a:moveTo>
                  <a:lnTo>
                    <a:pt x="975" y="0"/>
                  </a:lnTo>
                  <a:lnTo>
                    <a:pt x="0" y="24"/>
                  </a:lnTo>
                  <a:lnTo>
                    <a:pt x="0" y="101"/>
                  </a:lnTo>
                  <a:lnTo>
                    <a:pt x="975" y="48"/>
                  </a:lnTo>
                  <a:close/>
                </a:path>
              </a:pathLst>
            </a:custGeom>
            <a:solidFill>
              <a:schemeClr val="bg1"/>
            </a:solidFill>
            <a:ln w="9525">
              <a:noFill/>
            </a:ln>
          </p:spPr>
          <p:txBody>
            <a:bodyPr/>
            <a:p>
              <a:endParaRPr lang="en-US" sz="100"/>
            </a:p>
          </p:txBody>
        </p:sp>
        <p:sp>
          <p:nvSpPr>
            <p:cNvPr id="16393" name="任意多边形 11272"/>
            <p:cNvSpPr/>
            <p:nvPr/>
          </p:nvSpPr>
          <p:spPr>
            <a:xfrm>
              <a:off x="3619" y="3815"/>
              <a:ext cx="2139" cy="198"/>
            </a:xfrm>
            <a:custGeom>
              <a:avLst/>
              <a:gdLst/>
              <a:ahLst/>
              <a:cxnLst>
                <a:cxn ang="0">
                  <a:pos x="2139" y="0"/>
                </a:cxn>
                <a:cxn ang="0">
                  <a:pos x="0" y="156"/>
                </a:cxn>
                <a:cxn ang="0">
                  <a:pos x="0" y="198"/>
                </a:cxn>
                <a:cxn ang="0">
                  <a:pos x="2139" y="0"/>
                </a:cxn>
                <a:cxn ang="0">
                  <a:pos x="2139" y="0"/>
                </a:cxn>
              </a:cxnLst>
              <a:pathLst>
                <a:path w="2141" h="198">
                  <a:moveTo>
                    <a:pt x="2141" y="0"/>
                  </a:moveTo>
                  <a:lnTo>
                    <a:pt x="0" y="156"/>
                  </a:lnTo>
                  <a:lnTo>
                    <a:pt x="0" y="198"/>
                  </a:lnTo>
                  <a:lnTo>
                    <a:pt x="2141" y="0"/>
                  </a:lnTo>
                  <a:close/>
                </a:path>
              </a:pathLst>
            </a:custGeom>
            <a:solidFill>
              <a:schemeClr val="bg1"/>
            </a:solidFill>
            <a:ln w="9525">
              <a:noFill/>
            </a:ln>
          </p:spPr>
          <p:txBody>
            <a:bodyPr/>
            <a:p>
              <a:endParaRPr lang="en-US" sz="100"/>
            </a:p>
          </p:txBody>
        </p:sp>
        <p:sp>
          <p:nvSpPr>
            <p:cNvPr id="16394" name="任意多边形 11273"/>
            <p:cNvSpPr/>
            <p:nvPr/>
          </p:nvSpPr>
          <p:spPr>
            <a:xfrm>
              <a:off x="0" y="3971"/>
              <a:ext cx="3619" cy="348"/>
            </a:xfrm>
            <a:custGeom>
              <a:avLst/>
              <a:gdLst/>
              <a:ahLst/>
              <a:cxnLst>
                <a:cxn ang="0">
                  <a:pos x="0" y="348"/>
                </a:cxn>
                <a:cxn ang="0">
                  <a:pos x="310" y="348"/>
                </a:cxn>
                <a:cxn ang="0">
                  <a:pos x="3619" y="42"/>
                </a:cxn>
                <a:cxn ang="0">
                  <a:pos x="3619" y="0"/>
                </a:cxn>
                <a:cxn ang="0">
                  <a:pos x="0" y="264"/>
                </a:cxn>
                <a:cxn ang="0">
                  <a:pos x="0" y="348"/>
                </a:cxn>
                <a:cxn ang="0">
                  <a:pos x="0" y="348"/>
                </a:cxn>
              </a:cxnLst>
              <a:pathLst>
                <a:path w="3623" h="348">
                  <a:moveTo>
                    <a:pt x="0" y="348"/>
                  </a:moveTo>
                  <a:lnTo>
                    <a:pt x="311" y="348"/>
                  </a:lnTo>
                  <a:lnTo>
                    <a:pt x="3623" y="42"/>
                  </a:lnTo>
                  <a:lnTo>
                    <a:pt x="3623" y="0"/>
                  </a:lnTo>
                  <a:lnTo>
                    <a:pt x="0" y="264"/>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6395" name="任意多边形 11274"/>
            <p:cNvSpPr/>
            <p:nvPr/>
          </p:nvSpPr>
          <p:spPr>
            <a:xfrm>
              <a:off x="2097" y="4043"/>
              <a:ext cx="2514" cy="276"/>
            </a:xfrm>
            <a:custGeom>
              <a:avLst/>
              <a:gdLst/>
              <a:ahLst/>
              <a:cxnLst>
                <a:cxn ang="0">
                  <a:pos x="2179" y="276"/>
                </a:cxn>
                <a:cxn ang="0">
                  <a:pos x="2514" y="204"/>
                </a:cxn>
                <a:cxn ang="0">
                  <a:pos x="2257" y="0"/>
                </a:cxn>
                <a:cxn ang="0">
                  <a:pos x="0" y="276"/>
                </a:cxn>
                <a:cxn ang="0">
                  <a:pos x="2179" y="276"/>
                </a:cxn>
                <a:cxn ang="0">
                  <a:pos x="2179" y="276"/>
                </a:cxn>
              </a:cxnLst>
              <a:pathLst>
                <a:path w="2517" h="276">
                  <a:moveTo>
                    <a:pt x="2182" y="276"/>
                  </a:moveTo>
                  <a:lnTo>
                    <a:pt x="2517" y="204"/>
                  </a:lnTo>
                  <a:lnTo>
                    <a:pt x="2260" y="0"/>
                  </a:lnTo>
                  <a:lnTo>
                    <a:pt x="0" y="276"/>
                  </a:lnTo>
                  <a:lnTo>
                    <a:pt x="2182" y="276"/>
                  </a:lnTo>
                  <a:close/>
                </a:path>
              </a:pathLst>
            </a:custGeom>
            <a:solidFill>
              <a:schemeClr val="bg1"/>
            </a:solidFill>
            <a:ln w="9525">
              <a:noFill/>
            </a:ln>
          </p:spPr>
          <p:txBody>
            <a:bodyPr/>
            <a:p>
              <a:endParaRPr lang="en-US" sz="100"/>
            </a:p>
          </p:txBody>
        </p:sp>
        <p:sp>
          <p:nvSpPr>
            <p:cNvPr id="16396" name="任意多边形 11275"/>
            <p:cNvSpPr/>
            <p:nvPr/>
          </p:nvSpPr>
          <p:spPr>
            <a:xfrm>
              <a:off x="4354" y="3869"/>
              <a:ext cx="1404" cy="378"/>
            </a:xfrm>
            <a:custGeom>
              <a:avLst/>
              <a:gdLst/>
              <a:ahLst/>
              <a:cxnLst>
                <a:cxn ang="0">
                  <a:pos x="1404" y="126"/>
                </a:cxn>
                <a:cxn ang="0">
                  <a:pos x="1404" y="0"/>
                </a:cxn>
                <a:cxn ang="0">
                  <a:pos x="0" y="174"/>
                </a:cxn>
                <a:cxn ang="0">
                  <a:pos x="256" y="378"/>
                </a:cxn>
                <a:cxn ang="0">
                  <a:pos x="1404" y="126"/>
                </a:cxn>
                <a:cxn ang="0">
                  <a:pos x="1404" y="126"/>
                </a:cxn>
              </a:cxnLst>
              <a:pathLst>
                <a:path w="1405" h="378">
                  <a:moveTo>
                    <a:pt x="1405" y="126"/>
                  </a:moveTo>
                  <a:lnTo>
                    <a:pt x="1405" y="0"/>
                  </a:lnTo>
                  <a:lnTo>
                    <a:pt x="0" y="174"/>
                  </a:lnTo>
                  <a:lnTo>
                    <a:pt x="257" y="378"/>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16397" name="任意多边形 11276"/>
            <p:cNvSpPr/>
            <p:nvPr/>
          </p:nvSpPr>
          <p:spPr>
            <a:xfrm>
              <a:off x="5030" y="3151"/>
              <a:ext cx="728" cy="240"/>
            </a:xfrm>
            <a:custGeom>
              <a:avLst/>
              <a:gdLst/>
              <a:ahLst/>
              <a:cxnLst>
                <a:cxn ang="0">
                  <a:pos x="728" y="240"/>
                </a:cxn>
                <a:cxn ang="0">
                  <a:pos x="0" y="0"/>
                </a:cxn>
                <a:cxn ang="0">
                  <a:pos x="0" y="6"/>
                </a:cxn>
                <a:cxn ang="0">
                  <a:pos x="728" y="240"/>
                </a:cxn>
                <a:cxn ang="0">
                  <a:pos x="728" y="240"/>
                </a:cxn>
              </a:cxnLst>
              <a:pathLst>
                <a:path w="729" h="240">
                  <a:moveTo>
                    <a:pt x="729" y="240"/>
                  </a:moveTo>
                  <a:lnTo>
                    <a:pt x="0" y="0"/>
                  </a:lnTo>
                  <a:lnTo>
                    <a:pt x="0" y="6"/>
                  </a:lnTo>
                  <a:lnTo>
                    <a:pt x="729" y="240"/>
                  </a:lnTo>
                  <a:close/>
                </a:path>
              </a:pathLst>
            </a:custGeom>
            <a:solidFill>
              <a:schemeClr val="bg1"/>
            </a:solidFill>
            <a:ln w="9525">
              <a:noFill/>
            </a:ln>
          </p:spPr>
          <p:txBody>
            <a:bodyPr/>
            <a:p>
              <a:endParaRPr lang="en-US" sz="100"/>
            </a:p>
          </p:txBody>
        </p:sp>
        <p:sp>
          <p:nvSpPr>
            <p:cNvPr id="16398" name="任意多边形 11277"/>
            <p:cNvSpPr/>
            <p:nvPr/>
          </p:nvSpPr>
          <p:spPr>
            <a:xfrm>
              <a:off x="0" y="1486"/>
              <a:ext cx="5030" cy="1671"/>
            </a:xfrm>
            <a:custGeom>
              <a:avLst/>
              <a:gdLst/>
              <a:ahLst/>
              <a:cxnLst>
                <a:cxn ang="0">
                  <a:pos x="0" y="71"/>
                </a:cxn>
                <a:cxn ang="0">
                  <a:pos x="5030" y="1671"/>
                </a:cxn>
                <a:cxn ang="0">
                  <a:pos x="5030" y="1665"/>
                </a:cxn>
                <a:cxn ang="0">
                  <a:pos x="0" y="0"/>
                </a:cxn>
                <a:cxn ang="0">
                  <a:pos x="0" y="71"/>
                </a:cxn>
                <a:cxn ang="0">
                  <a:pos x="0" y="71"/>
                </a:cxn>
              </a:cxnLst>
              <a:pathLst>
                <a:path w="5035" h="1672">
                  <a:moveTo>
                    <a:pt x="0" y="72"/>
                  </a:moveTo>
                  <a:lnTo>
                    <a:pt x="5035" y="1672"/>
                  </a:lnTo>
                  <a:lnTo>
                    <a:pt x="5035" y="1666"/>
                  </a:lnTo>
                  <a:lnTo>
                    <a:pt x="0" y="0"/>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16399" name="任意多边形 11278"/>
            <p:cNvSpPr/>
            <p:nvPr/>
          </p:nvSpPr>
          <p:spPr>
            <a:xfrm>
              <a:off x="5030" y="3049"/>
              <a:ext cx="728" cy="318"/>
            </a:xfrm>
            <a:custGeom>
              <a:avLst/>
              <a:gdLst/>
              <a:ahLst/>
              <a:cxnLst>
                <a:cxn ang="0">
                  <a:pos x="728" y="318"/>
                </a:cxn>
                <a:cxn ang="0">
                  <a:pos x="728" y="312"/>
                </a:cxn>
                <a:cxn ang="0">
                  <a:pos x="0" y="0"/>
                </a:cxn>
                <a:cxn ang="0">
                  <a:pos x="0" y="54"/>
                </a:cxn>
                <a:cxn ang="0">
                  <a:pos x="728" y="318"/>
                </a:cxn>
                <a:cxn ang="0">
                  <a:pos x="728" y="318"/>
                </a:cxn>
              </a:cxnLst>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6400" name="任意多边形 11279"/>
            <p:cNvSpPr/>
            <p:nvPr/>
          </p:nvSpPr>
          <p:spPr>
            <a:xfrm>
              <a:off x="0" y="916"/>
              <a:ext cx="5030" cy="2187"/>
            </a:xfrm>
            <a:custGeom>
              <a:avLst/>
              <a:gdLst/>
              <a:ahLst/>
              <a:cxnLst>
                <a:cxn ang="0">
                  <a:pos x="0" y="395"/>
                </a:cxn>
                <a:cxn ang="0">
                  <a:pos x="5030" y="2187"/>
                </a:cxn>
                <a:cxn ang="0">
                  <a:pos x="5030" y="2133"/>
                </a:cxn>
                <a:cxn ang="0">
                  <a:pos x="0" y="0"/>
                </a:cxn>
                <a:cxn ang="0">
                  <a:pos x="0" y="395"/>
                </a:cxn>
                <a:cxn ang="0">
                  <a:pos x="0" y="395"/>
                </a:cxn>
              </a:cxnLst>
              <a:pathLst>
                <a:path w="5035" h="2188">
                  <a:moveTo>
                    <a:pt x="0" y="396"/>
                  </a:moveTo>
                  <a:lnTo>
                    <a:pt x="5035" y="2188"/>
                  </a:lnTo>
                  <a:lnTo>
                    <a:pt x="5035" y="2134"/>
                  </a:lnTo>
                  <a:lnTo>
                    <a:pt x="0" y="0"/>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16401" name="任意多边形 11280"/>
            <p:cNvSpPr/>
            <p:nvPr/>
          </p:nvSpPr>
          <p:spPr>
            <a:xfrm>
              <a:off x="2294" y="0"/>
              <a:ext cx="3159" cy="2725"/>
            </a:xfrm>
            <a:custGeom>
              <a:avLst/>
              <a:gdLst/>
              <a:ahLst/>
              <a:cxnLst>
                <a:cxn ang="0">
                  <a:pos x="0" y="0"/>
                </a:cxn>
                <a:cxn ang="0">
                  <a:pos x="3141" y="2725"/>
                </a:cxn>
                <a:cxn ang="0">
                  <a:pos x="3159" y="2702"/>
                </a:cxn>
                <a:cxn ang="0">
                  <a:pos x="101" y="0"/>
                </a:cxn>
                <a:cxn ang="0">
                  <a:pos x="0" y="0"/>
                </a:cxn>
                <a:cxn ang="0">
                  <a:pos x="0" y="0"/>
                </a:cxn>
              </a:cxnLst>
              <a:pathLst>
                <a:path w="3163" h="2727">
                  <a:moveTo>
                    <a:pt x="0" y="0"/>
                  </a:moveTo>
                  <a:lnTo>
                    <a:pt x="3145" y="2727"/>
                  </a:lnTo>
                  <a:lnTo>
                    <a:pt x="3163" y="2704"/>
                  </a:lnTo>
                  <a:lnTo>
                    <a:pt x="102"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16402" name="任意多边形 11281"/>
            <p:cNvSpPr/>
            <p:nvPr/>
          </p:nvSpPr>
          <p:spPr>
            <a:xfrm>
              <a:off x="5435" y="2702"/>
              <a:ext cx="323" cy="299"/>
            </a:xfrm>
            <a:custGeom>
              <a:avLst/>
              <a:gdLst/>
              <a:ahLst/>
              <a:cxnLst>
                <a:cxn ang="0">
                  <a:pos x="323" y="299"/>
                </a:cxn>
                <a:cxn ang="0">
                  <a:pos x="323" y="263"/>
                </a:cxn>
                <a:cxn ang="0">
                  <a:pos x="18" y="0"/>
                </a:cxn>
                <a:cxn ang="0">
                  <a:pos x="0" y="23"/>
                </a:cxn>
                <a:cxn ang="0">
                  <a:pos x="323" y="299"/>
                </a:cxn>
                <a:cxn ang="0">
                  <a:pos x="323" y="299"/>
                </a:cxn>
              </a:cxnLst>
              <a:pathLst>
                <a:path w="323" h="299">
                  <a:moveTo>
                    <a:pt x="323" y="299"/>
                  </a:moveTo>
                  <a:lnTo>
                    <a:pt x="323" y="263"/>
                  </a:lnTo>
                  <a:lnTo>
                    <a:pt x="18" y="0"/>
                  </a:lnTo>
                  <a:lnTo>
                    <a:pt x="0" y="23"/>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16403" name="任意多边形 11282"/>
            <p:cNvSpPr/>
            <p:nvPr/>
          </p:nvSpPr>
          <p:spPr>
            <a:xfrm>
              <a:off x="5477" y="2588"/>
              <a:ext cx="281" cy="335"/>
            </a:xfrm>
            <a:custGeom>
              <a:avLst/>
              <a:gdLst/>
              <a:ahLst/>
              <a:cxnLst>
                <a:cxn ang="0">
                  <a:pos x="281" y="335"/>
                </a:cxn>
                <a:cxn ang="0">
                  <a:pos x="281" y="173"/>
                </a:cxn>
                <a:cxn ang="0">
                  <a:pos x="96" y="0"/>
                </a:cxn>
                <a:cxn ang="0">
                  <a:pos x="0" y="90"/>
                </a:cxn>
                <a:cxn ang="0">
                  <a:pos x="281" y="335"/>
                </a:cxn>
                <a:cxn ang="0">
                  <a:pos x="281" y="335"/>
                </a:cxn>
              </a:cxnLst>
              <a:pathLst>
                <a:path w="281" h="335">
                  <a:moveTo>
                    <a:pt x="281" y="335"/>
                  </a:moveTo>
                  <a:lnTo>
                    <a:pt x="281" y="173"/>
                  </a:lnTo>
                  <a:lnTo>
                    <a:pt x="96" y="0"/>
                  </a:lnTo>
                  <a:lnTo>
                    <a:pt x="0" y="90"/>
                  </a:lnTo>
                  <a:lnTo>
                    <a:pt x="281" y="335"/>
                  </a:lnTo>
                  <a:close/>
                </a:path>
              </a:pathLst>
            </a:custGeom>
            <a:solidFill>
              <a:schemeClr val="bg1"/>
            </a:solidFill>
            <a:ln w="9525">
              <a:noFill/>
            </a:ln>
          </p:spPr>
          <p:txBody>
            <a:bodyPr/>
            <a:p>
              <a:endParaRPr lang="en-US" sz="100"/>
            </a:p>
          </p:txBody>
        </p:sp>
        <p:sp>
          <p:nvSpPr>
            <p:cNvPr id="16404" name="任意多边形 11283"/>
            <p:cNvSpPr/>
            <p:nvPr/>
          </p:nvSpPr>
          <p:spPr>
            <a:xfrm>
              <a:off x="2454" y="0"/>
              <a:ext cx="3119" cy="2678"/>
            </a:xfrm>
            <a:custGeom>
              <a:avLst/>
              <a:gdLst/>
              <a:ahLst/>
              <a:cxnLst>
                <a:cxn ang="0">
                  <a:pos x="0" y="0"/>
                </a:cxn>
                <a:cxn ang="0">
                  <a:pos x="3023" y="2678"/>
                </a:cxn>
                <a:cxn ang="0">
                  <a:pos x="3119" y="2588"/>
                </a:cxn>
                <a:cxn ang="0">
                  <a:pos x="382" y="0"/>
                </a:cxn>
                <a:cxn ang="0">
                  <a:pos x="0" y="0"/>
                </a:cxn>
                <a:cxn ang="0">
                  <a:pos x="0" y="0"/>
                </a:cxn>
              </a:cxnLst>
              <a:pathLst>
                <a:path w="3122" h="2680">
                  <a:moveTo>
                    <a:pt x="0" y="0"/>
                  </a:moveTo>
                  <a:lnTo>
                    <a:pt x="3026" y="2680"/>
                  </a:lnTo>
                  <a:lnTo>
                    <a:pt x="3122" y="2590"/>
                  </a:lnTo>
                  <a:lnTo>
                    <a:pt x="383"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16405" name="任意多边形 11284"/>
            <p:cNvSpPr/>
            <p:nvPr/>
          </p:nvSpPr>
          <p:spPr>
            <a:xfrm>
              <a:off x="5626" y="2534"/>
              <a:ext cx="132" cy="132"/>
            </a:xfrm>
            <a:custGeom>
              <a:avLst/>
              <a:gdLst/>
              <a:ahLst/>
              <a:cxnLst>
                <a:cxn ang="0">
                  <a:pos x="132" y="132"/>
                </a:cxn>
                <a:cxn ang="0">
                  <a:pos x="0" y="0"/>
                </a:cxn>
                <a:cxn ang="0">
                  <a:pos x="0" y="0"/>
                </a:cxn>
                <a:cxn ang="0">
                  <a:pos x="132" y="132"/>
                </a:cxn>
                <a:cxn ang="0">
                  <a:pos x="132" y="132"/>
                </a:cxn>
              </a:cxnLst>
              <a:pathLst>
                <a:path w="132" h="132">
                  <a:moveTo>
                    <a:pt x="132" y="132"/>
                  </a:moveTo>
                  <a:lnTo>
                    <a:pt x="0" y="0"/>
                  </a:lnTo>
                  <a:lnTo>
                    <a:pt x="132" y="132"/>
                  </a:lnTo>
                  <a:close/>
                </a:path>
              </a:pathLst>
            </a:custGeom>
            <a:solidFill>
              <a:srgbClr val="FF9999"/>
            </a:solidFill>
            <a:ln w="9525">
              <a:noFill/>
            </a:ln>
          </p:spPr>
          <p:txBody>
            <a:bodyPr/>
            <a:p>
              <a:endParaRPr lang="en-US" sz="100"/>
            </a:p>
          </p:txBody>
        </p:sp>
        <p:sp>
          <p:nvSpPr>
            <p:cNvPr id="16406" name="任意多边形 11285"/>
            <p:cNvSpPr/>
            <p:nvPr/>
          </p:nvSpPr>
          <p:spPr>
            <a:xfrm>
              <a:off x="3112" y="0"/>
              <a:ext cx="2514" cy="2534"/>
            </a:xfrm>
            <a:custGeom>
              <a:avLst/>
              <a:gdLst/>
              <a:ahLst/>
              <a:cxnLst>
                <a:cxn ang="0">
                  <a:pos x="0" y="0"/>
                </a:cxn>
                <a:cxn ang="0">
                  <a:pos x="2514" y="2534"/>
                </a:cxn>
                <a:cxn ang="0">
                  <a:pos x="2514" y="2534"/>
                </a:cxn>
                <a:cxn ang="0">
                  <a:pos x="65" y="0"/>
                </a:cxn>
                <a:cxn ang="0">
                  <a:pos x="0" y="0"/>
                </a:cxn>
                <a:cxn ang="0">
                  <a:pos x="0" y="0"/>
                </a:cxn>
              </a:cxnLst>
              <a:pathLst>
                <a:path w="2517" h="2536">
                  <a:moveTo>
                    <a:pt x="0" y="0"/>
                  </a:moveTo>
                  <a:lnTo>
                    <a:pt x="2517" y="2536"/>
                  </a:lnTo>
                  <a:lnTo>
                    <a:pt x="66"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16407" name="任意多边形 11286"/>
            <p:cNvSpPr/>
            <p:nvPr/>
          </p:nvSpPr>
          <p:spPr>
            <a:xfrm>
              <a:off x="3488" y="0"/>
              <a:ext cx="2198" cy="2480"/>
            </a:xfrm>
            <a:custGeom>
              <a:avLst/>
              <a:gdLst/>
              <a:ahLst/>
              <a:cxnLst>
                <a:cxn ang="0">
                  <a:pos x="0" y="0"/>
                </a:cxn>
                <a:cxn ang="0">
                  <a:pos x="2186" y="2480"/>
                </a:cxn>
                <a:cxn ang="0">
                  <a:pos x="2198" y="2474"/>
                </a:cxn>
                <a:cxn ang="0">
                  <a:pos x="316" y="0"/>
                </a:cxn>
                <a:cxn ang="0">
                  <a:pos x="0" y="0"/>
                </a:cxn>
                <a:cxn ang="0">
                  <a:pos x="0" y="0"/>
                </a:cxn>
              </a:cxnLst>
              <a:pathLst>
                <a:path w="2200" h="2482">
                  <a:moveTo>
                    <a:pt x="0" y="0"/>
                  </a:moveTo>
                  <a:lnTo>
                    <a:pt x="2188" y="2482"/>
                  </a:lnTo>
                  <a:lnTo>
                    <a:pt x="2200" y="2476"/>
                  </a:lnTo>
                  <a:lnTo>
                    <a:pt x="317"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6408" name="任意多边形 11287"/>
            <p:cNvSpPr/>
            <p:nvPr/>
          </p:nvSpPr>
          <p:spPr>
            <a:xfrm>
              <a:off x="5674" y="2474"/>
              <a:ext cx="84" cy="96"/>
            </a:xfrm>
            <a:custGeom>
              <a:avLst/>
              <a:gdLst/>
              <a:ahLst/>
              <a:cxnLst>
                <a:cxn ang="0">
                  <a:pos x="84" y="96"/>
                </a:cxn>
                <a:cxn ang="0">
                  <a:pos x="84" y="90"/>
                </a:cxn>
                <a:cxn ang="0">
                  <a:pos x="12" y="0"/>
                </a:cxn>
                <a:cxn ang="0">
                  <a:pos x="0" y="6"/>
                </a:cxn>
                <a:cxn ang="0">
                  <a:pos x="84" y="96"/>
                </a:cxn>
                <a:cxn ang="0">
                  <a:pos x="84" y="96"/>
                </a:cxn>
              </a:cxnLst>
              <a:pathLst>
                <a:path w="84" h="96">
                  <a:moveTo>
                    <a:pt x="84" y="96"/>
                  </a:moveTo>
                  <a:lnTo>
                    <a:pt x="84" y="90"/>
                  </a:lnTo>
                  <a:lnTo>
                    <a:pt x="12" y="0"/>
                  </a:lnTo>
                  <a:lnTo>
                    <a:pt x="0" y="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16409" name="任意多边形 11288"/>
            <p:cNvSpPr/>
            <p:nvPr/>
          </p:nvSpPr>
          <p:spPr>
            <a:xfrm>
              <a:off x="5603" y="850"/>
              <a:ext cx="155" cy="516"/>
            </a:xfrm>
            <a:custGeom>
              <a:avLst/>
              <a:gdLst/>
              <a:ahLst/>
              <a:cxnLst>
                <a:cxn ang="0">
                  <a:pos x="155" y="516"/>
                </a:cxn>
                <a:cxn ang="0">
                  <a:pos x="155" y="204"/>
                </a:cxn>
                <a:cxn ang="0">
                  <a:pos x="77" y="0"/>
                </a:cxn>
                <a:cxn ang="0">
                  <a:pos x="0" y="192"/>
                </a:cxn>
                <a:cxn ang="0">
                  <a:pos x="155" y="516"/>
                </a:cxn>
                <a:cxn ang="0">
                  <a:pos x="155" y="516"/>
                </a:cxn>
              </a:cxnLst>
              <a:pathLst>
                <a:path w="155" h="516">
                  <a:moveTo>
                    <a:pt x="155" y="516"/>
                  </a:moveTo>
                  <a:lnTo>
                    <a:pt x="155" y="204"/>
                  </a:lnTo>
                  <a:lnTo>
                    <a:pt x="77" y="0"/>
                  </a:lnTo>
                  <a:lnTo>
                    <a:pt x="0" y="192"/>
                  </a:lnTo>
                  <a:lnTo>
                    <a:pt x="155" y="516"/>
                  </a:lnTo>
                  <a:close/>
                </a:path>
              </a:pathLst>
            </a:custGeom>
            <a:solidFill>
              <a:schemeClr val="bg2"/>
            </a:solidFill>
            <a:ln w="9525">
              <a:noFill/>
            </a:ln>
          </p:spPr>
          <p:txBody>
            <a:bodyPr/>
            <a:p>
              <a:endParaRPr lang="en-US" sz="100"/>
            </a:p>
          </p:txBody>
        </p:sp>
        <p:sp>
          <p:nvSpPr>
            <p:cNvPr id="16410" name="任意多边形 11289"/>
            <p:cNvSpPr/>
            <p:nvPr/>
          </p:nvSpPr>
          <p:spPr>
            <a:xfrm>
              <a:off x="5107" y="0"/>
              <a:ext cx="573" cy="1042"/>
            </a:xfrm>
            <a:custGeom>
              <a:avLst/>
              <a:gdLst/>
              <a:ahLst/>
              <a:cxnLst>
                <a:cxn ang="0">
                  <a:pos x="0" y="0"/>
                </a:cxn>
                <a:cxn ang="0">
                  <a:pos x="496" y="1042"/>
                </a:cxn>
                <a:cxn ang="0">
                  <a:pos x="573" y="850"/>
                </a:cxn>
                <a:cxn ang="0">
                  <a:pos x="250" y="0"/>
                </a:cxn>
                <a:cxn ang="0">
                  <a:pos x="0" y="0"/>
                </a:cxn>
                <a:cxn ang="0">
                  <a:pos x="0" y="0"/>
                </a:cxn>
              </a:cxnLst>
              <a:pathLst>
                <a:path w="574" h="1043">
                  <a:moveTo>
                    <a:pt x="0" y="0"/>
                  </a:moveTo>
                  <a:lnTo>
                    <a:pt x="497" y="1043"/>
                  </a:lnTo>
                  <a:lnTo>
                    <a:pt x="574" y="851"/>
                  </a:lnTo>
                  <a:lnTo>
                    <a:pt x="251"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16411" name="任意多边形 11290"/>
            <p:cNvSpPr/>
            <p:nvPr/>
          </p:nvSpPr>
          <p:spPr>
            <a:xfrm>
              <a:off x="5411" y="0"/>
              <a:ext cx="341" cy="796"/>
            </a:xfrm>
            <a:custGeom>
              <a:avLst/>
              <a:gdLst/>
              <a:ahLst/>
              <a:cxnLst>
                <a:cxn ang="0">
                  <a:pos x="144" y="0"/>
                </a:cxn>
                <a:cxn ang="0">
                  <a:pos x="0" y="0"/>
                </a:cxn>
                <a:cxn ang="0">
                  <a:pos x="287" y="796"/>
                </a:cxn>
                <a:cxn ang="0">
                  <a:pos x="341" y="652"/>
                </a:cxn>
                <a:cxn ang="0">
                  <a:pos x="144" y="0"/>
                </a:cxn>
                <a:cxn ang="0">
                  <a:pos x="144" y="0"/>
                </a:cxn>
              </a:cxnLst>
              <a:pathLst>
                <a:path w="341" h="797">
                  <a:moveTo>
                    <a:pt x="144" y="0"/>
                  </a:moveTo>
                  <a:lnTo>
                    <a:pt x="0" y="0"/>
                  </a:lnTo>
                  <a:lnTo>
                    <a:pt x="287" y="797"/>
                  </a:lnTo>
                  <a:lnTo>
                    <a:pt x="341" y="653"/>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16412" name="任意多边形 11291"/>
            <p:cNvSpPr/>
            <p:nvPr/>
          </p:nvSpPr>
          <p:spPr>
            <a:xfrm>
              <a:off x="5698" y="653"/>
              <a:ext cx="60" cy="311"/>
            </a:xfrm>
            <a:custGeom>
              <a:avLst/>
              <a:gdLst/>
              <a:ahLst/>
              <a:cxnLst>
                <a:cxn ang="0">
                  <a:pos x="0" y="143"/>
                </a:cxn>
                <a:cxn ang="0">
                  <a:pos x="60" y="311"/>
                </a:cxn>
                <a:cxn ang="0">
                  <a:pos x="60" y="5"/>
                </a:cxn>
                <a:cxn ang="0">
                  <a:pos x="54" y="0"/>
                </a:cxn>
                <a:cxn ang="0">
                  <a:pos x="0" y="143"/>
                </a:cxn>
                <a:cxn ang="0">
                  <a:pos x="0" y="143"/>
                </a:cxn>
              </a:cxnLst>
              <a:pathLst>
                <a:path w="60" h="312">
                  <a:moveTo>
                    <a:pt x="0" y="144"/>
                  </a:moveTo>
                  <a:lnTo>
                    <a:pt x="60" y="312"/>
                  </a:lnTo>
                  <a:lnTo>
                    <a:pt x="60" y="6"/>
                  </a:lnTo>
                  <a:lnTo>
                    <a:pt x="54" y="0"/>
                  </a:lnTo>
                  <a:lnTo>
                    <a:pt x="0" y="144"/>
                  </a:lnTo>
                  <a:close/>
                </a:path>
              </a:pathLst>
            </a:custGeom>
            <a:solidFill>
              <a:schemeClr val="bg2"/>
            </a:solidFill>
            <a:ln w="9525">
              <a:noFill/>
            </a:ln>
          </p:spPr>
          <p:txBody>
            <a:bodyPr/>
            <a:p>
              <a:endParaRPr lang="en-US" sz="100"/>
            </a:p>
          </p:txBody>
        </p:sp>
        <p:sp>
          <p:nvSpPr>
            <p:cNvPr id="16413" name="任意多边形 11292"/>
            <p:cNvSpPr/>
            <p:nvPr/>
          </p:nvSpPr>
          <p:spPr>
            <a:xfrm>
              <a:off x="2" y="1601"/>
              <a:ext cx="5752" cy="1864"/>
            </a:xfrm>
            <a:custGeom>
              <a:avLst/>
              <a:gdLst/>
              <a:ahLst/>
              <a:cxnLst>
                <a:cxn ang="0">
                  <a:pos x="0" y="371"/>
                </a:cxn>
                <a:cxn ang="0">
                  <a:pos x="5752" y="1864"/>
                </a:cxn>
                <a:cxn ang="0">
                  <a:pos x="5752" y="1834"/>
                </a:cxn>
                <a:cxn ang="0">
                  <a:pos x="0" y="0"/>
                </a:cxn>
                <a:cxn ang="0">
                  <a:pos x="0" y="371"/>
                </a:cxn>
                <a:cxn ang="0">
                  <a:pos x="0" y="371"/>
                </a:cxn>
              </a:cxnLst>
              <a:pathLst>
                <a:path w="5740" h="1864">
                  <a:moveTo>
                    <a:pt x="0" y="371"/>
                  </a:moveTo>
                  <a:lnTo>
                    <a:pt x="5740" y="1864"/>
                  </a:lnTo>
                  <a:lnTo>
                    <a:pt x="5740" y="1834"/>
                  </a:lnTo>
                  <a:lnTo>
                    <a:pt x="0" y="0"/>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16414" name="任意多边形 11293"/>
            <p:cNvSpPr/>
            <p:nvPr/>
          </p:nvSpPr>
          <p:spPr>
            <a:xfrm>
              <a:off x="5754" y="3483"/>
              <a:ext cx="6" cy="6"/>
            </a:xfrm>
            <a:custGeom>
              <a:avLst/>
              <a:gdLst/>
              <a:ahLst/>
              <a:cxnLst>
                <a:cxn ang="0">
                  <a:pos x="6" y="6"/>
                </a:cxn>
                <a:cxn ang="0">
                  <a:pos x="0" y="0"/>
                </a:cxn>
                <a:cxn ang="0">
                  <a:pos x="0" y="6"/>
                </a:cxn>
                <a:cxn ang="0">
                  <a:pos x="6" y="6"/>
                </a:cxn>
                <a:cxn ang="0">
                  <a:pos x="6" y="6"/>
                </a:cxn>
              </a:cxnLst>
              <a:pathLst>
                <a:path w="6" h="6">
                  <a:moveTo>
                    <a:pt x="6" y="6"/>
                  </a:moveTo>
                  <a:lnTo>
                    <a:pt x="0" y="0"/>
                  </a:lnTo>
                  <a:lnTo>
                    <a:pt x="0" y="6"/>
                  </a:lnTo>
                  <a:lnTo>
                    <a:pt x="6" y="6"/>
                  </a:lnTo>
                  <a:close/>
                </a:path>
              </a:pathLst>
            </a:custGeom>
            <a:solidFill>
              <a:srgbClr val="18FF00"/>
            </a:solidFill>
            <a:ln w="9525">
              <a:noFill/>
            </a:ln>
          </p:spPr>
          <p:txBody>
            <a:bodyPr/>
            <a:p>
              <a:endParaRPr lang="en-US" sz="100"/>
            </a:p>
          </p:txBody>
        </p:sp>
        <p:sp>
          <p:nvSpPr>
            <p:cNvPr id="16415" name="任意多边形 11294"/>
            <p:cNvSpPr/>
            <p:nvPr/>
          </p:nvSpPr>
          <p:spPr>
            <a:xfrm>
              <a:off x="2" y="2152"/>
              <a:ext cx="5752" cy="1337"/>
            </a:xfrm>
            <a:custGeom>
              <a:avLst/>
              <a:gdLst/>
              <a:ahLst/>
              <a:cxnLst>
                <a:cxn ang="0">
                  <a:pos x="0" y="366"/>
                </a:cxn>
                <a:cxn ang="0">
                  <a:pos x="5752" y="1337"/>
                </a:cxn>
                <a:cxn ang="0">
                  <a:pos x="5752" y="1331"/>
                </a:cxn>
                <a:cxn ang="0">
                  <a:pos x="0" y="0"/>
                </a:cxn>
                <a:cxn ang="0">
                  <a:pos x="0" y="366"/>
                </a:cxn>
                <a:cxn ang="0">
                  <a:pos x="0" y="366"/>
                </a:cxn>
              </a:cxnLst>
              <a:pathLst>
                <a:path w="5740" h="1337">
                  <a:moveTo>
                    <a:pt x="0" y="366"/>
                  </a:moveTo>
                  <a:lnTo>
                    <a:pt x="5740" y="1337"/>
                  </a:lnTo>
                  <a:lnTo>
                    <a:pt x="5740" y="1331"/>
                  </a:lnTo>
                  <a:lnTo>
                    <a:pt x="0" y="0"/>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6416" name="任意多边形 11295"/>
            <p:cNvSpPr/>
            <p:nvPr/>
          </p:nvSpPr>
          <p:spPr>
            <a:xfrm>
              <a:off x="2" y="3177"/>
              <a:ext cx="5752" cy="414"/>
            </a:xfrm>
            <a:custGeom>
              <a:avLst/>
              <a:gdLst/>
              <a:ahLst/>
              <a:cxnLst>
                <a:cxn ang="0">
                  <a:pos x="0" y="48"/>
                </a:cxn>
                <a:cxn ang="0">
                  <a:pos x="5752" y="414"/>
                </a:cxn>
                <a:cxn ang="0">
                  <a:pos x="5752" y="402"/>
                </a:cxn>
                <a:cxn ang="0">
                  <a:pos x="0" y="0"/>
                </a:cxn>
                <a:cxn ang="0">
                  <a:pos x="0" y="48"/>
                </a:cxn>
                <a:cxn ang="0">
                  <a:pos x="0" y="48"/>
                </a:cxn>
              </a:cxnLst>
              <a:pathLst>
                <a:path w="5740" h="414">
                  <a:moveTo>
                    <a:pt x="0" y="48"/>
                  </a:moveTo>
                  <a:lnTo>
                    <a:pt x="5740" y="414"/>
                  </a:lnTo>
                  <a:lnTo>
                    <a:pt x="5740" y="402"/>
                  </a:lnTo>
                  <a:lnTo>
                    <a:pt x="0" y="0"/>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16417" name="任意多边形 11296"/>
            <p:cNvSpPr/>
            <p:nvPr/>
          </p:nvSpPr>
          <p:spPr>
            <a:xfrm>
              <a:off x="1297" y="0"/>
              <a:ext cx="4457" cy="3177"/>
            </a:xfrm>
            <a:custGeom>
              <a:avLst/>
              <a:gdLst/>
              <a:ahLst/>
              <a:cxnLst>
                <a:cxn ang="0">
                  <a:pos x="0" y="0"/>
                </a:cxn>
                <a:cxn ang="0">
                  <a:pos x="4457" y="3177"/>
                </a:cxn>
                <a:cxn ang="0">
                  <a:pos x="4457" y="3153"/>
                </a:cxn>
                <a:cxn ang="0">
                  <a:pos x="125" y="0"/>
                </a:cxn>
                <a:cxn ang="0">
                  <a:pos x="0" y="0"/>
                </a:cxn>
                <a:cxn ang="0">
                  <a:pos x="0" y="0"/>
                </a:cxn>
              </a:cxnLst>
              <a:pathLst>
                <a:path w="4448" h="3177">
                  <a:moveTo>
                    <a:pt x="0" y="0"/>
                  </a:moveTo>
                  <a:lnTo>
                    <a:pt x="4448" y="3177"/>
                  </a:lnTo>
                  <a:lnTo>
                    <a:pt x="4448" y="3153"/>
                  </a:lnTo>
                  <a:lnTo>
                    <a:pt x="125"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16418" name="任意多边形 11297"/>
            <p:cNvSpPr/>
            <p:nvPr/>
          </p:nvSpPr>
          <p:spPr>
            <a:xfrm>
              <a:off x="3321" y="0"/>
              <a:ext cx="2433" cy="2614"/>
            </a:xfrm>
            <a:custGeom>
              <a:avLst/>
              <a:gdLst/>
              <a:ahLst/>
              <a:cxnLst>
                <a:cxn ang="0">
                  <a:pos x="0" y="0"/>
                </a:cxn>
                <a:cxn ang="0">
                  <a:pos x="2433" y="2614"/>
                </a:cxn>
                <a:cxn ang="0">
                  <a:pos x="2433" y="2608"/>
                </a:cxn>
                <a:cxn ang="0">
                  <a:pos x="66" y="0"/>
                </a:cxn>
                <a:cxn ang="0">
                  <a:pos x="0" y="0"/>
                </a:cxn>
                <a:cxn ang="0">
                  <a:pos x="0" y="0"/>
                </a:cxn>
              </a:cxnLst>
              <a:pathLst>
                <a:path w="2428" h="2614">
                  <a:moveTo>
                    <a:pt x="0" y="0"/>
                  </a:moveTo>
                  <a:lnTo>
                    <a:pt x="2428" y="2614"/>
                  </a:lnTo>
                  <a:lnTo>
                    <a:pt x="2428" y="2608"/>
                  </a:lnTo>
                  <a:lnTo>
                    <a:pt x="66"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16419" name="任意多边形 11298"/>
            <p:cNvSpPr/>
            <p:nvPr/>
          </p:nvSpPr>
          <p:spPr>
            <a:xfrm>
              <a:off x="3950" y="0"/>
              <a:ext cx="1804" cy="2464"/>
            </a:xfrm>
            <a:custGeom>
              <a:avLst/>
              <a:gdLst/>
              <a:ahLst/>
              <a:cxnLst>
                <a:cxn ang="0">
                  <a:pos x="486" y="0"/>
                </a:cxn>
                <a:cxn ang="0">
                  <a:pos x="0" y="0"/>
                </a:cxn>
                <a:cxn ang="0">
                  <a:pos x="1804" y="2464"/>
                </a:cxn>
                <a:cxn ang="0">
                  <a:pos x="1804" y="2248"/>
                </a:cxn>
                <a:cxn ang="0">
                  <a:pos x="1797" y="2248"/>
                </a:cxn>
                <a:cxn ang="0">
                  <a:pos x="486" y="0"/>
                </a:cxn>
                <a:cxn ang="0">
                  <a:pos x="486" y="0"/>
                </a:cxn>
              </a:cxnLst>
              <a:pathLst>
                <a:path w="1800" h="2464">
                  <a:moveTo>
                    <a:pt x="485" y="0"/>
                  </a:moveTo>
                  <a:lnTo>
                    <a:pt x="0" y="0"/>
                  </a:lnTo>
                  <a:lnTo>
                    <a:pt x="1800" y="2464"/>
                  </a:lnTo>
                  <a:lnTo>
                    <a:pt x="1800" y="2248"/>
                  </a:lnTo>
                  <a:lnTo>
                    <a:pt x="1794" y="2248"/>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6420" name="任意多边形 11299"/>
            <p:cNvSpPr/>
            <p:nvPr/>
          </p:nvSpPr>
          <p:spPr>
            <a:xfrm>
              <a:off x="4519" y="0"/>
              <a:ext cx="1235" cy="2074"/>
            </a:xfrm>
            <a:custGeom>
              <a:avLst/>
              <a:gdLst/>
              <a:ahLst/>
              <a:cxnLst>
                <a:cxn ang="0">
                  <a:pos x="0" y="0"/>
                </a:cxn>
                <a:cxn ang="0">
                  <a:pos x="1235" y="2074"/>
                </a:cxn>
                <a:cxn ang="0">
                  <a:pos x="1235" y="2038"/>
                </a:cxn>
                <a:cxn ang="0">
                  <a:pos x="42" y="0"/>
                </a:cxn>
                <a:cxn ang="0">
                  <a:pos x="0" y="0"/>
                </a:cxn>
                <a:cxn ang="0">
                  <a:pos x="0" y="0"/>
                </a:cxn>
              </a:cxnLst>
              <a:pathLst>
                <a:path w="1232" h="2074">
                  <a:moveTo>
                    <a:pt x="0" y="0"/>
                  </a:moveTo>
                  <a:lnTo>
                    <a:pt x="1232" y="2074"/>
                  </a:lnTo>
                  <a:lnTo>
                    <a:pt x="1232" y="2038"/>
                  </a:lnTo>
                  <a:lnTo>
                    <a:pt x="42"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16421" name="任意多边形 11300"/>
            <p:cNvSpPr/>
            <p:nvPr/>
          </p:nvSpPr>
          <p:spPr>
            <a:xfrm>
              <a:off x="4694" y="0"/>
              <a:ext cx="1060" cy="1936"/>
            </a:xfrm>
            <a:custGeom>
              <a:avLst/>
              <a:gdLst/>
              <a:ahLst/>
              <a:cxnLst>
                <a:cxn ang="0">
                  <a:pos x="0" y="0"/>
                </a:cxn>
                <a:cxn ang="0">
                  <a:pos x="1060" y="1936"/>
                </a:cxn>
                <a:cxn ang="0">
                  <a:pos x="1060" y="1930"/>
                </a:cxn>
                <a:cxn ang="0">
                  <a:pos x="54" y="0"/>
                </a:cxn>
                <a:cxn ang="0">
                  <a:pos x="0" y="0"/>
                </a:cxn>
                <a:cxn ang="0">
                  <a:pos x="0" y="0"/>
                </a:cxn>
              </a:cxnLst>
              <a:pathLst>
                <a:path w="1058" h="1936">
                  <a:moveTo>
                    <a:pt x="0" y="0"/>
                  </a:moveTo>
                  <a:lnTo>
                    <a:pt x="1058" y="1936"/>
                  </a:lnTo>
                  <a:lnTo>
                    <a:pt x="1058" y="1930"/>
                  </a:lnTo>
                  <a:lnTo>
                    <a:pt x="54"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16422" name="任意多边形 11301"/>
            <p:cNvSpPr/>
            <p:nvPr/>
          </p:nvSpPr>
          <p:spPr>
            <a:xfrm>
              <a:off x="4981" y="0"/>
              <a:ext cx="773" cy="1487"/>
            </a:xfrm>
            <a:custGeom>
              <a:avLst/>
              <a:gdLst/>
              <a:ahLst/>
              <a:cxnLst>
                <a:cxn ang="0">
                  <a:pos x="773" y="1433"/>
                </a:cxn>
                <a:cxn ang="0">
                  <a:pos x="42" y="0"/>
                </a:cxn>
                <a:cxn ang="0">
                  <a:pos x="0" y="0"/>
                </a:cxn>
                <a:cxn ang="0">
                  <a:pos x="773" y="1487"/>
                </a:cxn>
                <a:cxn ang="0">
                  <a:pos x="773" y="1433"/>
                </a:cxn>
                <a:cxn ang="0">
                  <a:pos x="773" y="1433"/>
                </a:cxn>
              </a:cxnLst>
              <a:pathLst>
                <a:path w="771" h="1487">
                  <a:moveTo>
                    <a:pt x="771" y="1433"/>
                  </a:moveTo>
                  <a:lnTo>
                    <a:pt x="42" y="0"/>
                  </a:lnTo>
                  <a:lnTo>
                    <a:pt x="0" y="0"/>
                  </a:lnTo>
                  <a:lnTo>
                    <a:pt x="771" y="1487"/>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16423" name="组合 11302"/>
            <p:cNvGrpSpPr/>
            <p:nvPr userDrawn="1"/>
          </p:nvGrpSpPr>
          <p:grpSpPr>
            <a:xfrm>
              <a:off x="0" y="1632"/>
              <a:ext cx="5758" cy="1858"/>
              <a:chOff x="0" y="0"/>
              <a:chExt cx="5758" cy="1858"/>
            </a:xfrm>
          </p:grpSpPr>
          <p:sp>
            <p:nvSpPr>
              <p:cNvPr id="16424" name="任意多边形 11303"/>
              <p:cNvSpPr/>
              <p:nvPr/>
            </p:nvSpPr>
            <p:spPr>
              <a:xfrm>
                <a:off x="0" y="0"/>
                <a:ext cx="3670" cy="1313"/>
              </a:xfrm>
              <a:custGeom>
                <a:avLst/>
                <a:gdLst/>
                <a:ahLst/>
                <a:cxnLst>
                  <a:cxn ang="0">
                    <a:pos x="0" y="0"/>
                  </a:cxn>
                  <a:cxn ang="0">
                    <a:pos x="0" y="366"/>
                  </a:cxn>
                  <a:cxn ang="0">
                    <a:pos x="3645" y="1313"/>
                  </a:cxn>
                  <a:cxn ang="0">
                    <a:pos x="3657" y="1235"/>
                  </a:cxn>
                  <a:cxn ang="0">
                    <a:pos x="3670" y="1163"/>
                  </a:cxn>
                  <a:cxn ang="0">
                    <a:pos x="0" y="0"/>
                  </a:cxn>
                  <a:cxn ang="0">
                    <a:pos x="0" y="0"/>
                  </a:cxn>
                </a:cxnLst>
                <a:pathLst>
                  <a:path w="3659" h="1313">
                    <a:moveTo>
                      <a:pt x="0" y="0"/>
                    </a:moveTo>
                    <a:lnTo>
                      <a:pt x="0" y="366"/>
                    </a:lnTo>
                    <a:lnTo>
                      <a:pt x="3635" y="1313"/>
                    </a:lnTo>
                    <a:lnTo>
                      <a:pt x="3647" y="1235"/>
                    </a:lnTo>
                    <a:lnTo>
                      <a:pt x="3659" y="1163"/>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6425" name="任意多边形 11304"/>
              <p:cNvSpPr/>
              <p:nvPr/>
            </p:nvSpPr>
            <p:spPr>
              <a:xfrm>
                <a:off x="3646" y="1163"/>
                <a:ext cx="2112" cy="695"/>
              </a:xfrm>
              <a:custGeom>
                <a:avLst/>
                <a:gdLst/>
                <a:ahLst/>
                <a:cxnLst>
                  <a:cxn ang="0">
                    <a:pos x="2112" y="665"/>
                  </a:cxn>
                  <a:cxn ang="0">
                    <a:pos x="24" y="0"/>
                  </a:cxn>
                  <a:cxn ang="0">
                    <a:pos x="12" y="72"/>
                  </a:cxn>
                  <a:cxn ang="0">
                    <a:pos x="0" y="150"/>
                  </a:cxn>
                  <a:cxn ang="0">
                    <a:pos x="2112" y="695"/>
                  </a:cxn>
                  <a:cxn ang="0">
                    <a:pos x="2112" y="665"/>
                  </a:cxn>
                  <a:cxn ang="0">
                    <a:pos x="2112" y="665"/>
                  </a:cxn>
                </a:cxnLst>
                <a:pathLst>
                  <a:path w="2105" h="695">
                    <a:moveTo>
                      <a:pt x="2105" y="665"/>
                    </a:moveTo>
                    <a:lnTo>
                      <a:pt x="24" y="0"/>
                    </a:lnTo>
                    <a:lnTo>
                      <a:pt x="12" y="72"/>
                    </a:lnTo>
                    <a:lnTo>
                      <a:pt x="0" y="150"/>
                    </a:lnTo>
                    <a:lnTo>
                      <a:pt x="2105" y="69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11306" name="标题 11305"/>
          <p:cNvSpPr>
            <a:spLocks noGrp="1"/>
          </p:cNvSpPr>
          <p:nvPr>
            <p:ph type="ctrTitle" sz="quarter"/>
          </p:nvPr>
        </p:nvSpPr>
        <p:spPr>
          <a:xfrm>
            <a:off x="457200" y="1200360"/>
            <a:ext cx="8229600" cy="1371840"/>
          </a:xfrm>
          <a:prstGeom prst="rect">
            <a:avLst/>
          </a:prstGeom>
          <a:noFill/>
          <a:ln w="9525">
            <a:noFill/>
            <a:miter/>
          </a:ln>
        </p:spPr>
        <p:txBody>
          <a:bodyP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11307" name="副标题 11306"/>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44" name="日期占位符 11307"/>
          <p:cNvSpPr>
            <a:spLocks noGrp="1"/>
          </p:cNvSpPr>
          <p:nvPr>
            <p:ph type="dt" sz="quarter" idx="10"/>
          </p:nvPr>
        </p:nvSpPr>
        <p:spPr>
          <a:xfrm>
            <a:off x="457200" y="4683547"/>
            <a:ext cx="2133600" cy="342960"/>
          </a:xfrm>
          <a:prstGeom prst="rect">
            <a:avLst/>
          </a:prstGeom>
          <a:noFill/>
          <a:ln w="9525">
            <a:noFill/>
            <a:miter/>
          </a:ln>
        </p:spPr>
        <p:txBody>
          <a:bodyPr anchor="b"/>
          <a:lstStyle>
            <a:lvl1pPr>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45" name="页脚占位符 11308"/>
          <p:cNvSpPr>
            <a:spLocks noGrp="1"/>
          </p:cNvSpPr>
          <p:nvPr>
            <p:ph type="ftr" sz="quarter" idx="11"/>
          </p:nvPr>
        </p:nvSpPr>
        <p:spPr>
          <a:xfrm>
            <a:off x="3124200" y="4687120"/>
            <a:ext cx="2895600" cy="342960"/>
          </a:xfrm>
          <a:prstGeom prst="rect">
            <a:avLst/>
          </a:prstGeom>
          <a:noFill/>
          <a:ln w="9525">
            <a:noFill/>
            <a:miter/>
          </a:ln>
        </p:spPr>
        <p:txBody>
          <a:bodyPr anchor="b"/>
          <a:lstStyle>
            <a:lvl1pPr>
              <a:defRPr/>
            </a:lvl1pPr>
          </a:lstStyle>
          <a:p>
            <a:pPr fontAlgn="base"/>
            <a:endParaRPr lang="en-US" altLang="x-none" strike="noStrike" noProof="1"/>
          </a:p>
        </p:txBody>
      </p:sp>
      <p:sp>
        <p:nvSpPr>
          <p:cNvPr id="46" name="灯片编号占位符 11309"/>
          <p:cNvSpPr>
            <a:spLocks noGrp="1"/>
          </p:cNvSpPr>
          <p:nvPr>
            <p:ph type="sldNum" sz="quarter" idx="12"/>
          </p:nvPr>
        </p:nvSpPr>
        <p:spPr>
          <a:xfrm>
            <a:off x="6553200" y="4683547"/>
            <a:ext cx="2133600" cy="342960"/>
          </a:xfrm>
          <a:prstGeom prst="rect">
            <a:avLst/>
          </a:prstGeom>
          <a:noFill/>
          <a:ln w="9525">
            <a:noFill/>
            <a:miter/>
          </a:ln>
        </p:spPr>
        <p:txBody>
          <a:bodyPr vert="horz" wrap="square" lIns="91440" tIns="45720" rIns="91440" bIns="45720" numCol="1" anchor="b" anchorCtr="0" compatLnSpc="1"/>
          <a:lstStyle>
            <a:lvl1pPr>
              <a:defRPr/>
            </a:lvl1pPr>
          </a:lstStyle>
          <a:p>
            <a:pPr fontAlgn="base"/>
            <a:fld id="{E7BA8D9E-9FDD-428E-8E36-B0101A9FEDE4}" type="slidenum">
              <a:rPr lang="zh-CN" altLang="en-US" strike="noStrike" noProof="1">
                <a:latin typeface="Arial" panose="020B0604020202020204" pitchFamily="34" charset="0"/>
                <a:ea typeface="宋体" panose="02010600030101010101" pitchFamily="2" charset="-122"/>
                <a:cs typeface="+mn-cs"/>
              </a:rPr>
            </a:fld>
            <a:endParaRPr 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434E5520-97F6-4F45-BBB2-12C7969AF88C}"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434E5520-97F6-4F45-BBB2-12C7969AF88C}"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434E5520-97F6-4F45-BBB2-12C7969AF88C}"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8" name="Footer Placeholder 7"/>
          <p:cNvSpPr>
            <a:spLocks noGrp="1"/>
          </p:cNvSpPr>
          <p:nvPr>
            <p:ph type="ftr" sz="quarter" idx="11"/>
          </p:nvPr>
        </p:nvSpPr>
        <p:spPr/>
        <p:txBody>
          <a:bodyPr/>
          <a:p>
            <a:pPr fontAlgn="base"/>
            <a:endParaRPr lang="zh-CN" altLang="en-US" strike="noStrike" noProof="1"/>
          </a:p>
        </p:txBody>
      </p:sp>
      <p:sp>
        <p:nvSpPr>
          <p:cNvPr id="9" name="Slide Number Placeholder 8"/>
          <p:cNvSpPr>
            <a:spLocks noGrp="1"/>
          </p:cNvSpPr>
          <p:nvPr>
            <p:ph type="sldNum" sz="quarter" idx="12"/>
          </p:nvPr>
        </p:nvSpPr>
        <p:spPr/>
        <p:txBody>
          <a:bodyPr/>
          <a:p>
            <a:pPr fontAlgn="base"/>
            <a:fld id="{434E5520-97F6-4F45-BBB2-12C7969AF88C}"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4" name="Footer Placeholder 3"/>
          <p:cNvSpPr>
            <a:spLocks noGrp="1"/>
          </p:cNvSpPr>
          <p:nvPr>
            <p:ph type="ftr" sz="quarter" idx="11"/>
          </p:nvPr>
        </p:nvSpPr>
        <p:spPr/>
        <p:txBody>
          <a:bodyPr/>
          <a:p>
            <a:pPr fontAlgn="base"/>
            <a:endParaRPr lang="zh-CN" altLang="en-US" strike="noStrike" noProof="1"/>
          </a:p>
        </p:txBody>
      </p:sp>
      <p:sp>
        <p:nvSpPr>
          <p:cNvPr id="5" name="Slide Number Placeholder 4"/>
          <p:cNvSpPr>
            <a:spLocks noGrp="1"/>
          </p:cNvSpPr>
          <p:nvPr>
            <p:ph type="sldNum" sz="quarter" idx="12"/>
          </p:nvPr>
        </p:nvSpPr>
        <p:spPr/>
        <p:txBody>
          <a:bodyPr/>
          <a:p>
            <a:pPr fontAlgn="base"/>
            <a:fld id="{434E5520-97F6-4F45-BBB2-12C7969AF88C}"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 name="Footer Placeholder 2"/>
          <p:cNvSpPr>
            <a:spLocks noGrp="1"/>
          </p:cNvSpPr>
          <p:nvPr>
            <p:ph type="ftr" sz="quarter" idx="11"/>
          </p:nvPr>
        </p:nvSpPr>
        <p:spPr/>
        <p:txBody>
          <a:bodyPr/>
          <a:p>
            <a:pPr fontAlgn="base"/>
            <a:endParaRPr lang="zh-CN" altLang="en-US" strike="noStrike" noProof="1"/>
          </a:p>
        </p:txBody>
      </p:sp>
      <p:sp>
        <p:nvSpPr>
          <p:cNvPr id="4" name="Slide Number Placeholder 3"/>
          <p:cNvSpPr>
            <a:spLocks noGrp="1"/>
          </p:cNvSpPr>
          <p:nvPr>
            <p:ph type="sldNum" sz="quarter" idx="12"/>
          </p:nvPr>
        </p:nvSpPr>
        <p:spPr/>
        <p:txBody>
          <a:bodyPr/>
          <a:p>
            <a:pPr fontAlgn="base"/>
            <a:fld id="{434E5520-97F6-4F45-BBB2-12C7969AF88C}"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434E5520-97F6-4F45-BBB2-12C7969AF88C}"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434E5520-97F6-4F45-BBB2-12C7969AF88C}"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434E5520-97F6-4F45-BBB2-12C7969AF88C}"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434E5520-97F6-4F45-BBB2-12C7969AF88C}"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EBD42833-9DBE-4540-8CD2-D21C42C113A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EBD42833-9DBE-4540-8CD2-D21C42C113A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EBD42833-9DBE-4540-8CD2-D21C42C113A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EBD42833-9DBE-4540-8CD2-D21C42C113A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8" name="Footer Placeholder 7"/>
          <p:cNvSpPr>
            <a:spLocks noGrp="1"/>
          </p:cNvSpPr>
          <p:nvPr>
            <p:ph type="ftr" sz="quarter" idx="11"/>
          </p:nvPr>
        </p:nvSpPr>
        <p:spPr/>
        <p:txBody>
          <a:bodyPr/>
          <a:p>
            <a:pPr fontAlgn="base"/>
            <a:endParaRPr lang="zh-CN" altLang="en-US" strike="noStrike" noProof="1"/>
          </a:p>
        </p:txBody>
      </p:sp>
      <p:sp>
        <p:nvSpPr>
          <p:cNvPr id="9" name="Slide Number Placeholder 8"/>
          <p:cNvSpPr>
            <a:spLocks noGrp="1"/>
          </p:cNvSpPr>
          <p:nvPr>
            <p:ph type="sldNum" sz="quarter" idx="12"/>
          </p:nvPr>
        </p:nvSpPr>
        <p:spPr/>
        <p:txBody>
          <a:bodyPr/>
          <a:p>
            <a:pPr fontAlgn="base"/>
            <a:fld id="{EBD42833-9DBE-4540-8CD2-D21C42C113A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4" name="Footer Placeholder 3"/>
          <p:cNvSpPr>
            <a:spLocks noGrp="1"/>
          </p:cNvSpPr>
          <p:nvPr>
            <p:ph type="ftr" sz="quarter" idx="11"/>
          </p:nvPr>
        </p:nvSpPr>
        <p:spPr/>
        <p:txBody>
          <a:bodyPr/>
          <a:p>
            <a:pPr fontAlgn="base"/>
            <a:endParaRPr lang="zh-CN" altLang="en-US" strike="noStrike" noProof="1"/>
          </a:p>
        </p:txBody>
      </p:sp>
      <p:sp>
        <p:nvSpPr>
          <p:cNvPr id="5" name="Slide Number Placeholder 4"/>
          <p:cNvSpPr>
            <a:spLocks noGrp="1"/>
          </p:cNvSpPr>
          <p:nvPr>
            <p:ph type="sldNum" sz="quarter" idx="12"/>
          </p:nvPr>
        </p:nvSpPr>
        <p:spPr/>
        <p:txBody>
          <a:bodyPr/>
          <a:p>
            <a:pPr fontAlgn="base"/>
            <a:fld id="{EBD42833-9DBE-4540-8CD2-D21C42C113A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 name="Footer Placeholder 2"/>
          <p:cNvSpPr>
            <a:spLocks noGrp="1"/>
          </p:cNvSpPr>
          <p:nvPr>
            <p:ph type="ftr" sz="quarter" idx="11"/>
          </p:nvPr>
        </p:nvSpPr>
        <p:spPr/>
        <p:txBody>
          <a:bodyPr/>
          <a:p>
            <a:pPr fontAlgn="base"/>
            <a:endParaRPr lang="zh-CN" altLang="en-US" strike="noStrike" noProof="1"/>
          </a:p>
        </p:txBody>
      </p:sp>
      <p:sp>
        <p:nvSpPr>
          <p:cNvPr id="4" name="Slide Number Placeholder 3"/>
          <p:cNvSpPr>
            <a:spLocks noGrp="1"/>
          </p:cNvSpPr>
          <p:nvPr>
            <p:ph type="sldNum" sz="quarter" idx="12"/>
          </p:nvPr>
        </p:nvSpPr>
        <p:spPr/>
        <p:txBody>
          <a:bodyPr/>
          <a:p>
            <a:pPr fontAlgn="base"/>
            <a:fld id="{EBD42833-9DBE-4540-8CD2-D21C42C113A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EBD42833-9DBE-4540-8CD2-D21C42C113A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EBD42833-9DBE-4540-8CD2-D21C42C113A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EBD42833-9DBE-4540-8CD2-D21C42C113A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EBD42833-9DBE-4540-8CD2-D21C42C113A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17410" name="组合 14337"/>
          <p:cNvGrpSpPr/>
          <p:nvPr/>
        </p:nvGrpSpPr>
        <p:grpSpPr>
          <a:xfrm>
            <a:off x="0" y="0"/>
            <a:ext cx="9144000" cy="5143209"/>
            <a:chOff x="0" y="0"/>
            <a:chExt cx="5760" cy="4319"/>
          </a:xfrm>
        </p:grpSpPr>
        <p:sp>
          <p:nvSpPr>
            <p:cNvPr id="17411" name="任意多边形 14338"/>
            <p:cNvSpPr/>
            <p:nvPr/>
          </p:nvSpPr>
          <p:spPr>
            <a:xfrm>
              <a:off x="0" y="12"/>
              <a:ext cx="5758" cy="3273"/>
            </a:xfrm>
            <a:custGeom>
              <a:avLst/>
              <a:gdLst/>
              <a:ahLst/>
              <a:cxnLst>
                <a:cxn ang="0">
                  <a:pos x="3203" y="1816"/>
                </a:cxn>
                <a:cxn ang="0">
                  <a:pos x="0" y="0"/>
                </a:cxn>
                <a:cxn ang="0">
                  <a:pos x="0" y="522"/>
                </a:cxn>
                <a:cxn ang="0">
                  <a:pos x="3046" y="1978"/>
                </a:cxn>
                <a:cxn ang="0">
                  <a:pos x="5758" y="3273"/>
                </a:cxn>
                <a:cxn ang="0">
                  <a:pos x="5758" y="3267"/>
                </a:cxn>
                <a:cxn ang="0">
                  <a:pos x="3203" y="1816"/>
                </a:cxn>
                <a:cxn ang="0">
                  <a:pos x="3203" y="1816"/>
                </a:cxn>
              </a:cxnLst>
              <a:pathLst>
                <a:path w="5740" h="3273">
                  <a:moveTo>
                    <a:pt x="3193" y="1816"/>
                  </a:moveTo>
                  <a:lnTo>
                    <a:pt x="0" y="0"/>
                  </a:lnTo>
                  <a:lnTo>
                    <a:pt x="0" y="522"/>
                  </a:lnTo>
                  <a:lnTo>
                    <a:pt x="3037" y="1978"/>
                  </a:lnTo>
                  <a:lnTo>
                    <a:pt x="5740" y="3273"/>
                  </a:lnTo>
                  <a:lnTo>
                    <a:pt x="5740" y="3267"/>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17412" name="任意多边形 14339"/>
            <p:cNvSpPr/>
            <p:nvPr/>
          </p:nvSpPr>
          <p:spPr>
            <a:xfrm>
              <a:off x="149" y="0"/>
              <a:ext cx="5609" cy="3243"/>
            </a:xfrm>
            <a:custGeom>
              <a:avLst/>
              <a:gdLst/>
              <a:ahLst/>
              <a:cxnLst>
                <a:cxn ang="0">
                  <a:pos x="3173" y="1714"/>
                </a:cxn>
                <a:cxn ang="0">
                  <a:pos x="432" y="0"/>
                </a:cxn>
                <a:cxn ang="0">
                  <a:pos x="0" y="0"/>
                </a:cxn>
                <a:cxn ang="0">
                  <a:pos x="3095" y="1786"/>
                </a:cxn>
                <a:cxn ang="0">
                  <a:pos x="5609" y="3243"/>
                </a:cxn>
                <a:cxn ang="0">
                  <a:pos x="5609" y="3237"/>
                </a:cxn>
                <a:cxn ang="0">
                  <a:pos x="3173" y="1714"/>
                </a:cxn>
                <a:cxn ang="0">
                  <a:pos x="3173" y="1714"/>
                </a:cxn>
              </a:cxnLst>
              <a:pathLst>
                <a:path w="5591" h="3243">
                  <a:moveTo>
                    <a:pt x="3163" y="1714"/>
                  </a:moveTo>
                  <a:lnTo>
                    <a:pt x="431" y="0"/>
                  </a:lnTo>
                  <a:lnTo>
                    <a:pt x="0" y="0"/>
                  </a:lnTo>
                  <a:lnTo>
                    <a:pt x="3086" y="1786"/>
                  </a:lnTo>
                  <a:lnTo>
                    <a:pt x="5591" y="3243"/>
                  </a:lnTo>
                  <a:lnTo>
                    <a:pt x="5591" y="3237"/>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7413" name="任意多边形 14340"/>
            <p:cNvSpPr/>
            <p:nvPr/>
          </p:nvSpPr>
          <p:spPr>
            <a:xfrm>
              <a:off x="0" y="3433"/>
              <a:ext cx="4038" cy="191"/>
            </a:xfrm>
            <a:custGeom>
              <a:avLst/>
              <a:gdLst/>
              <a:ahLst/>
              <a:cxnLst>
                <a:cxn ang="0">
                  <a:pos x="0" y="155"/>
                </a:cxn>
                <a:cxn ang="0">
                  <a:pos x="4038" y="191"/>
                </a:cxn>
                <a:cxn ang="0">
                  <a:pos x="4038" y="143"/>
                </a:cxn>
                <a:cxn ang="0">
                  <a:pos x="0" y="0"/>
                </a:cxn>
                <a:cxn ang="0">
                  <a:pos x="0" y="155"/>
                </a:cxn>
                <a:cxn ang="0">
                  <a:pos x="0" y="155"/>
                </a:cxn>
              </a:cxnLst>
              <a:pathLst>
                <a:path w="4042" h="192">
                  <a:moveTo>
                    <a:pt x="0" y="156"/>
                  </a:moveTo>
                  <a:lnTo>
                    <a:pt x="4042" y="192"/>
                  </a:lnTo>
                  <a:lnTo>
                    <a:pt x="4042" y="144"/>
                  </a:lnTo>
                  <a:lnTo>
                    <a:pt x="0" y="0"/>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17414" name="任意多边形 14341"/>
            <p:cNvSpPr/>
            <p:nvPr/>
          </p:nvSpPr>
          <p:spPr>
            <a:xfrm>
              <a:off x="4038" y="3577"/>
              <a:ext cx="1720" cy="65"/>
            </a:xfrm>
            <a:custGeom>
              <a:avLst/>
              <a:gdLst/>
              <a:ahLst/>
              <a:cxnLst>
                <a:cxn ang="0">
                  <a:pos x="1720" y="65"/>
                </a:cxn>
                <a:cxn ang="0">
                  <a:pos x="1720" y="59"/>
                </a:cxn>
                <a:cxn ang="0">
                  <a:pos x="0" y="0"/>
                </a:cxn>
                <a:cxn ang="0">
                  <a:pos x="0" y="47"/>
                </a:cxn>
                <a:cxn ang="0">
                  <a:pos x="1720" y="65"/>
                </a:cxn>
                <a:cxn ang="0">
                  <a:pos x="1720" y="65"/>
                </a:cxn>
              </a:cxnLst>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7415" name="任意多边形 14342"/>
            <p:cNvSpPr/>
            <p:nvPr/>
          </p:nvSpPr>
          <p:spPr>
            <a:xfrm>
              <a:off x="0" y="3726"/>
              <a:ext cx="4784" cy="329"/>
            </a:xfrm>
            <a:custGeom>
              <a:avLst/>
              <a:gdLst/>
              <a:ahLst/>
              <a:cxnLst>
                <a:cxn ang="0">
                  <a:pos x="0" y="329"/>
                </a:cxn>
                <a:cxn ang="0">
                  <a:pos x="4784" y="77"/>
                </a:cxn>
                <a:cxn ang="0">
                  <a:pos x="4784" y="0"/>
                </a:cxn>
                <a:cxn ang="0">
                  <a:pos x="0" y="107"/>
                </a:cxn>
                <a:cxn ang="0">
                  <a:pos x="0" y="329"/>
                </a:cxn>
                <a:cxn ang="0">
                  <a:pos x="0" y="329"/>
                </a:cxn>
              </a:cxnLst>
              <a:pathLst>
                <a:path w="4789" h="329">
                  <a:moveTo>
                    <a:pt x="0" y="329"/>
                  </a:moveTo>
                  <a:lnTo>
                    <a:pt x="4789" y="77"/>
                  </a:lnTo>
                  <a:lnTo>
                    <a:pt x="4789" y="0"/>
                  </a:lnTo>
                  <a:lnTo>
                    <a:pt x="0" y="107"/>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17416" name="任意多边形 14343"/>
            <p:cNvSpPr/>
            <p:nvPr/>
          </p:nvSpPr>
          <p:spPr>
            <a:xfrm>
              <a:off x="4784" y="3702"/>
              <a:ext cx="974" cy="101"/>
            </a:xfrm>
            <a:custGeom>
              <a:avLst/>
              <a:gdLst/>
              <a:ahLst/>
              <a:cxnLst>
                <a:cxn ang="0">
                  <a:pos x="974" y="48"/>
                </a:cxn>
                <a:cxn ang="0">
                  <a:pos x="974" y="0"/>
                </a:cxn>
                <a:cxn ang="0">
                  <a:pos x="0" y="24"/>
                </a:cxn>
                <a:cxn ang="0">
                  <a:pos x="0" y="101"/>
                </a:cxn>
                <a:cxn ang="0">
                  <a:pos x="974" y="48"/>
                </a:cxn>
                <a:cxn ang="0">
                  <a:pos x="974" y="48"/>
                </a:cxn>
              </a:cxnLst>
              <a:pathLst>
                <a:path w="975" h="101">
                  <a:moveTo>
                    <a:pt x="975" y="48"/>
                  </a:moveTo>
                  <a:lnTo>
                    <a:pt x="975" y="0"/>
                  </a:lnTo>
                  <a:lnTo>
                    <a:pt x="0" y="24"/>
                  </a:lnTo>
                  <a:lnTo>
                    <a:pt x="0" y="101"/>
                  </a:lnTo>
                  <a:lnTo>
                    <a:pt x="975" y="48"/>
                  </a:lnTo>
                  <a:close/>
                </a:path>
              </a:pathLst>
            </a:custGeom>
            <a:solidFill>
              <a:schemeClr val="bg1"/>
            </a:solidFill>
            <a:ln w="9525">
              <a:noFill/>
            </a:ln>
          </p:spPr>
          <p:txBody>
            <a:bodyPr/>
            <a:p>
              <a:endParaRPr lang="en-US" sz="100"/>
            </a:p>
          </p:txBody>
        </p:sp>
        <p:sp>
          <p:nvSpPr>
            <p:cNvPr id="17417" name="任意多边形 14344"/>
            <p:cNvSpPr/>
            <p:nvPr/>
          </p:nvSpPr>
          <p:spPr>
            <a:xfrm>
              <a:off x="3619" y="3815"/>
              <a:ext cx="2139" cy="198"/>
            </a:xfrm>
            <a:custGeom>
              <a:avLst/>
              <a:gdLst/>
              <a:ahLst/>
              <a:cxnLst>
                <a:cxn ang="0">
                  <a:pos x="2139" y="0"/>
                </a:cxn>
                <a:cxn ang="0">
                  <a:pos x="0" y="156"/>
                </a:cxn>
                <a:cxn ang="0">
                  <a:pos x="0" y="198"/>
                </a:cxn>
                <a:cxn ang="0">
                  <a:pos x="2139" y="0"/>
                </a:cxn>
                <a:cxn ang="0">
                  <a:pos x="2139" y="0"/>
                </a:cxn>
              </a:cxnLst>
              <a:pathLst>
                <a:path w="2141" h="198">
                  <a:moveTo>
                    <a:pt x="2141" y="0"/>
                  </a:moveTo>
                  <a:lnTo>
                    <a:pt x="0" y="156"/>
                  </a:lnTo>
                  <a:lnTo>
                    <a:pt x="0" y="198"/>
                  </a:lnTo>
                  <a:lnTo>
                    <a:pt x="2141" y="0"/>
                  </a:lnTo>
                  <a:close/>
                </a:path>
              </a:pathLst>
            </a:custGeom>
            <a:solidFill>
              <a:schemeClr val="bg1"/>
            </a:solidFill>
            <a:ln w="9525">
              <a:noFill/>
            </a:ln>
          </p:spPr>
          <p:txBody>
            <a:bodyPr/>
            <a:p>
              <a:endParaRPr lang="en-US" sz="100"/>
            </a:p>
          </p:txBody>
        </p:sp>
        <p:sp>
          <p:nvSpPr>
            <p:cNvPr id="17418" name="任意多边形 14345"/>
            <p:cNvSpPr/>
            <p:nvPr/>
          </p:nvSpPr>
          <p:spPr>
            <a:xfrm>
              <a:off x="0" y="3971"/>
              <a:ext cx="3619" cy="348"/>
            </a:xfrm>
            <a:custGeom>
              <a:avLst/>
              <a:gdLst/>
              <a:ahLst/>
              <a:cxnLst>
                <a:cxn ang="0">
                  <a:pos x="0" y="348"/>
                </a:cxn>
                <a:cxn ang="0">
                  <a:pos x="310" y="348"/>
                </a:cxn>
                <a:cxn ang="0">
                  <a:pos x="3619" y="42"/>
                </a:cxn>
                <a:cxn ang="0">
                  <a:pos x="3619" y="0"/>
                </a:cxn>
                <a:cxn ang="0">
                  <a:pos x="0" y="264"/>
                </a:cxn>
                <a:cxn ang="0">
                  <a:pos x="0" y="348"/>
                </a:cxn>
                <a:cxn ang="0">
                  <a:pos x="0" y="348"/>
                </a:cxn>
              </a:cxnLst>
              <a:pathLst>
                <a:path w="3623" h="348">
                  <a:moveTo>
                    <a:pt x="0" y="348"/>
                  </a:moveTo>
                  <a:lnTo>
                    <a:pt x="311" y="348"/>
                  </a:lnTo>
                  <a:lnTo>
                    <a:pt x="3623" y="42"/>
                  </a:lnTo>
                  <a:lnTo>
                    <a:pt x="3623" y="0"/>
                  </a:lnTo>
                  <a:lnTo>
                    <a:pt x="0" y="264"/>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7419" name="任意多边形 14346"/>
            <p:cNvSpPr/>
            <p:nvPr/>
          </p:nvSpPr>
          <p:spPr>
            <a:xfrm>
              <a:off x="2097" y="4043"/>
              <a:ext cx="2514" cy="276"/>
            </a:xfrm>
            <a:custGeom>
              <a:avLst/>
              <a:gdLst/>
              <a:ahLst/>
              <a:cxnLst>
                <a:cxn ang="0">
                  <a:pos x="2179" y="276"/>
                </a:cxn>
                <a:cxn ang="0">
                  <a:pos x="2514" y="204"/>
                </a:cxn>
                <a:cxn ang="0">
                  <a:pos x="2257" y="0"/>
                </a:cxn>
                <a:cxn ang="0">
                  <a:pos x="0" y="276"/>
                </a:cxn>
                <a:cxn ang="0">
                  <a:pos x="2179" y="276"/>
                </a:cxn>
                <a:cxn ang="0">
                  <a:pos x="2179" y="276"/>
                </a:cxn>
              </a:cxnLst>
              <a:pathLst>
                <a:path w="2517" h="276">
                  <a:moveTo>
                    <a:pt x="2182" y="276"/>
                  </a:moveTo>
                  <a:lnTo>
                    <a:pt x="2517" y="204"/>
                  </a:lnTo>
                  <a:lnTo>
                    <a:pt x="2260" y="0"/>
                  </a:lnTo>
                  <a:lnTo>
                    <a:pt x="0" y="276"/>
                  </a:lnTo>
                  <a:lnTo>
                    <a:pt x="2182" y="276"/>
                  </a:lnTo>
                  <a:close/>
                </a:path>
              </a:pathLst>
            </a:custGeom>
            <a:solidFill>
              <a:schemeClr val="bg1"/>
            </a:solidFill>
            <a:ln w="9525">
              <a:noFill/>
            </a:ln>
          </p:spPr>
          <p:txBody>
            <a:bodyPr/>
            <a:p>
              <a:endParaRPr lang="en-US" sz="100"/>
            </a:p>
          </p:txBody>
        </p:sp>
        <p:sp>
          <p:nvSpPr>
            <p:cNvPr id="17420" name="任意多边形 14347"/>
            <p:cNvSpPr/>
            <p:nvPr/>
          </p:nvSpPr>
          <p:spPr>
            <a:xfrm>
              <a:off x="4354" y="3869"/>
              <a:ext cx="1404" cy="378"/>
            </a:xfrm>
            <a:custGeom>
              <a:avLst/>
              <a:gdLst/>
              <a:ahLst/>
              <a:cxnLst>
                <a:cxn ang="0">
                  <a:pos x="1404" y="126"/>
                </a:cxn>
                <a:cxn ang="0">
                  <a:pos x="1404" y="0"/>
                </a:cxn>
                <a:cxn ang="0">
                  <a:pos x="0" y="174"/>
                </a:cxn>
                <a:cxn ang="0">
                  <a:pos x="256" y="378"/>
                </a:cxn>
                <a:cxn ang="0">
                  <a:pos x="1404" y="126"/>
                </a:cxn>
                <a:cxn ang="0">
                  <a:pos x="1404" y="126"/>
                </a:cxn>
              </a:cxnLst>
              <a:pathLst>
                <a:path w="1405" h="378">
                  <a:moveTo>
                    <a:pt x="1405" y="126"/>
                  </a:moveTo>
                  <a:lnTo>
                    <a:pt x="1405" y="0"/>
                  </a:lnTo>
                  <a:lnTo>
                    <a:pt x="0" y="174"/>
                  </a:lnTo>
                  <a:lnTo>
                    <a:pt x="257" y="378"/>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17421" name="任意多边形 14348"/>
            <p:cNvSpPr/>
            <p:nvPr/>
          </p:nvSpPr>
          <p:spPr>
            <a:xfrm>
              <a:off x="5030" y="3151"/>
              <a:ext cx="728" cy="240"/>
            </a:xfrm>
            <a:custGeom>
              <a:avLst/>
              <a:gdLst/>
              <a:ahLst/>
              <a:cxnLst>
                <a:cxn ang="0">
                  <a:pos x="728" y="240"/>
                </a:cxn>
                <a:cxn ang="0">
                  <a:pos x="0" y="0"/>
                </a:cxn>
                <a:cxn ang="0">
                  <a:pos x="0" y="6"/>
                </a:cxn>
                <a:cxn ang="0">
                  <a:pos x="728" y="240"/>
                </a:cxn>
                <a:cxn ang="0">
                  <a:pos x="728" y="240"/>
                </a:cxn>
              </a:cxnLst>
              <a:pathLst>
                <a:path w="729" h="240">
                  <a:moveTo>
                    <a:pt x="729" y="240"/>
                  </a:moveTo>
                  <a:lnTo>
                    <a:pt x="0" y="0"/>
                  </a:lnTo>
                  <a:lnTo>
                    <a:pt x="0" y="6"/>
                  </a:lnTo>
                  <a:lnTo>
                    <a:pt x="729" y="240"/>
                  </a:lnTo>
                  <a:close/>
                </a:path>
              </a:pathLst>
            </a:custGeom>
            <a:solidFill>
              <a:schemeClr val="bg1"/>
            </a:solidFill>
            <a:ln w="9525">
              <a:noFill/>
            </a:ln>
          </p:spPr>
          <p:txBody>
            <a:bodyPr/>
            <a:p>
              <a:endParaRPr lang="en-US" sz="100"/>
            </a:p>
          </p:txBody>
        </p:sp>
        <p:sp>
          <p:nvSpPr>
            <p:cNvPr id="17422" name="任意多边形 14349"/>
            <p:cNvSpPr/>
            <p:nvPr/>
          </p:nvSpPr>
          <p:spPr>
            <a:xfrm>
              <a:off x="0" y="1486"/>
              <a:ext cx="5030" cy="1671"/>
            </a:xfrm>
            <a:custGeom>
              <a:avLst/>
              <a:gdLst/>
              <a:ahLst/>
              <a:cxnLst>
                <a:cxn ang="0">
                  <a:pos x="0" y="71"/>
                </a:cxn>
                <a:cxn ang="0">
                  <a:pos x="5030" y="1671"/>
                </a:cxn>
                <a:cxn ang="0">
                  <a:pos x="5030" y="1665"/>
                </a:cxn>
                <a:cxn ang="0">
                  <a:pos x="0" y="0"/>
                </a:cxn>
                <a:cxn ang="0">
                  <a:pos x="0" y="71"/>
                </a:cxn>
                <a:cxn ang="0">
                  <a:pos x="0" y="71"/>
                </a:cxn>
              </a:cxnLst>
              <a:pathLst>
                <a:path w="5035" h="1672">
                  <a:moveTo>
                    <a:pt x="0" y="72"/>
                  </a:moveTo>
                  <a:lnTo>
                    <a:pt x="5035" y="1672"/>
                  </a:lnTo>
                  <a:lnTo>
                    <a:pt x="5035" y="1666"/>
                  </a:lnTo>
                  <a:lnTo>
                    <a:pt x="0" y="0"/>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17423" name="任意多边形 14350"/>
            <p:cNvSpPr/>
            <p:nvPr/>
          </p:nvSpPr>
          <p:spPr>
            <a:xfrm>
              <a:off x="5030" y="3049"/>
              <a:ext cx="728" cy="318"/>
            </a:xfrm>
            <a:custGeom>
              <a:avLst/>
              <a:gdLst/>
              <a:ahLst/>
              <a:cxnLst>
                <a:cxn ang="0">
                  <a:pos x="728" y="318"/>
                </a:cxn>
                <a:cxn ang="0">
                  <a:pos x="728" y="312"/>
                </a:cxn>
                <a:cxn ang="0">
                  <a:pos x="0" y="0"/>
                </a:cxn>
                <a:cxn ang="0">
                  <a:pos x="0" y="54"/>
                </a:cxn>
                <a:cxn ang="0">
                  <a:pos x="728" y="318"/>
                </a:cxn>
                <a:cxn ang="0">
                  <a:pos x="728" y="318"/>
                </a:cxn>
              </a:cxnLst>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7424" name="任意多边形 14351"/>
            <p:cNvSpPr/>
            <p:nvPr/>
          </p:nvSpPr>
          <p:spPr>
            <a:xfrm>
              <a:off x="0" y="916"/>
              <a:ext cx="5030" cy="2187"/>
            </a:xfrm>
            <a:custGeom>
              <a:avLst/>
              <a:gdLst/>
              <a:ahLst/>
              <a:cxnLst>
                <a:cxn ang="0">
                  <a:pos x="0" y="395"/>
                </a:cxn>
                <a:cxn ang="0">
                  <a:pos x="5030" y="2187"/>
                </a:cxn>
                <a:cxn ang="0">
                  <a:pos x="5030" y="2133"/>
                </a:cxn>
                <a:cxn ang="0">
                  <a:pos x="0" y="0"/>
                </a:cxn>
                <a:cxn ang="0">
                  <a:pos x="0" y="395"/>
                </a:cxn>
                <a:cxn ang="0">
                  <a:pos x="0" y="395"/>
                </a:cxn>
              </a:cxnLst>
              <a:pathLst>
                <a:path w="5035" h="2188">
                  <a:moveTo>
                    <a:pt x="0" y="396"/>
                  </a:moveTo>
                  <a:lnTo>
                    <a:pt x="5035" y="2188"/>
                  </a:lnTo>
                  <a:lnTo>
                    <a:pt x="5035" y="2134"/>
                  </a:lnTo>
                  <a:lnTo>
                    <a:pt x="0" y="0"/>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17425" name="任意多边形 14352"/>
            <p:cNvSpPr/>
            <p:nvPr/>
          </p:nvSpPr>
          <p:spPr>
            <a:xfrm>
              <a:off x="2294" y="0"/>
              <a:ext cx="3159" cy="2725"/>
            </a:xfrm>
            <a:custGeom>
              <a:avLst/>
              <a:gdLst/>
              <a:ahLst/>
              <a:cxnLst>
                <a:cxn ang="0">
                  <a:pos x="0" y="0"/>
                </a:cxn>
                <a:cxn ang="0">
                  <a:pos x="3141" y="2725"/>
                </a:cxn>
                <a:cxn ang="0">
                  <a:pos x="3159" y="2702"/>
                </a:cxn>
                <a:cxn ang="0">
                  <a:pos x="101" y="0"/>
                </a:cxn>
                <a:cxn ang="0">
                  <a:pos x="0" y="0"/>
                </a:cxn>
                <a:cxn ang="0">
                  <a:pos x="0" y="0"/>
                </a:cxn>
              </a:cxnLst>
              <a:pathLst>
                <a:path w="3163" h="2727">
                  <a:moveTo>
                    <a:pt x="0" y="0"/>
                  </a:moveTo>
                  <a:lnTo>
                    <a:pt x="3145" y="2727"/>
                  </a:lnTo>
                  <a:lnTo>
                    <a:pt x="3163" y="2704"/>
                  </a:lnTo>
                  <a:lnTo>
                    <a:pt x="102"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17426" name="任意多边形 14353"/>
            <p:cNvSpPr/>
            <p:nvPr/>
          </p:nvSpPr>
          <p:spPr>
            <a:xfrm>
              <a:off x="5435" y="2702"/>
              <a:ext cx="323" cy="299"/>
            </a:xfrm>
            <a:custGeom>
              <a:avLst/>
              <a:gdLst/>
              <a:ahLst/>
              <a:cxnLst>
                <a:cxn ang="0">
                  <a:pos x="323" y="299"/>
                </a:cxn>
                <a:cxn ang="0">
                  <a:pos x="323" y="263"/>
                </a:cxn>
                <a:cxn ang="0">
                  <a:pos x="18" y="0"/>
                </a:cxn>
                <a:cxn ang="0">
                  <a:pos x="0" y="23"/>
                </a:cxn>
                <a:cxn ang="0">
                  <a:pos x="323" y="299"/>
                </a:cxn>
                <a:cxn ang="0">
                  <a:pos x="323" y="299"/>
                </a:cxn>
              </a:cxnLst>
              <a:pathLst>
                <a:path w="323" h="299">
                  <a:moveTo>
                    <a:pt x="323" y="299"/>
                  </a:moveTo>
                  <a:lnTo>
                    <a:pt x="323" y="263"/>
                  </a:lnTo>
                  <a:lnTo>
                    <a:pt x="18" y="0"/>
                  </a:lnTo>
                  <a:lnTo>
                    <a:pt x="0" y="23"/>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17427" name="任意多边形 14354"/>
            <p:cNvSpPr/>
            <p:nvPr/>
          </p:nvSpPr>
          <p:spPr>
            <a:xfrm>
              <a:off x="5477" y="2588"/>
              <a:ext cx="281" cy="335"/>
            </a:xfrm>
            <a:custGeom>
              <a:avLst/>
              <a:gdLst/>
              <a:ahLst/>
              <a:cxnLst>
                <a:cxn ang="0">
                  <a:pos x="281" y="335"/>
                </a:cxn>
                <a:cxn ang="0">
                  <a:pos x="281" y="173"/>
                </a:cxn>
                <a:cxn ang="0">
                  <a:pos x="96" y="0"/>
                </a:cxn>
                <a:cxn ang="0">
                  <a:pos x="0" y="90"/>
                </a:cxn>
                <a:cxn ang="0">
                  <a:pos x="281" y="335"/>
                </a:cxn>
                <a:cxn ang="0">
                  <a:pos x="281" y="335"/>
                </a:cxn>
              </a:cxnLst>
              <a:pathLst>
                <a:path w="281" h="335">
                  <a:moveTo>
                    <a:pt x="281" y="335"/>
                  </a:moveTo>
                  <a:lnTo>
                    <a:pt x="281" y="173"/>
                  </a:lnTo>
                  <a:lnTo>
                    <a:pt x="96" y="0"/>
                  </a:lnTo>
                  <a:lnTo>
                    <a:pt x="0" y="90"/>
                  </a:lnTo>
                  <a:lnTo>
                    <a:pt x="281" y="335"/>
                  </a:lnTo>
                  <a:close/>
                </a:path>
              </a:pathLst>
            </a:custGeom>
            <a:solidFill>
              <a:schemeClr val="bg1"/>
            </a:solidFill>
            <a:ln w="9525">
              <a:noFill/>
            </a:ln>
          </p:spPr>
          <p:txBody>
            <a:bodyPr/>
            <a:p>
              <a:endParaRPr lang="en-US" sz="100"/>
            </a:p>
          </p:txBody>
        </p:sp>
        <p:sp>
          <p:nvSpPr>
            <p:cNvPr id="17428" name="任意多边形 14355"/>
            <p:cNvSpPr/>
            <p:nvPr/>
          </p:nvSpPr>
          <p:spPr>
            <a:xfrm>
              <a:off x="2454" y="0"/>
              <a:ext cx="3119" cy="2678"/>
            </a:xfrm>
            <a:custGeom>
              <a:avLst/>
              <a:gdLst/>
              <a:ahLst/>
              <a:cxnLst>
                <a:cxn ang="0">
                  <a:pos x="0" y="0"/>
                </a:cxn>
                <a:cxn ang="0">
                  <a:pos x="3023" y="2678"/>
                </a:cxn>
                <a:cxn ang="0">
                  <a:pos x="3119" y="2588"/>
                </a:cxn>
                <a:cxn ang="0">
                  <a:pos x="382" y="0"/>
                </a:cxn>
                <a:cxn ang="0">
                  <a:pos x="0" y="0"/>
                </a:cxn>
                <a:cxn ang="0">
                  <a:pos x="0" y="0"/>
                </a:cxn>
              </a:cxnLst>
              <a:pathLst>
                <a:path w="3122" h="2680">
                  <a:moveTo>
                    <a:pt x="0" y="0"/>
                  </a:moveTo>
                  <a:lnTo>
                    <a:pt x="3026" y="2680"/>
                  </a:lnTo>
                  <a:lnTo>
                    <a:pt x="3122" y="2590"/>
                  </a:lnTo>
                  <a:lnTo>
                    <a:pt x="383"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17429" name="任意多边形 14356"/>
            <p:cNvSpPr/>
            <p:nvPr/>
          </p:nvSpPr>
          <p:spPr>
            <a:xfrm>
              <a:off x="5626" y="2534"/>
              <a:ext cx="132" cy="132"/>
            </a:xfrm>
            <a:custGeom>
              <a:avLst/>
              <a:gdLst/>
              <a:ahLst/>
              <a:cxnLst>
                <a:cxn ang="0">
                  <a:pos x="132" y="132"/>
                </a:cxn>
                <a:cxn ang="0">
                  <a:pos x="0" y="0"/>
                </a:cxn>
                <a:cxn ang="0">
                  <a:pos x="0" y="0"/>
                </a:cxn>
                <a:cxn ang="0">
                  <a:pos x="132" y="132"/>
                </a:cxn>
                <a:cxn ang="0">
                  <a:pos x="132" y="132"/>
                </a:cxn>
              </a:cxnLst>
              <a:pathLst>
                <a:path w="132" h="132">
                  <a:moveTo>
                    <a:pt x="132" y="132"/>
                  </a:moveTo>
                  <a:lnTo>
                    <a:pt x="0" y="0"/>
                  </a:lnTo>
                  <a:lnTo>
                    <a:pt x="132" y="132"/>
                  </a:lnTo>
                  <a:close/>
                </a:path>
              </a:pathLst>
            </a:custGeom>
            <a:solidFill>
              <a:srgbClr val="FF9999"/>
            </a:solidFill>
            <a:ln w="9525">
              <a:noFill/>
            </a:ln>
          </p:spPr>
          <p:txBody>
            <a:bodyPr/>
            <a:p>
              <a:endParaRPr lang="en-US" sz="100"/>
            </a:p>
          </p:txBody>
        </p:sp>
        <p:sp>
          <p:nvSpPr>
            <p:cNvPr id="17430" name="任意多边形 14357"/>
            <p:cNvSpPr/>
            <p:nvPr/>
          </p:nvSpPr>
          <p:spPr>
            <a:xfrm>
              <a:off x="3112" y="0"/>
              <a:ext cx="2514" cy="2534"/>
            </a:xfrm>
            <a:custGeom>
              <a:avLst/>
              <a:gdLst/>
              <a:ahLst/>
              <a:cxnLst>
                <a:cxn ang="0">
                  <a:pos x="0" y="0"/>
                </a:cxn>
                <a:cxn ang="0">
                  <a:pos x="2514" y="2534"/>
                </a:cxn>
                <a:cxn ang="0">
                  <a:pos x="2514" y="2534"/>
                </a:cxn>
                <a:cxn ang="0">
                  <a:pos x="65" y="0"/>
                </a:cxn>
                <a:cxn ang="0">
                  <a:pos x="0" y="0"/>
                </a:cxn>
                <a:cxn ang="0">
                  <a:pos x="0" y="0"/>
                </a:cxn>
              </a:cxnLst>
              <a:pathLst>
                <a:path w="2517" h="2536">
                  <a:moveTo>
                    <a:pt x="0" y="0"/>
                  </a:moveTo>
                  <a:lnTo>
                    <a:pt x="2517" y="2536"/>
                  </a:lnTo>
                  <a:lnTo>
                    <a:pt x="66"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17431" name="任意多边形 14358"/>
            <p:cNvSpPr/>
            <p:nvPr/>
          </p:nvSpPr>
          <p:spPr>
            <a:xfrm>
              <a:off x="3488" y="0"/>
              <a:ext cx="2198" cy="2480"/>
            </a:xfrm>
            <a:custGeom>
              <a:avLst/>
              <a:gdLst/>
              <a:ahLst/>
              <a:cxnLst>
                <a:cxn ang="0">
                  <a:pos x="0" y="0"/>
                </a:cxn>
                <a:cxn ang="0">
                  <a:pos x="2186" y="2480"/>
                </a:cxn>
                <a:cxn ang="0">
                  <a:pos x="2198" y="2474"/>
                </a:cxn>
                <a:cxn ang="0">
                  <a:pos x="316" y="0"/>
                </a:cxn>
                <a:cxn ang="0">
                  <a:pos x="0" y="0"/>
                </a:cxn>
                <a:cxn ang="0">
                  <a:pos x="0" y="0"/>
                </a:cxn>
              </a:cxnLst>
              <a:pathLst>
                <a:path w="2200" h="2482">
                  <a:moveTo>
                    <a:pt x="0" y="0"/>
                  </a:moveTo>
                  <a:lnTo>
                    <a:pt x="2188" y="2482"/>
                  </a:lnTo>
                  <a:lnTo>
                    <a:pt x="2200" y="2476"/>
                  </a:lnTo>
                  <a:lnTo>
                    <a:pt x="317"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7432" name="任意多边形 14359"/>
            <p:cNvSpPr/>
            <p:nvPr/>
          </p:nvSpPr>
          <p:spPr>
            <a:xfrm>
              <a:off x="5674" y="2474"/>
              <a:ext cx="84" cy="96"/>
            </a:xfrm>
            <a:custGeom>
              <a:avLst/>
              <a:gdLst/>
              <a:ahLst/>
              <a:cxnLst>
                <a:cxn ang="0">
                  <a:pos x="84" y="96"/>
                </a:cxn>
                <a:cxn ang="0">
                  <a:pos x="84" y="90"/>
                </a:cxn>
                <a:cxn ang="0">
                  <a:pos x="12" y="0"/>
                </a:cxn>
                <a:cxn ang="0">
                  <a:pos x="0" y="6"/>
                </a:cxn>
                <a:cxn ang="0">
                  <a:pos x="84" y="96"/>
                </a:cxn>
                <a:cxn ang="0">
                  <a:pos x="84" y="96"/>
                </a:cxn>
              </a:cxnLst>
              <a:pathLst>
                <a:path w="84" h="96">
                  <a:moveTo>
                    <a:pt x="84" y="96"/>
                  </a:moveTo>
                  <a:lnTo>
                    <a:pt x="84" y="90"/>
                  </a:lnTo>
                  <a:lnTo>
                    <a:pt x="12" y="0"/>
                  </a:lnTo>
                  <a:lnTo>
                    <a:pt x="0" y="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17433" name="任意多边形 14360"/>
            <p:cNvSpPr/>
            <p:nvPr/>
          </p:nvSpPr>
          <p:spPr>
            <a:xfrm>
              <a:off x="5603" y="850"/>
              <a:ext cx="155" cy="516"/>
            </a:xfrm>
            <a:custGeom>
              <a:avLst/>
              <a:gdLst/>
              <a:ahLst/>
              <a:cxnLst>
                <a:cxn ang="0">
                  <a:pos x="155" y="516"/>
                </a:cxn>
                <a:cxn ang="0">
                  <a:pos x="155" y="204"/>
                </a:cxn>
                <a:cxn ang="0">
                  <a:pos x="77" y="0"/>
                </a:cxn>
                <a:cxn ang="0">
                  <a:pos x="0" y="192"/>
                </a:cxn>
                <a:cxn ang="0">
                  <a:pos x="155" y="516"/>
                </a:cxn>
                <a:cxn ang="0">
                  <a:pos x="155" y="516"/>
                </a:cxn>
              </a:cxnLst>
              <a:pathLst>
                <a:path w="155" h="516">
                  <a:moveTo>
                    <a:pt x="155" y="516"/>
                  </a:moveTo>
                  <a:lnTo>
                    <a:pt x="155" y="204"/>
                  </a:lnTo>
                  <a:lnTo>
                    <a:pt x="77" y="0"/>
                  </a:lnTo>
                  <a:lnTo>
                    <a:pt x="0" y="192"/>
                  </a:lnTo>
                  <a:lnTo>
                    <a:pt x="155" y="516"/>
                  </a:lnTo>
                  <a:close/>
                </a:path>
              </a:pathLst>
            </a:custGeom>
            <a:solidFill>
              <a:schemeClr val="bg2"/>
            </a:solidFill>
            <a:ln w="9525">
              <a:noFill/>
            </a:ln>
          </p:spPr>
          <p:txBody>
            <a:bodyPr/>
            <a:p>
              <a:endParaRPr lang="en-US" sz="100"/>
            </a:p>
          </p:txBody>
        </p:sp>
        <p:sp>
          <p:nvSpPr>
            <p:cNvPr id="17434" name="任意多边形 14361"/>
            <p:cNvSpPr/>
            <p:nvPr/>
          </p:nvSpPr>
          <p:spPr>
            <a:xfrm>
              <a:off x="5107" y="0"/>
              <a:ext cx="573" cy="1042"/>
            </a:xfrm>
            <a:custGeom>
              <a:avLst/>
              <a:gdLst/>
              <a:ahLst/>
              <a:cxnLst>
                <a:cxn ang="0">
                  <a:pos x="0" y="0"/>
                </a:cxn>
                <a:cxn ang="0">
                  <a:pos x="496" y="1042"/>
                </a:cxn>
                <a:cxn ang="0">
                  <a:pos x="573" y="850"/>
                </a:cxn>
                <a:cxn ang="0">
                  <a:pos x="250" y="0"/>
                </a:cxn>
                <a:cxn ang="0">
                  <a:pos x="0" y="0"/>
                </a:cxn>
                <a:cxn ang="0">
                  <a:pos x="0" y="0"/>
                </a:cxn>
              </a:cxnLst>
              <a:pathLst>
                <a:path w="574" h="1043">
                  <a:moveTo>
                    <a:pt x="0" y="0"/>
                  </a:moveTo>
                  <a:lnTo>
                    <a:pt x="497" y="1043"/>
                  </a:lnTo>
                  <a:lnTo>
                    <a:pt x="574" y="851"/>
                  </a:lnTo>
                  <a:lnTo>
                    <a:pt x="251"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17435" name="任意多边形 14362"/>
            <p:cNvSpPr/>
            <p:nvPr/>
          </p:nvSpPr>
          <p:spPr>
            <a:xfrm>
              <a:off x="5411" y="0"/>
              <a:ext cx="341" cy="796"/>
            </a:xfrm>
            <a:custGeom>
              <a:avLst/>
              <a:gdLst/>
              <a:ahLst/>
              <a:cxnLst>
                <a:cxn ang="0">
                  <a:pos x="144" y="0"/>
                </a:cxn>
                <a:cxn ang="0">
                  <a:pos x="0" y="0"/>
                </a:cxn>
                <a:cxn ang="0">
                  <a:pos x="287" y="796"/>
                </a:cxn>
                <a:cxn ang="0">
                  <a:pos x="341" y="652"/>
                </a:cxn>
                <a:cxn ang="0">
                  <a:pos x="144" y="0"/>
                </a:cxn>
                <a:cxn ang="0">
                  <a:pos x="144" y="0"/>
                </a:cxn>
              </a:cxnLst>
              <a:pathLst>
                <a:path w="341" h="797">
                  <a:moveTo>
                    <a:pt x="144" y="0"/>
                  </a:moveTo>
                  <a:lnTo>
                    <a:pt x="0" y="0"/>
                  </a:lnTo>
                  <a:lnTo>
                    <a:pt x="287" y="797"/>
                  </a:lnTo>
                  <a:lnTo>
                    <a:pt x="341" y="653"/>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17436" name="任意多边形 14363"/>
            <p:cNvSpPr/>
            <p:nvPr/>
          </p:nvSpPr>
          <p:spPr>
            <a:xfrm>
              <a:off x="5698" y="653"/>
              <a:ext cx="60" cy="311"/>
            </a:xfrm>
            <a:custGeom>
              <a:avLst/>
              <a:gdLst/>
              <a:ahLst/>
              <a:cxnLst>
                <a:cxn ang="0">
                  <a:pos x="0" y="143"/>
                </a:cxn>
                <a:cxn ang="0">
                  <a:pos x="60" y="311"/>
                </a:cxn>
                <a:cxn ang="0">
                  <a:pos x="60" y="5"/>
                </a:cxn>
                <a:cxn ang="0">
                  <a:pos x="54" y="0"/>
                </a:cxn>
                <a:cxn ang="0">
                  <a:pos x="0" y="143"/>
                </a:cxn>
                <a:cxn ang="0">
                  <a:pos x="0" y="143"/>
                </a:cxn>
              </a:cxnLst>
              <a:pathLst>
                <a:path w="60" h="312">
                  <a:moveTo>
                    <a:pt x="0" y="144"/>
                  </a:moveTo>
                  <a:lnTo>
                    <a:pt x="60" y="312"/>
                  </a:lnTo>
                  <a:lnTo>
                    <a:pt x="60" y="6"/>
                  </a:lnTo>
                  <a:lnTo>
                    <a:pt x="54" y="0"/>
                  </a:lnTo>
                  <a:lnTo>
                    <a:pt x="0" y="144"/>
                  </a:lnTo>
                  <a:close/>
                </a:path>
              </a:pathLst>
            </a:custGeom>
            <a:solidFill>
              <a:schemeClr val="bg2"/>
            </a:solidFill>
            <a:ln w="9525">
              <a:noFill/>
            </a:ln>
          </p:spPr>
          <p:txBody>
            <a:bodyPr/>
            <a:p>
              <a:endParaRPr lang="en-US" sz="100"/>
            </a:p>
          </p:txBody>
        </p:sp>
        <p:sp>
          <p:nvSpPr>
            <p:cNvPr id="17437" name="任意多边形 14364"/>
            <p:cNvSpPr/>
            <p:nvPr/>
          </p:nvSpPr>
          <p:spPr>
            <a:xfrm>
              <a:off x="2" y="1601"/>
              <a:ext cx="5752" cy="1864"/>
            </a:xfrm>
            <a:custGeom>
              <a:avLst/>
              <a:gdLst/>
              <a:ahLst/>
              <a:cxnLst>
                <a:cxn ang="0">
                  <a:pos x="0" y="371"/>
                </a:cxn>
                <a:cxn ang="0">
                  <a:pos x="5752" y="1864"/>
                </a:cxn>
                <a:cxn ang="0">
                  <a:pos x="5752" y="1834"/>
                </a:cxn>
                <a:cxn ang="0">
                  <a:pos x="0" y="0"/>
                </a:cxn>
                <a:cxn ang="0">
                  <a:pos x="0" y="371"/>
                </a:cxn>
                <a:cxn ang="0">
                  <a:pos x="0" y="371"/>
                </a:cxn>
              </a:cxnLst>
              <a:pathLst>
                <a:path w="5740" h="1864">
                  <a:moveTo>
                    <a:pt x="0" y="371"/>
                  </a:moveTo>
                  <a:lnTo>
                    <a:pt x="5740" y="1864"/>
                  </a:lnTo>
                  <a:lnTo>
                    <a:pt x="5740" y="1834"/>
                  </a:lnTo>
                  <a:lnTo>
                    <a:pt x="0" y="0"/>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17438" name="任意多边形 14365"/>
            <p:cNvSpPr/>
            <p:nvPr/>
          </p:nvSpPr>
          <p:spPr>
            <a:xfrm>
              <a:off x="5754" y="3483"/>
              <a:ext cx="6" cy="6"/>
            </a:xfrm>
            <a:custGeom>
              <a:avLst/>
              <a:gdLst/>
              <a:ahLst/>
              <a:cxnLst>
                <a:cxn ang="0">
                  <a:pos x="6" y="6"/>
                </a:cxn>
                <a:cxn ang="0">
                  <a:pos x="0" y="0"/>
                </a:cxn>
                <a:cxn ang="0">
                  <a:pos x="0" y="6"/>
                </a:cxn>
                <a:cxn ang="0">
                  <a:pos x="6" y="6"/>
                </a:cxn>
                <a:cxn ang="0">
                  <a:pos x="6" y="6"/>
                </a:cxn>
              </a:cxnLst>
              <a:pathLst>
                <a:path w="6" h="6">
                  <a:moveTo>
                    <a:pt x="6" y="6"/>
                  </a:moveTo>
                  <a:lnTo>
                    <a:pt x="0" y="0"/>
                  </a:lnTo>
                  <a:lnTo>
                    <a:pt x="0" y="6"/>
                  </a:lnTo>
                  <a:lnTo>
                    <a:pt x="6" y="6"/>
                  </a:lnTo>
                  <a:close/>
                </a:path>
              </a:pathLst>
            </a:custGeom>
            <a:solidFill>
              <a:srgbClr val="18FF00"/>
            </a:solidFill>
            <a:ln w="9525">
              <a:noFill/>
            </a:ln>
          </p:spPr>
          <p:txBody>
            <a:bodyPr/>
            <a:p>
              <a:endParaRPr lang="en-US" sz="100"/>
            </a:p>
          </p:txBody>
        </p:sp>
        <p:sp>
          <p:nvSpPr>
            <p:cNvPr id="17439" name="任意多边形 14366"/>
            <p:cNvSpPr/>
            <p:nvPr/>
          </p:nvSpPr>
          <p:spPr>
            <a:xfrm>
              <a:off x="2" y="2152"/>
              <a:ext cx="5752" cy="1337"/>
            </a:xfrm>
            <a:custGeom>
              <a:avLst/>
              <a:gdLst/>
              <a:ahLst/>
              <a:cxnLst>
                <a:cxn ang="0">
                  <a:pos x="0" y="366"/>
                </a:cxn>
                <a:cxn ang="0">
                  <a:pos x="5752" y="1337"/>
                </a:cxn>
                <a:cxn ang="0">
                  <a:pos x="5752" y="1331"/>
                </a:cxn>
                <a:cxn ang="0">
                  <a:pos x="0" y="0"/>
                </a:cxn>
                <a:cxn ang="0">
                  <a:pos x="0" y="366"/>
                </a:cxn>
                <a:cxn ang="0">
                  <a:pos x="0" y="366"/>
                </a:cxn>
              </a:cxnLst>
              <a:pathLst>
                <a:path w="5740" h="1337">
                  <a:moveTo>
                    <a:pt x="0" y="366"/>
                  </a:moveTo>
                  <a:lnTo>
                    <a:pt x="5740" y="1337"/>
                  </a:lnTo>
                  <a:lnTo>
                    <a:pt x="5740" y="1331"/>
                  </a:lnTo>
                  <a:lnTo>
                    <a:pt x="0" y="0"/>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7440" name="任意多边形 14367"/>
            <p:cNvSpPr/>
            <p:nvPr/>
          </p:nvSpPr>
          <p:spPr>
            <a:xfrm>
              <a:off x="2" y="3177"/>
              <a:ext cx="5752" cy="414"/>
            </a:xfrm>
            <a:custGeom>
              <a:avLst/>
              <a:gdLst/>
              <a:ahLst/>
              <a:cxnLst>
                <a:cxn ang="0">
                  <a:pos x="0" y="48"/>
                </a:cxn>
                <a:cxn ang="0">
                  <a:pos x="5752" y="414"/>
                </a:cxn>
                <a:cxn ang="0">
                  <a:pos x="5752" y="402"/>
                </a:cxn>
                <a:cxn ang="0">
                  <a:pos x="0" y="0"/>
                </a:cxn>
                <a:cxn ang="0">
                  <a:pos x="0" y="48"/>
                </a:cxn>
                <a:cxn ang="0">
                  <a:pos x="0" y="48"/>
                </a:cxn>
              </a:cxnLst>
              <a:pathLst>
                <a:path w="5740" h="414">
                  <a:moveTo>
                    <a:pt x="0" y="48"/>
                  </a:moveTo>
                  <a:lnTo>
                    <a:pt x="5740" y="414"/>
                  </a:lnTo>
                  <a:lnTo>
                    <a:pt x="5740" y="402"/>
                  </a:lnTo>
                  <a:lnTo>
                    <a:pt x="0" y="0"/>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17441" name="任意多边形 14368"/>
            <p:cNvSpPr/>
            <p:nvPr/>
          </p:nvSpPr>
          <p:spPr>
            <a:xfrm>
              <a:off x="1297" y="0"/>
              <a:ext cx="4457" cy="3177"/>
            </a:xfrm>
            <a:custGeom>
              <a:avLst/>
              <a:gdLst/>
              <a:ahLst/>
              <a:cxnLst>
                <a:cxn ang="0">
                  <a:pos x="0" y="0"/>
                </a:cxn>
                <a:cxn ang="0">
                  <a:pos x="4457" y="3177"/>
                </a:cxn>
                <a:cxn ang="0">
                  <a:pos x="4457" y="3153"/>
                </a:cxn>
                <a:cxn ang="0">
                  <a:pos x="125" y="0"/>
                </a:cxn>
                <a:cxn ang="0">
                  <a:pos x="0" y="0"/>
                </a:cxn>
                <a:cxn ang="0">
                  <a:pos x="0" y="0"/>
                </a:cxn>
              </a:cxnLst>
              <a:pathLst>
                <a:path w="4448" h="3177">
                  <a:moveTo>
                    <a:pt x="0" y="0"/>
                  </a:moveTo>
                  <a:lnTo>
                    <a:pt x="4448" y="3177"/>
                  </a:lnTo>
                  <a:lnTo>
                    <a:pt x="4448" y="3153"/>
                  </a:lnTo>
                  <a:lnTo>
                    <a:pt x="125"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17442" name="任意多边形 14369"/>
            <p:cNvSpPr/>
            <p:nvPr/>
          </p:nvSpPr>
          <p:spPr>
            <a:xfrm>
              <a:off x="3321" y="0"/>
              <a:ext cx="2433" cy="2614"/>
            </a:xfrm>
            <a:custGeom>
              <a:avLst/>
              <a:gdLst/>
              <a:ahLst/>
              <a:cxnLst>
                <a:cxn ang="0">
                  <a:pos x="0" y="0"/>
                </a:cxn>
                <a:cxn ang="0">
                  <a:pos x="2433" y="2614"/>
                </a:cxn>
                <a:cxn ang="0">
                  <a:pos x="2433" y="2608"/>
                </a:cxn>
                <a:cxn ang="0">
                  <a:pos x="66" y="0"/>
                </a:cxn>
                <a:cxn ang="0">
                  <a:pos x="0" y="0"/>
                </a:cxn>
                <a:cxn ang="0">
                  <a:pos x="0" y="0"/>
                </a:cxn>
              </a:cxnLst>
              <a:pathLst>
                <a:path w="2428" h="2614">
                  <a:moveTo>
                    <a:pt x="0" y="0"/>
                  </a:moveTo>
                  <a:lnTo>
                    <a:pt x="2428" y="2614"/>
                  </a:lnTo>
                  <a:lnTo>
                    <a:pt x="2428" y="2608"/>
                  </a:lnTo>
                  <a:lnTo>
                    <a:pt x="66"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17443" name="任意多边形 14370"/>
            <p:cNvSpPr/>
            <p:nvPr/>
          </p:nvSpPr>
          <p:spPr>
            <a:xfrm>
              <a:off x="3950" y="0"/>
              <a:ext cx="1804" cy="2464"/>
            </a:xfrm>
            <a:custGeom>
              <a:avLst/>
              <a:gdLst/>
              <a:ahLst/>
              <a:cxnLst>
                <a:cxn ang="0">
                  <a:pos x="486" y="0"/>
                </a:cxn>
                <a:cxn ang="0">
                  <a:pos x="0" y="0"/>
                </a:cxn>
                <a:cxn ang="0">
                  <a:pos x="1804" y="2464"/>
                </a:cxn>
                <a:cxn ang="0">
                  <a:pos x="1804" y="2248"/>
                </a:cxn>
                <a:cxn ang="0">
                  <a:pos x="1797" y="2248"/>
                </a:cxn>
                <a:cxn ang="0">
                  <a:pos x="486" y="0"/>
                </a:cxn>
                <a:cxn ang="0">
                  <a:pos x="486" y="0"/>
                </a:cxn>
              </a:cxnLst>
              <a:pathLst>
                <a:path w="1800" h="2464">
                  <a:moveTo>
                    <a:pt x="485" y="0"/>
                  </a:moveTo>
                  <a:lnTo>
                    <a:pt x="0" y="0"/>
                  </a:lnTo>
                  <a:lnTo>
                    <a:pt x="1800" y="2464"/>
                  </a:lnTo>
                  <a:lnTo>
                    <a:pt x="1800" y="2248"/>
                  </a:lnTo>
                  <a:lnTo>
                    <a:pt x="1794" y="2248"/>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7444" name="任意多边形 14371"/>
            <p:cNvSpPr/>
            <p:nvPr/>
          </p:nvSpPr>
          <p:spPr>
            <a:xfrm>
              <a:off x="4519" y="0"/>
              <a:ext cx="1235" cy="2074"/>
            </a:xfrm>
            <a:custGeom>
              <a:avLst/>
              <a:gdLst/>
              <a:ahLst/>
              <a:cxnLst>
                <a:cxn ang="0">
                  <a:pos x="0" y="0"/>
                </a:cxn>
                <a:cxn ang="0">
                  <a:pos x="1235" y="2074"/>
                </a:cxn>
                <a:cxn ang="0">
                  <a:pos x="1235" y="2038"/>
                </a:cxn>
                <a:cxn ang="0">
                  <a:pos x="42" y="0"/>
                </a:cxn>
                <a:cxn ang="0">
                  <a:pos x="0" y="0"/>
                </a:cxn>
                <a:cxn ang="0">
                  <a:pos x="0" y="0"/>
                </a:cxn>
              </a:cxnLst>
              <a:pathLst>
                <a:path w="1232" h="2074">
                  <a:moveTo>
                    <a:pt x="0" y="0"/>
                  </a:moveTo>
                  <a:lnTo>
                    <a:pt x="1232" y="2074"/>
                  </a:lnTo>
                  <a:lnTo>
                    <a:pt x="1232" y="2038"/>
                  </a:lnTo>
                  <a:lnTo>
                    <a:pt x="42"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17445" name="任意多边形 14372"/>
            <p:cNvSpPr/>
            <p:nvPr/>
          </p:nvSpPr>
          <p:spPr>
            <a:xfrm>
              <a:off x="4694" y="0"/>
              <a:ext cx="1060" cy="1936"/>
            </a:xfrm>
            <a:custGeom>
              <a:avLst/>
              <a:gdLst/>
              <a:ahLst/>
              <a:cxnLst>
                <a:cxn ang="0">
                  <a:pos x="0" y="0"/>
                </a:cxn>
                <a:cxn ang="0">
                  <a:pos x="1060" y="1936"/>
                </a:cxn>
                <a:cxn ang="0">
                  <a:pos x="1060" y="1930"/>
                </a:cxn>
                <a:cxn ang="0">
                  <a:pos x="54" y="0"/>
                </a:cxn>
                <a:cxn ang="0">
                  <a:pos x="0" y="0"/>
                </a:cxn>
                <a:cxn ang="0">
                  <a:pos x="0" y="0"/>
                </a:cxn>
              </a:cxnLst>
              <a:pathLst>
                <a:path w="1058" h="1936">
                  <a:moveTo>
                    <a:pt x="0" y="0"/>
                  </a:moveTo>
                  <a:lnTo>
                    <a:pt x="1058" y="1936"/>
                  </a:lnTo>
                  <a:lnTo>
                    <a:pt x="1058" y="1930"/>
                  </a:lnTo>
                  <a:lnTo>
                    <a:pt x="54"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17446" name="任意多边形 14373"/>
            <p:cNvSpPr/>
            <p:nvPr/>
          </p:nvSpPr>
          <p:spPr>
            <a:xfrm>
              <a:off x="4981" y="0"/>
              <a:ext cx="773" cy="1487"/>
            </a:xfrm>
            <a:custGeom>
              <a:avLst/>
              <a:gdLst/>
              <a:ahLst/>
              <a:cxnLst>
                <a:cxn ang="0">
                  <a:pos x="773" y="1433"/>
                </a:cxn>
                <a:cxn ang="0">
                  <a:pos x="42" y="0"/>
                </a:cxn>
                <a:cxn ang="0">
                  <a:pos x="0" y="0"/>
                </a:cxn>
                <a:cxn ang="0">
                  <a:pos x="773" y="1487"/>
                </a:cxn>
                <a:cxn ang="0">
                  <a:pos x="773" y="1433"/>
                </a:cxn>
                <a:cxn ang="0">
                  <a:pos x="773" y="1433"/>
                </a:cxn>
              </a:cxnLst>
              <a:pathLst>
                <a:path w="771" h="1487">
                  <a:moveTo>
                    <a:pt x="771" y="1433"/>
                  </a:moveTo>
                  <a:lnTo>
                    <a:pt x="42" y="0"/>
                  </a:lnTo>
                  <a:lnTo>
                    <a:pt x="0" y="0"/>
                  </a:lnTo>
                  <a:lnTo>
                    <a:pt x="771" y="1487"/>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17447" name="组合 14374"/>
            <p:cNvGrpSpPr/>
            <p:nvPr userDrawn="1"/>
          </p:nvGrpSpPr>
          <p:grpSpPr>
            <a:xfrm>
              <a:off x="0" y="1632"/>
              <a:ext cx="5758" cy="1858"/>
              <a:chOff x="0" y="0"/>
              <a:chExt cx="5758" cy="1858"/>
            </a:xfrm>
          </p:grpSpPr>
          <p:sp>
            <p:nvSpPr>
              <p:cNvPr id="17448" name="任意多边形 14375"/>
              <p:cNvSpPr/>
              <p:nvPr/>
            </p:nvSpPr>
            <p:spPr>
              <a:xfrm>
                <a:off x="0" y="0"/>
                <a:ext cx="3670" cy="1313"/>
              </a:xfrm>
              <a:custGeom>
                <a:avLst/>
                <a:gdLst/>
                <a:ahLst/>
                <a:cxnLst>
                  <a:cxn ang="0">
                    <a:pos x="0" y="0"/>
                  </a:cxn>
                  <a:cxn ang="0">
                    <a:pos x="0" y="366"/>
                  </a:cxn>
                  <a:cxn ang="0">
                    <a:pos x="3645" y="1313"/>
                  </a:cxn>
                  <a:cxn ang="0">
                    <a:pos x="3657" y="1235"/>
                  </a:cxn>
                  <a:cxn ang="0">
                    <a:pos x="3670" y="1163"/>
                  </a:cxn>
                  <a:cxn ang="0">
                    <a:pos x="0" y="0"/>
                  </a:cxn>
                  <a:cxn ang="0">
                    <a:pos x="0" y="0"/>
                  </a:cxn>
                </a:cxnLst>
                <a:pathLst>
                  <a:path w="3659" h="1313">
                    <a:moveTo>
                      <a:pt x="0" y="0"/>
                    </a:moveTo>
                    <a:lnTo>
                      <a:pt x="0" y="366"/>
                    </a:lnTo>
                    <a:lnTo>
                      <a:pt x="3635" y="1313"/>
                    </a:lnTo>
                    <a:lnTo>
                      <a:pt x="3647" y="1235"/>
                    </a:lnTo>
                    <a:lnTo>
                      <a:pt x="3659" y="1163"/>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7449" name="任意多边形 14376"/>
              <p:cNvSpPr/>
              <p:nvPr/>
            </p:nvSpPr>
            <p:spPr>
              <a:xfrm>
                <a:off x="3646" y="1163"/>
                <a:ext cx="2112" cy="695"/>
              </a:xfrm>
              <a:custGeom>
                <a:avLst/>
                <a:gdLst/>
                <a:ahLst/>
                <a:cxnLst>
                  <a:cxn ang="0">
                    <a:pos x="2112" y="665"/>
                  </a:cxn>
                  <a:cxn ang="0">
                    <a:pos x="24" y="0"/>
                  </a:cxn>
                  <a:cxn ang="0">
                    <a:pos x="12" y="72"/>
                  </a:cxn>
                  <a:cxn ang="0">
                    <a:pos x="0" y="150"/>
                  </a:cxn>
                  <a:cxn ang="0">
                    <a:pos x="2112" y="695"/>
                  </a:cxn>
                  <a:cxn ang="0">
                    <a:pos x="2112" y="665"/>
                  </a:cxn>
                  <a:cxn ang="0">
                    <a:pos x="2112" y="665"/>
                  </a:cxn>
                </a:cxnLst>
                <a:pathLst>
                  <a:path w="2105" h="695">
                    <a:moveTo>
                      <a:pt x="2105" y="665"/>
                    </a:moveTo>
                    <a:lnTo>
                      <a:pt x="24" y="0"/>
                    </a:lnTo>
                    <a:lnTo>
                      <a:pt x="12" y="72"/>
                    </a:lnTo>
                    <a:lnTo>
                      <a:pt x="0" y="150"/>
                    </a:lnTo>
                    <a:lnTo>
                      <a:pt x="2105" y="69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14378" name="标题 14377"/>
          <p:cNvSpPr>
            <a:spLocks noGrp="1"/>
          </p:cNvSpPr>
          <p:nvPr>
            <p:ph type="ctrTitle" sz="quarter"/>
          </p:nvPr>
        </p:nvSpPr>
        <p:spPr>
          <a:xfrm>
            <a:off x="457200" y="1200360"/>
            <a:ext cx="8229600" cy="1371840"/>
          </a:xfrm>
          <a:prstGeom prst="rect">
            <a:avLst/>
          </a:prstGeom>
          <a:noFill/>
          <a:ln w="9525">
            <a:noFill/>
            <a:miter/>
          </a:ln>
        </p:spPr>
        <p:txBody>
          <a:bodyP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14379" name="副标题 14378"/>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44" name="日期占位符 14379"/>
          <p:cNvSpPr>
            <a:spLocks noGrp="1"/>
          </p:cNvSpPr>
          <p:nvPr>
            <p:ph type="dt" sz="quarter" idx="10"/>
          </p:nvPr>
        </p:nvSpPr>
        <p:spPr>
          <a:xfrm>
            <a:off x="457200" y="4683547"/>
            <a:ext cx="2133600" cy="342960"/>
          </a:xfrm>
          <a:prstGeom prst="rect">
            <a:avLst/>
          </a:prstGeom>
          <a:noFill/>
          <a:ln w="9525">
            <a:noFill/>
            <a:miter/>
          </a:ln>
        </p:spPr>
        <p:txBody>
          <a:bodyPr anchor="b"/>
          <a:lstStyle>
            <a:lvl1pPr>
              <a:defRPr dirty="0">
                <a:effectLst/>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45" name="页脚占位符 14380"/>
          <p:cNvSpPr>
            <a:spLocks noGrp="1"/>
          </p:cNvSpPr>
          <p:nvPr>
            <p:ph type="ftr" sz="quarter" idx="11"/>
          </p:nvPr>
        </p:nvSpPr>
        <p:spPr>
          <a:xfrm>
            <a:off x="3124200" y="4687120"/>
            <a:ext cx="2895600" cy="342960"/>
          </a:xfrm>
          <a:prstGeom prst="rect">
            <a:avLst/>
          </a:prstGeom>
          <a:noFill/>
          <a:ln w="9525">
            <a:noFill/>
            <a:miter/>
          </a:ln>
        </p:spPr>
        <p:txBody>
          <a:bodyPr anchor="b"/>
          <a:lstStyle>
            <a:lvl1pPr>
              <a:defRPr dirty="0">
                <a:effectLst/>
              </a:defRPr>
            </a:lvl1pPr>
          </a:lstStyle>
          <a:p>
            <a:pPr fontAlgn="base"/>
            <a:endParaRPr lang="en-US" altLang="x-none" strike="noStrike" noProof="1"/>
          </a:p>
        </p:txBody>
      </p:sp>
      <p:sp>
        <p:nvSpPr>
          <p:cNvPr id="46" name="灯片编号占位符 14381"/>
          <p:cNvSpPr>
            <a:spLocks noGrp="1"/>
          </p:cNvSpPr>
          <p:nvPr>
            <p:ph type="sldNum" sz="quarter" idx="12"/>
          </p:nvPr>
        </p:nvSpPr>
        <p:spPr>
          <a:xfrm>
            <a:off x="6553200" y="4683547"/>
            <a:ext cx="2133600" cy="342960"/>
          </a:xfrm>
          <a:prstGeom prst="rect">
            <a:avLst/>
          </a:prstGeom>
          <a:noFill/>
          <a:ln w="9525">
            <a:noFill/>
            <a:miter/>
          </a:ln>
        </p:spPr>
        <p:txBody>
          <a:bodyPr vert="horz" wrap="square" lIns="91440" tIns="45720" rIns="91440" bIns="45720" numCol="1" anchor="b" anchorCtr="0" compatLnSpc="1"/>
          <a:lstStyle>
            <a:lvl1pPr>
              <a:defRPr/>
            </a:lvl1pPr>
          </a:lstStyle>
          <a:p>
            <a:pPr fontAlgn="base"/>
            <a:fld id="{DBE8CA87-A63A-4BF4-BE2B-144F32AE3E0E}" type="slidenum">
              <a:rPr lang="zh-CN" altLang="en-US" strike="noStrike" noProof="1">
                <a:latin typeface="Arial" panose="020B0604020202020204" pitchFamily="34" charset="0"/>
                <a:ea typeface="宋体" panose="02010600030101010101" pitchFamily="2" charset="-122"/>
                <a:cs typeface="+mn-cs"/>
              </a:rPr>
            </a:fld>
            <a:endParaRPr 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a:xfrm>
            <a:off x="457200" y="4683547"/>
            <a:ext cx="2133600" cy="342960"/>
          </a:xfrm>
          <a:prstGeom prst="rect">
            <a:avLst/>
          </a:prstGeom>
          <a:noFill/>
          <a:ln w="9525">
            <a:noFill/>
            <a:miter/>
          </a:ln>
        </p:spPr>
        <p:txBody>
          <a:bodyPr anchor="b"/>
          <a:lstStyle>
            <a:lvl1pPr>
              <a:defRPr dirty="0">
                <a:effectLst/>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5" name="页脚占位符 4"/>
          <p:cNvSpPr>
            <a:spLocks noGrp="1"/>
          </p:cNvSpPr>
          <p:nvPr>
            <p:ph type="ftr" sz="quarter" idx="11"/>
          </p:nvPr>
        </p:nvSpPr>
        <p:spPr>
          <a:xfrm>
            <a:off x="3124200" y="4687120"/>
            <a:ext cx="2895600" cy="342960"/>
          </a:xfrm>
          <a:prstGeom prst="rect">
            <a:avLst/>
          </a:prstGeom>
          <a:noFill/>
          <a:ln w="9525">
            <a:noFill/>
            <a:miter/>
          </a:ln>
        </p:spPr>
        <p:txBody>
          <a:bodyPr anchor="b"/>
          <a:lstStyle>
            <a:lvl1pPr>
              <a:defRPr dirty="0">
                <a:effectLst/>
              </a:defRPr>
            </a:lvl1pPr>
          </a:lstStyle>
          <a:p>
            <a:pPr fontAlgn="base"/>
            <a:endParaRPr lang="zh-CN" altLang="en-US" strike="noStrike" noProof="1"/>
          </a:p>
        </p:txBody>
      </p:sp>
      <p:sp>
        <p:nvSpPr>
          <p:cNvPr id="6" name="灯片编号占位符 5"/>
          <p:cNvSpPr>
            <a:spLocks noGrp="1"/>
          </p:cNvSpPr>
          <p:nvPr>
            <p:ph type="sldNum" sz="quarter" idx="12"/>
          </p:nvPr>
        </p:nvSpPr>
        <p:spPr>
          <a:xfrm>
            <a:off x="6553200" y="4683547"/>
            <a:ext cx="2133600" cy="342960"/>
          </a:xfrm>
          <a:prstGeom prst="rect">
            <a:avLst/>
          </a:prstGeom>
          <a:noFill/>
          <a:ln w="9525">
            <a:noFill/>
            <a:miter/>
          </a:ln>
        </p:spPr>
        <p:txBody>
          <a:bodyPr vert="horz" wrap="square" lIns="91440" tIns="45720" rIns="91440" bIns="45720" numCol="1" anchor="b" anchorCtr="0" compatLnSpc="1"/>
          <a:lstStyle>
            <a:lvl1pPr>
              <a:defRPr/>
            </a:lvl1pPr>
          </a:lstStyle>
          <a:p>
            <a:pPr fontAlgn="base"/>
            <a:fld id="{E1DC4747-5CA5-4041-9EED-38569A55284B}"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节标题">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effectLst/>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effectLst/>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a:xfrm>
            <a:off x="457200" y="4683547"/>
            <a:ext cx="2133600" cy="342960"/>
          </a:xfrm>
          <a:prstGeom prst="rect">
            <a:avLst/>
          </a:prstGeom>
          <a:noFill/>
          <a:ln w="9525">
            <a:noFill/>
            <a:miter/>
          </a:ln>
        </p:spPr>
        <p:txBody>
          <a:bodyPr anchor="b"/>
          <a:lstStyle>
            <a:lvl1pPr>
              <a:defRPr dirty="0">
                <a:effectLst/>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5" name="页脚占位符 4"/>
          <p:cNvSpPr>
            <a:spLocks noGrp="1"/>
          </p:cNvSpPr>
          <p:nvPr>
            <p:ph type="ftr" sz="quarter" idx="11"/>
          </p:nvPr>
        </p:nvSpPr>
        <p:spPr>
          <a:xfrm>
            <a:off x="3124200" y="4687120"/>
            <a:ext cx="2895600" cy="342960"/>
          </a:xfrm>
          <a:prstGeom prst="rect">
            <a:avLst/>
          </a:prstGeom>
          <a:noFill/>
          <a:ln w="9525">
            <a:noFill/>
            <a:miter/>
          </a:ln>
        </p:spPr>
        <p:txBody>
          <a:bodyPr anchor="b"/>
          <a:lstStyle>
            <a:lvl1pPr>
              <a:defRPr dirty="0">
                <a:effectLst/>
              </a:defRPr>
            </a:lvl1pPr>
          </a:lstStyle>
          <a:p>
            <a:pPr fontAlgn="base"/>
            <a:endParaRPr lang="zh-CN" altLang="en-US" strike="noStrike" noProof="1"/>
          </a:p>
        </p:txBody>
      </p:sp>
      <p:sp>
        <p:nvSpPr>
          <p:cNvPr id="6" name="灯片编号占位符 5"/>
          <p:cNvSpPr>
            <a:spLocks noGrp="1"/>
          </p:cNvSpPr>
          <p:nvPr>
            <p:ph type="sldNum" sz="quarter" idx="12"/>
          </p:nvPr>
        </p:nvSpPr>
        <p:spPr>
          <a:xfrm>
            <a:off x="6553200" y="4683547"/>
            <a:ext cx="2133600" cy="342960"/>
          </a:xfrm>
          <a:prstGeom prst="rect">
            <a:avLst/>
          </a:prstGeom>
          <a:noFill/>
          <a:ln w="9525">
            <a:noFill/>
            <a:miter/>
          </a:ln>
        </p:spPr>
        <p:txBody>
          <a:bodyPr vert="horz" wrap="square" lIns="91440" tIns="45720" rIns="91440" bIns="45720" numCol="1" anchor="b" anchorCtr="0" compatLnSpc="1"/>
          <a:lstStyle>
            <a:lvl1pPr>
              <a:defRPr/>
            </a:lvl1pPr>
          </a:lstStyle>
          <a:p>
            <a:pPr fontAlgn="base"/>
            <a:fld id="{65B1F469-0C73-4523-B094-84106760668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两栏内容">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a:xfrm>
            <a:off x="457200" y="4683547"/>
            <a:ext cx="2133600" cy="342960"/>
          </a:xfrm>
          <a:prstGeom prst="rect">
            <a:avLst/>
          </a:prstGeom>
          <a:noFill/>
          <a:ln w="9525">
            <a:noFill/>
            <a:miter/>
          </a:ln>
        </p:spPr>
        <p:txBody>
          <a:bodyPr anchor="b"/>
          <a:lstStyle>
            <a:lvl1pPr>
              <a:defRPr dirty="0">
                <a:effectLst/>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6" name="页脚占位符 5"/>
          <p:cNvSpPr>
            <a:spLocks noGrp="1"/>
          </p:cNvSpPr>
          <p:nvPr>
            <p:ph type="ftr" sz="quarter" idx="11"/>
          </p:nvPr>
        </p:nvSpPr>
        <p:spPr>
          <a:xfrm>
            <a:off x="3124200" y="4687120"/>
            <a:ext cx="2895600" cy="342960"/>
          </a:xfrm>
          <a:prstGeom prst="rect">
            <a:avLst/>
          </a:prstGeom>
          <a:noFill/>
          <a:ln w="9525">
            <a:noFill/>
            <a:miter/>
          </a:ln>
        </p:spPr>
        <p:txBody>
          <a:bodyPr anchor="b"/>
          <a:lstStyle>
            <a:lvl1pPr>
              <a:defRPr dirty="0">
                <a:effectLst/>
              </a:defRPr>
            </a:lvl1pPr>
          </a:lstStyle>
          <a:p>
            <a:pPr fontAlgn="base"/>
            <a:endParaRPr lang="zh-CN" altLang="en-US" strike="noStrike" noProof="1"/>
          </a:p>
        </p:txBody>
      </p:sp>
      <p:sp>
        <p:nvSpPr>
          <p:cNvPr id="7" name="灯片编号占位符 6"/>
          <p:cNvSpPr>
            <a:spLocks noGrp="1"/>
          </p:cNvSpPr>
          <p:nvPr>
            <p:ph type="sldNum" sz="quarter" idx="12"/>
          </p:nvPr>
        </p:nvSpPr>
        <p:spPr>
          <a:xfrm>
            <a:off x="6553200" y="4683547"/>
            <a:ext cx="2133600" cy="342960"/>
          </a:xfrm>
          <a:prstGeom prst="rect">
            <a:avLst/>
          </a:prstGeom>
          <a:noFill/>
          <a:ln w="9525">
            <a:noFill/>
            <a:miter/>
          </a:ln>
        </p:spPr>
        <p:txBody>
          <a:bodyPr vert="horz" wrap="square" lIns="91440" tIns="45720" rIns="91440" bIns="45720" numCol="1" anchor="b" anchorCtr="0" compatLnSpc="1"/>
          <a:lstStyle>
            <a:lvl1pPr>
              <a:defRPr/>
            </a:lvl1pPr>
          </a:lstStyle>
          <a:p>
            <a:pPr fontAlgn="base"/>
            <a:fld id="{CC7ED7B6-C1C7-432F-A706-CF9604B2BAAC}"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比较">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effectLst/>
              </a:defRPr>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effectLst/>
              </a:defRPr>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a:xfrm>
            <a:off x="457200" y="4683547"/>
            <a:ext cx="2133600" cy="342960"/>
          </a:xfrm>
          <a:prstGeom prst="rect">
            <a:avLst/>
          </a:prstGeom>
          <a:noFill/>
          <a:ln w="9525">
            <a:noFill/>
            <a:miter/>
          </a:ln>
        </p:spPr>
        <p:txBody>
          <a:bodyPr anchor="b"/>
          <a:lstStyle>
            <a:lvl1pPr>
              <a:defRPr dirty="0">
                <a:effectLst/>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8" name="页脚占位符 7"/>
          <p:cNvSpPr>
            <a:spLocks noGrp="1"/>
          </p:cNvSpPr>
          <p:nvPr>
            <p:ph type="ftr" sz="quarter" idx="11"/>
          </p:nvPr>
        </p:nvSpPr>
        <p:spPr>
          <a:xfrm>
            <a:off x="3124200" y="4687120"/>
            <a:ext cx="2895600" cy="342960"/>
          </a:xfrm>
          <a:prstGeom prst="rect">
            <a:avLst/>
          </a:prstGeom>
          <a:noFill/>
          <a:ln w="9525">
            <a:noFill/>
            <a:miter/>
          </a:ln>
        </p:spPr>
        <p:txBody>
          <a:bodyPr anchor="b"/>
          <a:lstStyle>
            <a:lvl1pPr>
              <a:defRPr dirty="0">
                <a:effectLst/>
              </a:defRPr>
            </a:lvl1pPr>
          </a:lstStyle>
          <a:p>
            <a:pPr fontAlgn="base"/>
            <a:endParaRPr lang="zh-CN" altLang="en-US" strike="noStrike" noProof="1"/>
          </a:p>
        </p:txBody>
      </p:sp>
      <p:sp>
        <p:nvSpPr>
          <p:cNvPr id="9" name="灯片编号占位符 8"/>
          <p:cNvSpPr>
            <a:spLocks noGrp="1"/>
          </p:cNvSpPr>
          <p:nvPr>
            <p:ph type="sldNum" sz="quarter" idx="12"/>
          </p:nvPr>
        </p:nvSpPr>
        <p:spPr>
          <a:xfrm>
            <a:off x="6553200" y="4683547"/>
            <a:ext cx="2133600" cy="342960"/>
          </a:xfrm>
          <a:prstGeom prst="rect">
            <a:avLst/>
          </a:prstGeom>
          <a:noFill/>
          <a:ln w="9525">
            <a:noFill/>
            <a:miter/>
          </a:ln>
        </p:spPr>
        <p:txBody>
          <a:bodyPr vert="horz" wrap="square" lIns="91440" tIns="45720" rIns="91440" bIns="45720" numCol="1" anchor="b" anchorCtr="0" compatLnSpc="1"/>
          <a:lstStyle>
            <a:lvl1pPr>
              <a:defRPr/>
            </a:lvl1pPr>
          </a:lstStyle>
          <a:p>
            <a:pPr fontAlgn="base"/>
            <a:fld id="{78A923B8-141F-4243-86DE-A265D5C73F92}"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仅标题">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a:xfrm>
            <a:off x="457200" y="4683547"/>
            <a:ext cx="2133600" cy="342960"/>
          </a:xfrm>
          <a:prstGeom prst="rect">
            <a:avLst/>
          </a:prstGeom>
          <a:noFill/>
          <a:ln w="9525">
            <a:noFill/>
            <a:miter/>
          </a:ln>
        </p:spPr>
        <p:txBody>
          <a:bodyPr anchor="b"/>
          <a:lstStyle>
            <a:lvl1pPr>
              <a:defRPr dirty="0">
                <a:effectLst/>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4" name="页脚占位符 3"/>
          <p:cNvSpPr>
            <a:spLocks noGrp="1"/>
          </p:cNvSpPr>
          <p:nvPr>
            <p:ph type="ftr" sz="quarter" idx="11"/>
          </p:nvPr>
        </p:nvSpPr>
        <p:spPr>
          <a:xfrm>
            <a:off x="3124200" y="4687120"/>
            <a:ext cx="2895600" cy="342960"/>
          </a:xfrm>
          <a:prstGeom prst="rect">
            <a:avLst/>
          </a:prstGeom>
          <a:noFill/>
          <a:ln w="9525">
            <a:noFill/>
            <a:miter/>
          </a:ln>
        </p:spPr>
        <p:txBody>
          <a:bodyPr anchor="b"/>
          <a:lstStyle>
            <a:lvl1pPr>
              <a:defRPr dirty="0">
                <a:effectLst/>
              </a:defRPr>
            </a:lvl1pPr>
          </a:lstStyle>
          <a:p>
            <a:pPr fontAlgn="base"/>
            <a:endParaRPr lang="zh-CN" altLang="en-US" strike="noStrike" noProof="1"/>
          </a:p>
        </p:txBody>
      </p:sp>
      <p:sp>
        <p:nvSpPr>
          <p:cNvPr id="5" name="灯片编号占位符 4"/>
          <p:cNvSpPr>
            <a:spLocks noGrp="1"/>
          </p:cNvSpPr>
          <p:nvPr>
            <p:ph type="sldNum" sz="quarter" idx="12"/>
          </p:nvPr>
        </p:nvSpPr>
        <p:spPr>
          <a:xfrm>
            <a:off x="6553200" y="4683547"/>
            <a:ext cx="2133600" cy="342960"/>
          </a:xfrm>
          <a:prstGeom prst="rect">
            <a:avLst/>
          </a:prstGeom>
          <a:noFill/>
          <a:ln w="9525">
            <a:noFill/>
            <a:miter/>
          </a:ln>
        </p:spPr>
        <p:txBody>
          <a:bodyPr vert="horz" wrap="square" lIns="91440" tIns="45720" rIns="91440" bIns="45720" numCol="1" anchor="b" anchorCtr="0" compatLnSpc="1"/>
          <a:lstStyle>
            <a:lvl1pPr>
              <a:defRPr/>
            </a:lvl1pPr>
          </a:lstStyle>
          <a:p>
            <a:pPr fontAlgn="base"/>
            <a:fld id="{E2228B5D-EE10-4B9C-B459-A4489E1F980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 name="Footer Placeholder 2"/>
          <p:cNvSpPr>
            <a:spLocks noGrp="1"/>
          </p:cNvSpPr>
          <p:nvPr>
            <p:ph type="ftr" sz="quarter" idx="11"/>
          </p:nvPr>
        </p:nvSpPr>
        <p:spPr/>
        <p:txBody>
          <a:bodyPr/>
          <a:p>
            <a:pPr fontAlgn="base"/>
            <a:endParaRPr lang="zh-CN" altLang="en-US" strike="noStrike" noProof="1"/>
          </a:p>
        </p:txBody>
      </p:sp>
      <p:sp>
        <p:nvSpPr>
          <p:cNvPr id="4" name="Slide Number Placeholder 3"/>
          <p:cNvSpPr>
            <a:spLocks noGrp="1"/>
          </p:cNvSpPr>
          <p:nvPr>
            <p:ph type="sldNum" sz="quarter" idx="12"/>
          </p:nvPr>
        </p:nvSpPr>
        <p:spPr/>
        <p:txBody>
          <a:bodyPr/>
          <a:p>
            <a:pPr fontAlgn="base"/>
            <a:fld id="{9D9AD45D-AA78-43E7-8139-F28EFC3AF000}"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9D9AD45D-AA78-43E7-8139-F28EFC3AF000}"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9D9AD45D-AA78-43E7-8139-F28EFC3AF000}"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9D9AD45D-AA78-43E7-8139-F28EFC3AF000}"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Footer Placeholder 4"/>
          <p:cNvSpPr>
            <a:spLocks noGrp="1"/>
          </p:cNvSpPr>
          <p:nvPr>
            <p:ph type="ftr" sz="quarter" idx="11"/>
          </p:nvPr>
        </p:nvSpPr>
        <p:spPr/>
        <p:txBody>
          <a:bodyPr/>
          <a:p>
            <a:pPr fontAlgn="base"/>
            <a:endParaRPr lang="zh-CN" altLang="en-US" strike="noStrike" noProof="1"/>
          </a:p>
        </p:txBody>
      </p:sp>
      <p:sp>
        <p:nvSpPr>
          <p:cNvPr id="6" name="Slide Number Placeholder 5"/>
          <p:cNvSpPr>
            <a:spLocks noGrp="1"/>
          </p:cNvSpPr>
          <p:nvPr>
            <p:ph type="sldNum" sz="quarter" idx="12"/>
          </p:nvPr>
        </p:nvSpPr>
        <p:spPr/>
        <p:txBody>
          <a:bodyPr/>
          <a:p>
            <a:pPr fontAlgn="base"/>
            <a:fld id="{9D9AD45D-AA78-43E7-8139-F28EFC3AF000}"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369458"/>
            <a:ext cx="3886200" cy="326407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369458"/>
            <a:ext cx="3886200" cy="326407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Footer Placeholder 5"/>
          <p:cNvSpPr>
            <a:spLocks noGrp="1"/>
          </p:cNvSpPr>
          <p:nvPr>
            <p:ph type="ftr" sz="quarter" idx="11"/>
          </p:nvPr>
        </p:nvSpPr>
        <p:spPr/>
        <p:txBody>
          <a:bodyPr/>
          <a:p>
            <a:pPr fontAlgn="base"/>
            <a:endParaRPr lang="zh-CN" altLang="en-US" strike="noStrike" noProof="1"/>
          </a:p>
        </p:txBody>
      </p:sp>
      <p:sp>
        <p:nvSpPr>
          <p:cNvPr id="7" name="Slide Number Placeholder 6"/>
          <p:cNvSpPr>
            <a:spLocks noGrp="1"/>
          </p:cNvSpPr>
          <p:nvPr>
            <p:ph type="sldNum" sz="quarter" idx="12"/>
          </p:nvPr>
        </p:nvSpPr>
        <p:spPr/>
        <p:txBody>
          <a:bodyPr/>
          <a:p>
            <a:pPr fontAlgn="base"/>
            <a:fld id="{9D9AD45D-AA78-43E7-8139-F28EFC3AF000}"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3554" name="组合 16385"/>
          <p:cNvGrpSpPr/>
          <p:nvPr/>
        </p:nvGrpSpPr>
        <p:grpSpPr>
          <a:xfrm>
            <a:off x="0" y="0"/>
            <a:ext cx="9140825" cy="5138446"/>
            <a:chOff x="0" y="0"/>
            <a:chExt cx="5758" cy="4315"/>
          </a:xfrm>
        </p:grpSpPr>
        <p:grpSp>
          <p:nvGrpSpPr>
            <p:cNvPr id="23555" name="组合 16386"/>
            <p:cNvGrpSpPr/>
            <p:nvPr userDrawn="1"/>
          </p:nvGrpSpPr>
          <p:grpSpPr>
            <a:xfrm>
              <a:off x="1728" y="2230"/>
              <a:ext cx="4027" cy="2085"/>
              <a:chOff x="0" y="0"/>
              <a:chExt cx="4027" cy="2085"/>
            </a:xfrm>
          </p:grpSpPr>
          <p:sp>
            <p:nvSpPr>
              <p:cNvPr id="23556" name="任意多边形 16387"/>
              <p:cNvSpPr/>
              <p:nvPr/>
            </p:nvSpPr>
            <p:spPr>
              <a:xfrm>
                <a:off x="0" y="41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close/>
                  </a:path>
                </a:pathLst>
              </a:custGeom>
              <a:gradFill rotWithShape="0">
                <a:gsLst>
                  <a:gs pos="0">
                    <a:schemeClr val="bg1"/>
                  </a:gs>
                  <a:gs pos="100000">
                    <a:srgbClr val="002E8B"/>
                  </a:gs>
                </a:gsLst>
                <a:lin ang="0" scaled="1"/>
                <a:tileRect/>
              </a:gradFill>
              <a:ln w="9525">
                <a:noFill/>
              </a:ln>
            </p:spPr>
            <p:txBody>
              <a:bodyPr/>
              <a:p>
                <a:endParaRPr lang="en-US" sz="100"/>
              </a:p>
            </p:txBody>
          </p:sp>
          <p:sp>
            <p:nvSpPr>
              <p:cNvPr id="23557" name="任意多边形 16388"/>
              <p:cNvSpPr/>
              <p:nvPr/>
            </p:nvSpPr>
            <p:spPr>
              <a:xfrm>
                <a:off x="2442" y="44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close/>
                  </a:path>
                </a:pathLst>
              </a:custGeom>
              <a:gradFill rotWithShape="0">
                <a:gsLst>
                  <a:gs pos="0">
                    <a:schemeClr val="bg1"/>
                  </a:gs>
                  <a:gs pos="100000">
                    <a:srgbClr val="002E8B"/>
                  </a:gs>
                </a:gsLst>
                <a:lin ang="2700000" scaled="1"/>
                <a:tileRect/>
              </a:gradFill>
              <a:ln w="9525">
                <a:noFill/>
              </a:ln>
            </p:spPr>
            <p:txBody>
              <a:bodyPr/>
              <a:p>
                <a:endParaRPr lang="en-US" sz="100"/>
              </a:p>
            </p:txBody>
          </p:sp>
          <p:sp>
            <p:nvSpPr>
              <p:cNvPr id="23558" name="任意多边形 16389"/>
              <p:cNvSpPr/>
              <p:nvPr/>
            </p:nvSpPr>
            <p:spPr>
              <a:xfrm>
                <a:off x="1172" y="111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close/>
                  </a:path>
                </a:pathLst>
              </a:custGeom>
              <a:gradFill rotWithShape="0">
                <a:gsLst>
                  <a:gs pos="0">
                    <a:srgbClr val="002A7D"/>
                  </a:gs>
                  <a:gs pos="100000">
                    <a:schemeClr val="bg1"/>
                  </a:gs>
                </a:gsLst>
                <a:lin ang="5400000" scaled="1"/>
                <a:tileRect/>
              </a:gradFill>
              <a:ln w="9525">
                <a:noFill/>
              </a:ln>
            </p:spPr>
            <p:txBody>
              <a:bodyPr/>
              <a:p>
                <a:endParaRPr lang="en-US" sz="100"/>
              </a:p>
            </p:txBody>
          </p:sp>
          <p:sp>
            <p:nvSpPr>
              <p:cNvPr id="23559" name="任意多边形 16390"/>
              <p:cNvSpPr/>
              <p:nvPr/>
            </p:nvSpPr>
            <p:spPr>
              <a:xfrm>
                <a:off x="1020" y="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bg1"/>
              </a:solidFill>
              <a:ln w="9525">
                <a:noFill/>
              </a:ln>
            </p:spPr>
            <p:txBody>
              <a:bodyPr/>
              <a:p>
                <a:endParaRPr lang="en-US" sz="100"/>
              </a:p>
            </p:txBody>
          </p:sp>
          <p:sp>
            <p:nvSpPr>
              <p:cNvPr id="23560" name="任意多边形 16391"/>
              <p:cNvSpPr/>
              <p:nvPr/>
            </p:nvSpPr>
            <p:spPr>
              <a:xfrm>
                <a:off x="2773" y="8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close/>
                  </a:path>
                </a:pathLst>
              </a:custGeom>
              <a:gradFill rotWithShape="0">
                <a:gsLst>
                  <a:gs pos="0">
                    <a:srgbClr val="002D86"/>
                  </a:gs>
                  <a:gs pos="100000">
                    <a:schemeClr val="bg1"/>
                  </a:gs>
                </a:gsLst>
                <a:lin ang="2700000" scaled="1"/>
                <a:tileRect/>
              </a:gradFill>
              <a:ln w="9525">
                <a:noFill/>
              </a:ln>
            </p:spPr>
            <p:txBody>
              <a:bodyPr/>
              <a:p>
                <a:endParaRPr lang="en-US" sz="100"/>
              </a:p>
            </p:txBody>
          </p:sp>
        </p:grpSp>
        <p:sp>
          <p:nvSpPr>
            <p:cNvPr id="23561" name="任意多边形 16392"/>
            <p:cNvSpPr/>
            <p:nvPr/>
          </p:nvSpPr>
          <p:spPr>
            <a:xfrm>
              <a:off x="3322" y="1341"/>
              <a:ext cx="1825" cy="1537"/>
            </a:xfrm>
            <a:custGeom>
              <a:avLst/>
              <a:gdLst/>
              <a:ahLst/>
              <a:cxnLst>
                <a:cxn ang="0">
                  <a:pos x="780" y="1110"/>
                </a:cxn>
                <a:cxn ang="0">
                  <a:pos x="1078" y="1058"/>
                </a:cxn>
                <a:cxn ang="0">
                  <a:pos x="1324" y="1001"/>
                </a:cxn>
                <a:cxn ang="0">
                  <a:pos x="1522" y="938"/>
                </a:cxn>
                <a:cxn ang="0">
                  <a:pos x="1669" y="870"/>
                </a:cxn>
                <a:cxn ang="0">
                  <a:pos x="1764" y="790"/>
                </a:cxn>
                <a:cxn ang="0">
                  <a:pos x="1816" y="699"/>
                </a:cxn>
                <a:cxn ang="0">
                  <a:pos x="1820" y="585"/>
                </a:cxn>
                <a:cxn ang="0">
                  <a:pos x="1781" y="478"/>
                </a:cxn>
                <a:cxn ang="0">
                  <a:pos x="1704" y="380"/>
                </a:cxn>
                <a:cxn ang="0">
                  <a:pos x="1596" y="289"/>
                </a:cxn>
                <a:cxn ang="0">
                  <a:pos x="1406" y="164"/>
                </a:cxn>
                <a:cxn ang="0">
                  <a:pos x="1281" y="96"/>
                </a:cxn>
                <a:cxn ang="0">
                  <a:pos x="1173" y="44"/>
                </a:cxn>
                <a:cxn ang="0">
                  <a:pos x="1100" y="10"/>
                </a:cxn>
                <a:cxn ang="0">
                  <a:pos x="1069" y="0"/>
                </a:cxn>
                <a:cxn ang="0">
                  <a:pos x="1315" y="124"/>
                </a:cxn>
                <a:cxn ang="0">
                  <a:pos x="1548" y="266"/>
                </a:cxn>
                <a:cxn ang="0">
                  <a:pos x="1643" y="341"/>
                </a:cxn>
                <a:cxn ang="0">
                  <a:pos x="1725" y="420"/>
                </a:cxn>
                <a:cxn ang="0">
                  <a:pos x="1777" y="500"/>
                </a:cxn>
                <a:cxn ang="0">
                  <a:pos x="1798" y="585"/>
                </a:cxn>
                <a:cxn ang="0">
                  <a:pos x="1781" y="665"/>
                </a:cxn>
                <a:cxn ang="0">
                  <a:pos x="1725" y="734"/>
                </a:cxn>
                <a:cxn ang="0">
                  <a:pos x="1639" y="790"/>
                </a:cxn>
                <a:cxn ang="0">
                  <a:pos x="1526" y="837"/>
                </a:cxn>
                <a:cxn ang="0">
                  <a:pos x="1389" y="882"/>
                </a:cxn>
                <a:cxn ang="0">
                  <a:pos x="1073" y="950"/>
                </a:cxn>
                <a:cxn ang="0">
                  <a:pos x="733" y="1012"/>
                </a:cxn>
                <a:cxn ang="0">
                  <a:pos x="414" y="1075"/>
                </a:cxn>
                <a:cxn ang="0">
                  <a:pos x="280" y="1115"/>
                </a:cxn>
                <a:cxn ang="0">
                  <a:pos x="163" y="1155"/>
                </a:cxn>
                <a:cxn ang="0">
                  <a:pos x="73" y="1201"/>
                </a:cxn>
                <a:cxn ang="0">
                  <a:pos x="17" y="1257"/>
                </a:cxn>
                <a:cxn ang="0">
                  <a:pos x="0" y="1320"/>
                </a:cxn>
                <a:cxn ang="0">
                  <a:pos x="21" y="1388"/>
                </a:cxn>
                <a:cxn ang="0">
                  <a:pos x="77" y="1445"/>
                </a:cxn>
                <a:cxn ang="0">
                  <a:pos x="155" y="1490"/>
                </a:cxn>
                <a:cxn ang="0">
                  <a:pos x="259" y="1537"/>
                </a:cxn>
                <a:cxn ang="0">
                  <a:pos x="172" y="1479"/>
                </a:cxn>
                <a:cxn ang="0">
                  <a:pos x="116" y="1422"/>
                </a:cxn>
                <a:cxn ang="0">
                  <a:pos x="95" y="1366"/>
                </a:cxn>
                <a:cxn ang="0">
                  <a:pos x="112" y="1315"/>
                </a:cxn>
                <a:cxn ang="0">
                  <a:pos x="168" y="1263"/>
                </a:cxn>
                <a:cxn ang="0">
                  <a:pos x="271" y="1217"/>
                </a:cxn>
                <a:cxn ang="0">
                  <a:pos x="418" y="1172"/>
                </a:cxn>
                <a:cxn ang="0">
                  <a:pos x="612" y="1138"/>
                </a:cxn>
              </a:cxnLst>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close/>
                </a:path>
              </a:pathLst>
            </a:custGeom>
            <a:gradFill rotWithShape="0">
              <a:gsLst>
                <a:gs pos="0">
                  <a:srgbClr val="002B82"/>
                </a:gs>
                <a:gs pos="100000">
                  <a:schemeClr val="bg1"/>
                </a:gs>
              </a:gsLst>
              <a:lin ang="2700000" scaled="1"/>
              <a:tileRect/>
            </a:gradFill>
            <a:ln w="9525">
              <a:noFill/>
            </a:ln>
          </p:spPr>
          <p:txBody>
            <a:bodyPr/>
            <a:p>
              <a:endParaRPr lang="en-US" sz="100"/>
            </a:p>
          </p:txBody>
        </p:sp>
        <p:sp>
          <p:nvSpPr>
            <p:cNvPr id="23562" name="任意多边形 16393"/>
            <p:cNvSpPr/>
            <p:nvPr/>
          </p:nvSpPr>
          <p:spPr>
            <a:xfrm>
              <a:off x="0" y="0"/>
              <a:ext cx="5758" cy="1776"/>
            </a:xfrm>
            <a:custGeom>
              <a:avLst/>
              <a:gdLst/>
              <a:ahLst/>
              <a:cxnLst>
                <a:cxn ang="0">
                  <a:pos x="0" y="0"/>
                </a:cxn>
                <a:cxn ang="0">
                  <a:pos x="0" y="1776"/>
                </a:cxn>
                <a:cxn ang="0">
                  <a:pos x="5758" y="1776"/>
                </a:cxn>
                <a:cxn ang="0">
                  <a:pos x="5758" y="0"/>
                </a:cxn>
                <a:cxn ang="0">
                  <a:pos x="0" y="0"/>
                </a:cxn>
                <a:cxn ang="0">
                  <a:pos x="0" y="0"/>
                </a:cxn>
              </a:cxnLst>
              <a:pathLst>
                <a:path w="5740" h="1906">
                  <a:moveTo>
                    <a:pt x="0" y="0"/>
                  </a:moveTo>
                  <a:lnTo>
                    <a:pt x="0" y="1906"/>
                  </a:lnTo>
                  <a:lnTo>
                    <a:pt x="5740" y="1906"/>
                  </a:lnTo>
                  <a:lnTo>
                    <a:pt x="5740" y="0"/>
                  </a:lnTo>
                  <a:lnTo>
                    <a:pt x="0" y="0"/>
                  </a:lnTo>
                  <a:close/>
                </a:path>
              </a:pathLst>
            </a:custGeom>
            <a:gradFill rotWithShape="0">
              <a:gsLst>
                <a:gs pos="0">
                  <a:schemeClr val="bg2"/>
                </a:gs>
                <a:gs pos="100000">
                  <a:schemeClr val="bg1"/>
                </a:gs>
              </a:gsLst>
              <a:lin ang="5400000" scaled="1"/>
              <a:tileRect/>
            </a:gradFill>
            <a:ln w="9525">
              <a:noFill/>
            </a:ln>
          </p:spPr>
          <p:txBody>
            <a:bodyPr/>
            <a:p>
              <a:endParaRPr lang="en-US" sz="100"/>
            </a:p>
          </p:txBody>
        </p:sp>
      </p:grpSp>
      <p:sp>
        <p:nvSpPr>
          <p:cNvPr id="16395" name="标题 16394"/>
          <p:cNvSpPr>
            <a:spLocks noGrp="1"/>
          </p:cNvSpPr>
          <p:nvPr>
            <p:ph type="ctrTitle" sz="quarter"/>
          </p:nvPr>
        </p:nvSpPr>
        <p:spPr>
          <a:xfrm>
            <a:off x="685800" y="1302772"/>
            <a:ext cx="7772400" cy="1440908"/>
          </a:xfrm>
          <a:prstGeom prst="rect">
            <a:avLst/>
          </a:prstGeom>
          <a:noFill/>
          <a:ln w="9525">
            <a:noFill/>
            <a:miter/>
          </a:ln>
        </p:spPr>
        <p:txBody>
          <a:bodyPr/>
          <a:lstStyle>
            <a:lvl1pPr lvl="0">
              <a:defRPr sz="4500" kern="1200"/>
            </a:lvl1pPr>
          </a:lstStyle>
          <a:p>
            <a:pPr lvl="0" fontAlgn="base"/>
            <a:r>
              <a:rPr lang="zh-CN" altLang="en-US" strike="noStrike" noProof="1"/>
              <a:t>单击此处编辑母版标题样式</a:t>
            </a:r>
            <a:endParaRPr lang="zh-CN" altLang="en-US" strike="noStrike" noProof="1"/>
          </a:p>
        </p:txBody>
      </p:sp>
      <p:sp>
        <p:nvSpPr>
          <p:cNvPr id="16396" name="副标题 16395"/>
          <p:cNvSpPr>
            <a:spLocks noGrp="1"/>
          </p:cNvSpPr>
          <p:nvPr>
            <p:ph type="subTitle" sz="quarter" idx="1"/>
          </p:nvPr>
        </p:nvSpPr>
        <p:spPr>
          <a:xfrm>
            <a:off x="1371600" y="2915160"/>
            <a:ext cx="6400800" cy="1314680"/>
          </a:xfrm>
          <a:prstGeom prst="rect">
            <a:avLst/>
          </a:prstGeom>
          <a:noFill/>
          <a:ln w="9525">
            <a:noFill/>
            <a:miter/>
          </a:ln>
        </p:spPr>
        <p:txBody>
          <a:bodyPr/>
          <a:lstStyle>
            <a:lvl1pPr marL="0" lvl="0" indent="0" algn="ctr">
              <a:buNone/>
              <a:defRPr kern="1200"/>
            </a:lvl1pPr>
            <a:lvl2pPr marL="342900" lvl="1" indent="-342900" algn="ctr">
              <a:buNone/>
              <a:defRPr kern="1200"/>
            </a:lvl2pPr>
            <a:lvl3pPr marL="685800" lvl="2" indent="-685800" algn="ctr">
              <a:buNone/>
              <a:defRPr kern="1200"/>
            </a:lvl3pPr>
            <a:lvl4pPr marL="1028700" lvl="3" indent="-1028700" algn="ctr">
              <a:buNone/>
              <a:defRPr kern="1200"/>
            </a:lvl4pPr>
            <a:lvl5pPr marL="1371600" lvl="4" indent="-1371600" algn="ctr">
              <a:buNone/>
              <a:defRPr kern="1200"/>
            </a:lvl5pPr>
          </a:lstStyle>
          <a:p>
            <a:pPr lvl="0" fontAlgn="base"/>
            <a:r>
              <a:rPr lang="zh-CN" altLang="en-US" strike="noStrike" noProof="1"/>
              <a:t>单击此处编辑母版副标题样式</a:t>
            </a:r>
            <a:endParaRPr lang="zh-CN" altLang="en-US" strike="noStrike" noProof="1"/>
          </a:p>
        </p:txBody>
      </p:sp>
      <p:sp>
        <p:nvSpPr>
          <p:cNvPr id="13" name="日期占位符 16396"/>
          <p:cNvSpPr>
            <a:spLocks noGrp="1"/>
          </p:cNvSpPr>
          <p:nvPr>
            <p:ph type="dt" sz="quarter" idx="10"/>
          </p:nvPr>
        </p:nvSpPr>
        <p:spPr>
          <a:xfrm>
            <a:off x="457200" y="4687120"/>
            <a:ext cx="2133600" cy="357250"/>
          </a:xfrm>
          <a:prstGeom prst="rect">
            <a:avLst/>
          </a:prstGeom>
          <a:noFill/>
          <a:ln w="9525">
            <a:noFill/>
            <a:miter/>
          </a:ln>
        </p:spPr>
        <p:txBody>
          <a:bodyPr anchor="b"/>
          <a:lstStyle>
            <a:lvl1pPr>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p>
        </p:txBody>
      </p:sp>
      <p:sp>
        <p:nvSpPr>
          <p:cNvPr id="14" name="页脚占位符 16397"/>
          <p:cNvSpPr>
            <a:spLocks noGrp="1"/>
          </p:cNvSpPr>
          <p:nvPr>
            <p:ph type="ftr" sz="quarter" idx="11"/>
          </p:nvPr>
        </p:nvSpPr>
        <p:spPr>
          <a:xfrm>
            <a:off x="3124200" y="4689501"/>
            <a:ext cx="2895600" cy="357250"/>
          </a:xfrm>
          <a:prstGeom prst="rect">
            <a:avLst/>
          </a:prstGeom>
          <a:noFill/>
          <a:ln w="9525">
            <a:noFill/>
            <a:miter/>
          </a:ln>
        </p:spPr>
        <p:txBody>
          <a:bodyPr anchor="b"/>
          <a:lstStyle>
            <a:lvl1pPr>
              <a:defRPr/>
            </a:lvl1pPr>
          </a:lstStyle>
          <a:p>
            <a:pPr fontAlgn="base"/>
            <a:endParaRPr lang="zh-CN" strike="noStrike" noProof="1"/>
          </a:p>
        </p:txBody>
      </p:sp>
      <p:sp>
        <p:nvSpPr>
          <p:cNvPr id="15" name="灯片编号占位符 16398"/>
          <p:cNvSpPr>
            <a:spLocks noGrp="1"/>
          </p:cNvSpPr>
          <p:nvPr>
            <p:ph type="sldNum" sz="quarter" idx="12"/>
          </p:nvPr>
        </p:nvSpPr>
        <p:spPr>
          <a:xfrm>
            <a:off x="6553200" y="4691883"/>
            <a:ext cx="2133600" cy="357250"/>
          </a:xfrm>
          <a:prstGeom prst="rect">
            <a:avLst/>
          </a:prstGeom>
          <a:noFill/>
          <a:ln w="9525">
            <a:noFill/>
            <a:miter/>
          </a:ln>
        </p:spPr>
        <p:txBody>
          <a:bodyPr vert="horz" wrap="square" lIns="91440" tIns="45720" rIns="91440" bIns="45720" numCol="1" anchor="b" anchorCtr="0" compatLnSpc="1"/>
          <a:lstStyle>
            <a:lvl1pPr>
              <a:defRPr/>
            </a:lvl1pPr>
          </a:lstStyle>
          <a:p>
            <a:pPr fontAlgn="base"/>
            <a:fld id="{4729C9C2-2C62-49D6-97E6-BE1477B9F3A5}" type="slidenum">
              <a:rPr lang="zh-CN" altLang="zh-CN" strike="noStrike" noProof="1">
                <a:latin typeface="Arial" panose="020B0604020202020204" pitchFamily="34" charset="0"/>
                <a:ea typeface="宋体" panose="02010600030101010101" pitchFamily="2" charset="-122"/>
                <a:cs typeface="+mn-cs"/>
              </a:rPr>
            </a:fld>
            <a:endParaRPr lang="zh-CN" altLang="zh-CN" strike="noStrike" noProof="1"/>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Slide Number Placeholder 4"/>
          <p:cNvSpPr>
            <a:spLocks noGrp="1"/>
          </p:cNvSpPr>
          <p:nvPr>
            <p:ph type="sldNum" sz="quarter" idx="11"/>
          </p:nvPr>
        </p:nvSpPr>
        <p:spPr/>
        <p:txBody>
          <a:bodyPr/>
          <a:p>
            <a:pPr fontAlgn="base"/>
            <a:fld id="{976518CB-8026-43E3-B911-1233CAB4CE45}" type="slidenum">
              <a:rPr lang="zh-CN" altLang="zh-CN" strike="noStrike" noProof="1">
                <a:latin typeface="Arial" panose="020B0604020202020204" pitchFamily="34" charset="0"/>
                <a:ea typeface="宋体" panose="02010600030101010101" pitchFamily="2" charset="-122"/>
                <a:cs typeface="+mn-cs"/>
              </a:rPr>
            </a:fld>
            <a:endParaRPr lang="zh-CN" altLang="zh-CN" strike="noStrike" noProof="1"/>
          </a:p>
        </p:txBody>
      </p:sp>
      <p:sp>
        <p:nvSpPr>
          <p:cNvPr id="6" name="Footer Placeholder 5"/>
          <p:cNvSpPr>
            <a:spLocks noGrp="1"/>
          </p:cNvSpPr>
          <p:nvPr>
            <p:ph type="ftr" sz="quarter" idx="12"/>
          </p:nvPr>
        </p:nvSpPr>
        <p:spPr/>
        <p:txBody>
          <a:bodyPr/>
          <a:p>
            <a:pPr fontAlgn="base"/>
            <a:endParaRPr lang="zh-CN" strike="noStrike"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Slide Number Placeholder 4"/>
          <p:cNvSpPr>
            <a:spLocks noGrp="1"/>
          </p:cNvSpPr>
          <p:nvPr>
            <p:ph type="sldNum" sz="quarter" idx="11"/>
          </p:nvPr>
        </p:nvSpPr>
        <p:spPr/>
        <p:txBody>
          <a:bodyPr/>
          <a:p>
            <a:pPr fontAlgn="base"/>
            <a:fld id="{976518CB-8026-43E3-B911-1233CAB4CE45}" type="slidenum">
              <a:rPr lang="zh-CN" altLang="zh-CN" strike="noStrike" noProof="1">
                <a:latin typeface="Arial" panose="020B0604020202020204" pitchFamily="34" charset="0"/>
                <a:ea typeface="宋体" panose="02010600030101010101" pitchFamily="2" charset="-122"/>
                <a:cs typeface="+mn-cs"/>
              </a:rPr>
            </a:fld>
            <a:endParaRPr lang="zh-CN" altLang="zh-CN" strike="noStrike" noProof="1"/>
          </a:p>
        </p:txBody>
      </p:sp>
      <p:sp>
        <p:nvSpPr>
          <p:cNvPr id="6" name="Footer Placeholder 5"/>
          <p:cNvSpPr>
            <a:spLocks noGrp="1"/>
          </p:cNvSpPr>
          <p:nvPr>
            <p:ph type="ftr" sz="quarter" idx="12"/>
          </p:nvPr>
        </p:nvSpPr>
        <p:spPr/>
        <p:txBody>
          <a:bodyPr/>
          <a:p>
            <a:pPr fontAlgn="base"/>
            <a:endParaRPr lang="zh-CN" strike="noStrike"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Slide Number Placeholder 5"/>
          <p:cNvSpPr>
            <a:spLocks noGrp="1"/>
          </p:cNvSpPr>
          <p:nvPr>
            <p:ph type="sldNum" sz="quarter" idx="11"/>
          </p:nvPr>
        </p:nvSpPr>
        <p:spPr/>
        <p:txBody>
          <a:bodyPr/>
          <a:p>
            <a:pPr fontAlgn="base"/>
            <a:fld id="{976518CB-8026-43E3-B911-1233CAB4CE45}" type="slidenum">
              <a:rPr lang="zh-CN" altLang="zh-CN" strike="noStrike" noProof="1">
                <a:latin typeface="Arial" panose="020B0604020202020204" pitchFamily="34" charset="0"/>
                <a:ea typeface="宋体" panose="02010600030101010101" pitchFamily="2" charset="-122"/>
                <a:cs typeface="+mn-cs"/>
              </a:rPr>
            </a:fld>
            <a:endParaRPr lang="zh-CN" altLang="zh-CN" strike="noStrike" noProof="1"/>
          </a:p>
        </p:txBody>
      </p:sp>
      <p:sp>
        <p:nvSpPr>
          <p:cNvPr id="7" name="Footer Placeholder 6"/>
          <p:cNvSpPr>
            <a:spLocks noGrp="1"/>
          </p:cNvSpPr>
          <p:nvPr>
            <p:ph type="ftr" sz="quarter" idx="12"/>
          </p:nvPr>
        </p:nvSpPr>
        <p:spPr/>
        <p:txBody>
          <a:bodyPr/>
          <a:p>
            <a:pPr fontAlgn="base"/>
            <a:endParaRPr lang="zh-CN" strike="noStrike" noProof="1"/>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8" name="Slide Number Placeholder 7"/>
          <p:cNvSpPr>
            <a:spLocks noGrp="1"/>
          </p:cNvSpPr>
          <p:nvPr>
            <p:ph type="sldNum" sz="quarter" idx="11"/>
          </p:nvPr>
        </p:nvSpPr>
        <p:spPr/>
        <p:txBody>
          <a:bodyPr/>
          <a:p>
            <a:pPr fontAlgn="base"/>
            <a:fld id="{976518CB-8026-43E3-B911-1233CAB4CE45}" type="slidenum">
              <a:rPr lang="zh-CN" altLang="zh-CN" strike="noStrike" noProof="1">
                <a:latin typeface="Arial" panose="020B0604020202020204" pitchFamily="34" charset="0"/>
                <a:ea typeface="宋体" panose="02010600030101010101" pitchFamily="2" charset="-122"/>
                <a:cs typeface="+mn-cs"/>
              </a:rPr>
            </a:fld>
            <a:endParaRPr lang="zh-CN" altLang="zh-CN" strike="noStrike" noProof="1"/>
          </a:p>
        </p:txBody>
      </p:sp>
      <p:sp>
        <p:nvSpPr>
          <p:cNvPr id="9" name="Footer Placeholder 8"/>
          <p:cNvSpPr>
            <a:spLocks noGrp="1"/>
          </p:cNvSpPr>
          <p:nvPr>
            <p:ph type="ftr" sz="quarter" idx="12"/>
          </p:nvPr>
        </p:nvSpPr>
        <p:spPr/>
        <p:txBody>
          <a:bodyPr/>
          <a:p>
            <a:pPr fontAlgn="base"/>
            <a:endParaRPr lang="zh-CN" strike="noStrike" noProof="1"/>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4" name="Slide Number Placeholder 3"/>
          <p:cNvSpPr>
            <a:spLocks noGrp="1"/>
          </p:cNvSpPr>
          <p:nvPr>
            <p:ph type="sldNum" sz="quarter" idx="11"/>
          </p:nvPr>
        </p:nvSpPr>
        <p:spPr/>
        <p:txBody>
          <a:bodyPr/>
          <a:p>
            <a:pPr fontAlgn="base"/>
            <a:fld id="{976518CB-8026-43E3-B911-1233CAB4CE45}" type="slidenum">
              <a:rPr lang="zh-CN" altLang="zh-CN" strike="noStrike" noProof="1">
                <a:latin typeface="Arial" panose="020B0604020202020204" pitchFamily="34" charset="0"/>
                <a:ea typeface="宋体" panose="02010600030101010101" pitchFamily="2" charset="-122"/>
                <a:cs typeface="+mn-cs"/>
              </a:rPr>
            </a:fld>
            <a:endParaRPr lang="zh-CN" altLang="zh-CN" strike="noStrike" noProof="1"/>
          </a:p>
        </p:txBody>
      </p:sp>
      <p:sp>
        <p:nvSpPr>
          <p:cNvPr id="5" name="Footer Placeholder 4"/>
          <p:cNvSpPr>
            <a:spLocks noGrp="1"/>
          </p:cNvSpPr>
          <p:nvPr>
            <p:ph type="ftr" sz="quarter" idx="12"/>
          </p:nvPr>
        </p:nvSpPr>
        <p:spPr/>
        <p:txBody>
          <a:bodyPr/>
          <a:p>
            <a:pPr fontAlgn="base"/>
            <a:endParaRPr lang="zh-CN" strike="noStrike" noProof="1"/>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 name="Slide Number Placeholder 2"/>
          <p:cNvSpPr>
            <a:spLocks noGrp="1"/>
          </p:cNvSpPr>
          <p:nvPr>
            <p:ph type="sldNum" sz="quarter" idx="11"/>
          </p:nvPr>
        </p:nvSpPr>
        <p:spPr/>
        <p:txBody>
          <a:bodyPr/>
          <a:p>
            <a:pPr fontAlgn="base"/>
            <a:fld id="{976518CB-8026-43E3-B911-1233CAB4CE45}" type="slidenum">
              <a:rPr lang="zh-CN" altLang="zh-CN" strike="noStrike" noProof="1">
                <a:latin typeface="Arial" panose="020B0604020202020204" pitchFamily="34" charset="0"/>
                <a:ea typeface="宋体" panose="02010600030101010101" pitchFamily="2" charset="-122"/>
                <a:cs typeface="+mn-cs"/>
              </a:rPr>
            </a:fld>
            <a:endParaRPr lang="zh-CN" altLang="zh-CN" strike="noStrike" noProof="1"/>
          </a:p>
        </p:txBody>
      </p:sp>
      <p:sp>
        <p:nvSpPr>
          <p:cNvPr id="4" name="Footer Placeholder 3"/>
          <p:cNvSpPr>
            <a:spLocks noGrp="1"/>
          </p:cNvSpPr>
          <p:nvPr>
            <p:ph type="ftr" sz="quarter" idx="12"/>
          </p:nvPr>
        </p:nvSpPr>
        <p:spPr/>
        <p:txBody>
          <a:bodyPr/>
          <a:p>
            <a:pPr fontAlgn="base"/>
            <a:endParaRPr lang="zh-CN" strike="noStrike" noProof="1"/>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Slide Number Placeholder 5"/>
          <p:cNvSpPr>
            <a:spLocks noGrp="1"/>
          </p:cNvSpPr>
          <p:nvPr>
            <p:ph type="sldNum" sz="quarter" idx="11"/>
          </p:nvPr>
        </p:nvSpPr>
        <p:spPr/>
        <p:txBody>
          <a:bodyPr/>
          <a:p>
            <a:pPr fontAlgn="base"/>
            <a:fld id="{976518CB-8026-43E3-B911-1233CAB4CE45}" type="slidenum">
              <a:rPr lang="zh-CN" altLang="zh-CN" strike="noStrike" noProof="1">
                <a:latin typeface="Arial" panose="020B0604020202020204" pitchFamily="34" charset="0"/>
                <a:ea typeface="宋体" panose="02010600030101010101" pitchFamily="2" charset="-122"/>
                <a:cs typeface="+mn-cs"/>
              </a:rPr>
            </a:fld>
            <a:endParaRPr lang="zh-CN" altLang="zh-CN" strike="noStrike" noProof="1"/>
          </a:p>
        </p:txBody>
      </p:sp>
      <p:sp>
        <p:nvSpPr>
          <p:cNvPr id="7" name="Footer Placeholder 6"/>
          <p:cNvSpPr>
            <a:spLocks noGrp="1"/>
          </p:cNvSpPr>
          <p:nvPr>
            <p:ph type="ftr" sz="quarter" idx="12"/>
          </p:nvPr>
        </p:nvSpPr>
        <p:spPr/>
        <p:txBody>
          <a:bodyPr/>
          <a:p>
            <a:pPr fontAlgn="base"/>
            <a:endParaRPr lang="zh-CN" strike="noStrike" noProof="1"/>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 name="Slide Number Placeholder 5"/>
          <p:cNvSpPr>
            <a:spLocks noGrp="1"/>
          </p:cNvSpPr>
          <p:nvPr>
            <p:ph type="sldNum" sz="quarter" idx="11"/>
          </p:nvPr>
        </p:nvSpPr>
        <p:spPr/>
        <p:txBody>
          <a:bodyPr/>
          <a:p>
            <a:pPr fontAlgn="base"/>
            <a:fld id="{976518CB-8026-43E3-B911-1233CAB4CE45}" type="slidenum">
              <a:rPr lang="zh-CN" altLang="zh-CN" strike="noStrike" noProof="1">
                <a:latin typeface="Arial" panose="020B0604020202020204" pitchFamily="34" charset="0"/>
                <a:ea typeface="宋体" panose="02010600030101010101" pitchFamily="2" charset="-122"/>
                <a:cs typeface="+mn-cs"/>
              </a:rPr>
            </a:fld>
            <a:endParaRPr lang="zh-CN" altLang="zh-CN" strike="noStrike" noProof="1"/>
          </a:p>
        </p:txBody>
      </p:sp>
      <p:sp>
        <p:nvSpPr>
          <p:cNvPr id="7" name="Footer Placeholder 6"/>
          <p:cNvSpPr>
            <a:spLocks noGrp="1"/>
          </p:cNvSpPr>
          <p:nvPr>
            <p:ph type="ftr" sz="quarter" idx="12"/>
          </p:nvPr>
        </p:nvSpPr>
        <p:spPr/>
        <p:txBody>
          <a:bodyPr/>
          <a:p>
            <a:pPr fontAlgn="base"/>
            <a:endParaRPr lang="zh-CN" strike="noStrike" noProof="1"/>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Slide Number Placeholder 4"/>
          <p:cNvSpPr>
            <a:spLocks noGrp="1"/>
          </p:cNvSpPr>
          <p:nvPr>
            <p:ph type="sldNum" sz="quarter" idx="11"/>
          </p:nvPr>
        </p:nvSpPr>
        <p:spPr/>
        <p:txBody>
          <a:bodyPr/>
          <a:p>
            <a:pPr fontAlgn="base"/>
            <a:fld id="{976518CB-8026-43E3-B911-1233CAB4CE45}" type="slidenum">
              <a:rPr lang="zh-CN" altLang="zh-CN" strike="noStrike" noProof="1">
                <a:latin typeface="Arial" panose="020B0604020202020204" pitchFamily="34" charset="0"/>
                <a:ea typeface="宋体" panose="02010600030101010101" pitchFamily="2" charset="-122"/>
                <a:cs typeface="+mn-cs"/>
              </a:rPr>
            </a:fld>
            <a:endParaRPr lang="zh-CN" altLang="zh-CN" strike="noStrike" noProof="1"/>
          </a:p>
        </p:txBody>
      </p:sp>
      <p:sp>
        <p:nvSpPr>
          <p:cNvPr id="6" name="Footer Placeholder 5"/>
          <p:cNvSpPr>
            <a:spLocks noGrp="1"/>
          </p:cNvSpPr>
          <p:nvPr>
            <p:ph type="ftr" sz="quarter" idx="12"/>
          </p:nvPr>
        </p:nvSpPr>
        <p:spPr/>
        <p:txBody>
          <a:bodyPr/>
          <a:p>
            <a:pPr fontAlgn="base"/>
            <a:endParaRPr lang="zh-CN" strike="noStrike" noProof="1"/>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 name="Slide Number Placeholder 4"/>
          <p:cNvSpPr>
            <a:spLocks noGrp="1"/>
          </p:cNvSpPr>
          <p:nvPr>
            <p:ph type="sldNum" sz="quarter" idx="11"/>
          </p:nvPr>
        </p:nvSpPr>
        <p:spPr/>
        <p:txBody>
          <a:bodyPr/>
          <a:p>
            <a:pPr fontAlgn="base"/>
            <a:fld id="{976518CB-8026-43E3-B911-1233CAB4CE45}" type="slidenum">
              <a:rPr lang="zh-CN" altLang="zh-CN" strike="noStrike" noProof="1">
                <a:latin typeface="Arial" panose="020B0604020202020204" pitchFamily="34" charset="0"/>
                <a:ea typeface="宋体" panose="02010600030101010101" pitchFamily="2" charset="-122"/>
                <a:cs typeface="+mn-cs"/>
              </a:rPr>
            </a:fld>
            <a:endParaRPr lang="zh-CN" altLang="zh-CN" strike="noStrike" noProof="1"/>
          </a:p>
        </p:txBody>
      </p:sp>
      <p:sp>
        <p:nvSpPr>
          <p:cNvPr id="6" name="Footer Placeholder 5"/>
          <p:cNvSpPr>
            <a:spLocks noGrp="1"/>
          </p:cNvSpPr>
          <p:nvPr>
            <p:ph type="ftr" sz="quarter" idx="12"/>
          </p:nvPr>
        </p:nvSpPr>
        <p:spPr/>
        <p:txBody>
          <a:bodyPr/>
          <a:p>
            <a:pPr fontAlgn="base"/>
            <a:endParaRPr lang="zh-CN"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2" Type="http://schemas.openxmlformats.org/officeDocument/2006/relationships/theme" Target="../theme/theme4.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4.xml"/><Relationship Id="rId8" Type="http://schemas.openxmlformats.org/officeDocument/2006/relationships/slideLayout" Target="../slideLayouts/slideLayout53.xml"/><Relationship Id="rId7" Type="http://schemas.openxmlformats.org/officeDocument/2006/relationships/slideLayout" Target="../slideLayouts/slideLayout52.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2" Type="http://schemas.openxmlformats.org/officeDocument/2006/relationships/theme" Target="../theme/theme5.xml"/><Relationship Id="rId11" Type="http://schemas.openxmlformats.org/officeDocument/2006/relationships/slideLayout" Target="../slideLayouts/slideLayout56.xml"/><Relationship Id="rId10" Type="http://schemas.openxmlformats.org/officeDocument/2006/relationships/slideLayout" Target="../slideLayouts/slideLayout55.xml"/><Relationship Id="rId1"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5" Type="http://schemas.openxmlformats.org/officeDocument/2006/relationships/theme" Target="../theme/theme6.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7.xml"/><Relationship Id="rId10" Type="http://schemas.openxmlformats.org/officeDocument/2006/relationships/slideLayout" Target="../slideLayouts/slideLayout66.xml"/><Relationship Id="rId1"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6.xml"/><Relationship Id="rId8" Type="http://schemas.openxmlformats.org/officeDocument/2006/relationships/slideLayout" Target="../slideLayouts/slideLayout75.xml"/><Relationship Id="rId7" Type="http://schemas.openxmlformats.org/officeDocument/2006/relationships/slideLayout" Target="../slideLayouts/slideLayout74.xml"/><Relationship Id="rId6" Type="http://schemas.openxmlformats.org/officeDocument/2006/relationships/slideLayout" Target="../slideLayouts/slideLayout73.xml"/><Relationship Id="rId5" Type="http://schemas.openxmlformats.org/officeDocument/2006/relationships/slideLayout" Target="../slideLayouts/slideLayout72.xml"/><Relationship Id="rId4" Type="http://schemas.openxmlformats.org/officeDocument/2006/relationships/slideLayout" Target="../slideLayouts/slideLayout71.xml"/><Relationship Id="rId3" Type="http://schemas.openxmlformats.org/officeDocument/2006/relationships/slideLayout" Target="../slideLayouts/slideLayout70.xml"/><Relationship Id="rId2" Type="http://schemas.openxmlformats.org/officeDocument/2006/relationships/slideLayout" Target="../slideLayouts/slideLayout69.xml"/><Relationship Id="rId12" Type="http://schemas.openxmlformats.org/officeDocument/2006/relationships/theme" Target="../theme/theme7.xml"/><Relationship Id="rId11" Type="http://schemas.openxmlformats.org/officeDocument/2006/relationships/slideLayout" Target="../slideLayouts/slideLayout78.xml"/><Relationship Id="rId10" Type="http://schemas.openxmlformats.org/officeDocument/2006/relationships/slideLayout" Target="../slideLayouts/slideLayout77.xml"/><Relationship Id="rId1"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7.xml"/><Relationship Id="rId8" Type="http://schemas.openxmlformats.org/officeDocument/2006/relationships/slideLayout" Target="../slideLayouts/slideLayout86.xml"/><Relationship Id="rId7" Type="http://schemas.openxmlformats.org/officeDocument/2006/relationships/slideLayout" Target="../slideLayouts/slideLayout85.xml"/><Relationship Id="rId6" Type="http://schemas.openxmlformats.org/officeDocument/2006/relationships/slideLayout" Target="../slideLayouts/slideLayout84.xml"/><Relationship Id="rId5" Type="http://schemas.openxmlformats.org/officeDocument/2006/relationships/slideLayout" Target="../slideLayouts/slideLayout83.xml"/><Relationship Id="rId4" Type="http://schemas.openxmlformats.org/officeDocument/2006/relationships/slideLayout" Target="../slideLayouts/slideLayout82.xml"/><Relationship Id="rId3" Type="http://schemas.openxmlformats.org/officeDocument/2006/relationships/slideLayout" Target="../slideLayouts/slideLayout81.xml"/><Relationship Id="rId2" Type="http://schemas.openxmlformats.org/officeDocument/2006/relationships/slideLayout" Target="../slideLayouts/slideLayout80.xml"/><Relationship Id="rId12" Type="http://schemas.openxmlformats.org/officeDocument/2006/relationships/theme" Target="../theme/theme8.xml"/><Relationship Id="rId11" Type="http://schemas.openxmlformats.org/officeDocument/2006/relationships/slideLayout" Target="../slideLayouts/slideLayout89.xml"/><Relationship Id="rId10" Type="http://schemas.openxmlformats.org/officeDocument/2006/relationships/slideLayout" Target="../slideLayouts/slideLayout88.xml"/><Relationship Id="rId1" Type="http://schemas.openxmlformats.org/officeDocument/2006/relationships/slideLayout" Target="../slideLayouts/slideLayout79.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8.xml"/><Relationship Id="rId8" Type="http://schemas.openxmlformats.org/officeDocument/2006/relationships/slideLayout" Target="../slideLayouts/slideLayout97.xml"/><Relationship Id="rId7" Type="http://schemas.openxmlformats.org/officeDocument/2006/relationships/slideLayout" Target="../slideLayouts/slideLayout96.xml"/><Relationship Id="rId6" Type="http://schemas.openxmlformats.org/officeDocument/2006/relationships/slideLayout" Target="../slideLayouts/slideLayout95.xml"/><Relationship Id="rId5" Type="http://schemas.openxmlformats.org/officeDocument/2006/relationships/slideLayout" Target="../slideLayouts/slideLayout94.xml"/><Relationship Id="rId4" Type="http://schemas.openxmlformats.org/officeDocument/2006/relationships/slideLayout" Target="../slideLayouts/slideLayout93.xml"/><Relationship Id="rId3" Type="http://schemas.openxmlformats.org/officeDocument/2006/relationships/slideLayout" Target="../slideLayouts/slideLayout92.xml"/><Relationship Id="rId2" Type="http://schemas.openxmlformats.org/officeDocument/2006/relationships/slideLayout" Target="../slideLayouts/slideLayout91.xml"/><Relationship Id="rId15" Type="http://schemas.openxmlformats.org/officeDocument/2006/relationships/theme" Target="../theme/theme9.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00.xml"/><Relationship Id="rId10" Type="http://schemas.openxmlformats.org/officeDocument/2006/relationships/slideLayout" Target="../slideLayouts/slideLayout99.xml"/><Relationship Id="rId1" Type="http://schemas.openxmlformats.org/officeDocument/2006/relationships/slideLayout" Target="../slideLayouts/slideLayout90.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9.xml"/><Relationship Id="rId8" Type="http://schemas.openxmlformats.org/officeDocument/2006/relationships/slideLayout" Target="../slideLayouts/slideLayout108.xml"/><Relationship Id="rId7" Type="http://schemas.openxmlformats.org/officeDocument/2006/relationships/slideLayout" Target="../slideLayouts/slideLayout107.xml"/><Relationship Id="rId6" Type="http://schemas.openxmlformats.org/officeDocument/2006/relationships/slideLayout" Target="../slideLayouts/slideLayout106.xml"/><Relationship Id="rId5" Type="http://schemas.openxmlformats.org/officeDocument/2006/relationships/slideLayout" Target="../slideLayouts/slideLayout105.xml"/><Relationship Id="rId4" Type="http://schemas.openxmlformats.org/officeDocument/2006/relationships/slideLayout" Target="../slideLayouts/slideLayout104.xml"/><Relationship Id="rId3" Type="http://schemas.openxmlformats.org/officeDocument/2006/relationships/slideLayout" Target="../slideLayouts/slideLayout103.xml"/><Relationship Id="rId2" Type="http://schemas.openxmlformats.org/officeDocument/2006/relationships/slideLayout" Target="../slideLayouts/slideLayout102.xml"/><Relationship Id="rId12" Type="http://schemas.openxmlformats.org/officeDocument/2006/relationships/theme" Target="../theme/theme10.xml"/><Relationship Id="rId11" Type="http://schemas.openxmlformats.org/officeDocument/2006/relationships/slideLayout" Target="../slideLayouts/slideLayout111.xml"/><Relationship Id="rId10" Type="http://schemas.openxmlformats.org/officeDocument/2006/relationships/slideLayout" Target="../slideLayouts/slideLayout110.xml"/><Relationship Id="rId1" Type="http://schemas.openxmlformats.org/officeDocument/2006/relationships/slideLayout" Target="../slideLayouts/slideLayout101.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20.xml"/><Relationship Id="rId8" Type="http://schemas.openxmlformats.org/officeDocument/2006/relationships/slideLayout" Target="../slideLayouts/slideLayout119.xml"/><Relationship Id="rId7" Type="http://schemas.openxmlformats.org/officeDocument/2006/relationships/slideLayout" Target="../slideLayouts/slideLayout118.xml"/><Relationship Id="rId6" Type="http://schemas.openxmlformats.org/officeDocument/2006/relationships/slideLayout" Target="../slideLayouts/slideLayout117.xml"/><Relationship Id="rId5" Type="http://schemas.openxmlformats.org/officeDocument/2006/relationships/slideLayout" Target="../slideLayouts/slideLayout116.xml"/><Relationship Id="rId4" Type="http://schemas.openxmlformats.org/officeDocument/2006/relationships/slideLayout" Target="../slideLayouts/slideLayout115.xml"/><Relationship Id="rId3" Type="http://schemas.openxmlformats.org/officeDocument/2006/relationships/slideLayout" Target="../slideLayouts/slideLayout114.xml"/><Relationship Id="rId2" Type="http://schemas.openxmlformats.org/officeDocument/2006/relationships/slideLayout" Target="../slideLayouts/slideLayout113.xml"/><Relationship Id="rId16" Type="http://schemas.openxmlformats.org/officeDocument/2006/relationships/theme" Target="../theme/theme1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slideLayout" Target="../slideLayouts/slideLayout123.xml"/><Relationship Id="rId11" Type="http://schemas.openxmlformats.org/officeDocument/2006/relationships/slideLayout" Target="../slideLayouts/slideLayout122.xml"/><Relationship Id="rId10" Type="http://schemas.openxmlformats.org/officeDocument/2006/relationships/slideLayout" Target="../slideLayouts/slideLayout121.xml"/><Relationship Id="rId1" Type="http://schemas.openxmlformats.org/officeDocument/2006/relationships/slideLayout" Target="../slideLayouts/slideLayout112.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2.xml"/><Relationship Id="rId8" Type="http://schemas.openxmlformats.org/officeDocument/2006/relationships/slideLayout" Target="../slideLayouts/slideLayout131.xml"/><Relationship Id="rId7" Type="http://schemas.openxmlformats.org/officeDocument/2006/relationships/slideLayout" Target="../slideLayouts/slideLayout130.xml"/><Relationship Id="rId6" Type="http://schemas.openxmlformats.org/officeDocument/2006/relationships/slideLayout" Target="../slideLayouts/slideLayout129.xml"/><Relationship Id="rId5" Type="http://schemas.openxmlformats.org/officeDocument/2006/relationships/slideLayout" Target="../slideLayouts/slideLayout128.xml"/><Relationship Id="rId4" Type="http://schemas.openxmlformats.org/officeDocument/2006/relationships/slideLayout" Target="../slideLayouts/slideLayout127.xml"/><Relationship Id="rId3" Type="http://schemas.openxmlformats.org/officeDocument/2006/relationships/slideLayout" Target="../slideLayouts/slideLayout126.xml"/><Relationship Id="rId2" Type="http://schemas.openxmlformats.org/officeDocument/2006/relationships/slideLayout" Target="../slideLayouts/slideLayout125.xml"/><Relationship Id="rId12" Type="http://schemas.openxmlformats.org/officeDocument/2006/relationships/theme" Target="../theme/theme12.xml"/><Relationship Id="rId11" Type="http://schemas.openxmlformats.org/officeDocument/2006/relationships/slideLayout" Target="../slideLayouts/slideLayout134.xml"/><Relationship Id="rId10" Type="http://schemas.openxmlformats.org/officeDocument/2006/relationships/slideLayout" Target="../slideLayouts/slideLayout133.xml"/><Relationship Id="rId1" Type="http://schemas.openxmlformats.org/officeDocument/2006/relationships/slideLayout" Target="../slideLayouts/slideLayout1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06015"/>
            <a:ext cx="8229600" cy="857400"/>
          </a:xfrm>
          <a:prstGeom prst="rect">
            <a:avLst/>
          </a:prstGeom>
          <a:noFill/>
          <a:ln w="9525">
            <a:noFill/>
          </a:ln>
        </p:spPr>
        <p:txBody>
          <a:bodyPr wrap="square" lIns="91440" tIns="45720" rIns="91440" bIns="45720" anchor="ctr"/>
          <a:p>
            <a:pPr lvl="0"/>
            <a:r>
              <a:rPr lang="zh-CN" altLang="en-US"/>
              <a:t>单击此处编辑母版标题样式</a:t>
            </a:r>
            <a:endParaRPr lang="zh-CN" altLang="en-US"/>
          </a:p>
        </p:txBody>
      </p:sp>
      <p:sp>
        <p:nvSpPr>
          <p:cNvPr id="1027" name="Rectangle 3"/>
          <p:cNvSpPr>
            <a:spLocks noGrp="1"/>
          </p:cNvSpPr>
          <p:nvPr>
            <p:ph type="body"/>
          </p:nvPr>
        </p:nvSpPr>
        <p:spPr>
          <a:xfrm>
            <a:off x="457200" y="1200360"/>
            <a:ext cx="8229600" cy="3395066"/>
          </a:xfrm>
          <a:prstGeom prst="rect">
            <a:avLst/>
          </a:prstGeom>
          <a:noFill/>
          <a:ln w="9525">
            <a:noFill/>
          </a:ln>
        </p:spPr>
        <p:txBody>
          <a:bodyPr wrap="square" lIns="91440" tIns="45720" rIns="91440" bIns="45720"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8"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noProof="1" dirty="0">
                <a:cs typeface="+mn-ea"/>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1029"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noProof="1" dirty="0"/>
            </a:lvl1pPr>
          </a:lstStyle>
          <a:p>
            <a:pPr fontAlgn="base"/>
            <a:endParaRPr lang="zh-CN" altLang="en-US" strike="noStrike" noProof="1"/>
          </a:p>
        </p:txBody>
      </p:sp>
      <p:sp>
        <p:nvSpPr>
          <p:cNvPr id="1030" name="Rectangle 6"/>
          <p:cNvSpPr>
            <a:spLocks noGrp="1"/>
          </p:cNvSpPr>
          <p:nvPr>
            <p:ph type="sldNum" sz="quarter" idx="4"/>
          </p:nvPr>
        </p:nvSpPr>
        <p:spPr>
          <a:xfrm>
            <a:off x="6553200" y="4684738"/>
            <a:ext cx="2133600" cy="357250"/>
          </a:xfrm>
          <a:prstGeom prst="rect">
            <a:avLst/>
          </a:prstGeom>
          <a:noFill/>
          <a:ln w="9525">
            <a:noFill/>
            <a:miter/>
          </a:ln>
        </p:spPr>
        <p:txBody>
          <a:bodyPr vert="horz" wrap="square" lIns="91440" tIns="45720" rIns="91440" bIns="45720" numCol="1" anchor="t" anchorCtr="0" compatLnSpc="1"/>
          <a:lstStyle>
            <a:lvl1pPr algn="r">
              <a:defRPr sz="1050"/>
            </a:lvl1pPr>
          </a:lstStyle>
          <a:p>
            <a:pPr fontAlgn="base"/>
            <a:fld id="{2B117B94-F64A-42A7-8AE2-31489A675AF6}"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fontAlgn="base">
        <a:spcBef>
          <a:spcPct val="0"/>
        </a:spcBef>
        <a:spcAft>
          <a:spcPct val="0"/>
        </a:spcAft>
        <a:defRPr sz="33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2050" name="Rectangle 2"/>
          <p:cNvSpPr>
            <a:spLocks noGrp="1"/>
          </p:cNvSpPr>
          <p:nvPr>
            <p:ph type="title"/>
          </p:nvPr>
        </p:nvSpPr>
        <p:spPr>
          <a:xfrm>
            <a:off x="457200" y="206015"/>
            <a:ext cx="8229600" cy="857400"/>
          </a:xfrm>
          <a:prstGeom prst="rect">
            <a:avLst/>
          </a:prstGeom>
          <a:noFill/>
          <a:ln w="9525">
            <a:noFill/>
          </a:ln>
        </p:spPr>
        <p:txBody>
          <a:bodyPr wrap="square" lIns="91440" tIns="45720" rIns="91440" bIns="45720" anchor="ctr"/>
          <a:p>
            <a:pPr lvl="0"/>
            <a:r>
              <a:rPr lang="zh-CN" altLang="en-US"/>
              <a:t>单击此处编辑母版标题样式</a:t>
            </a:r>
            <a:endParaRPr lang="zh-CN" altLang="en-US"/>
          </a:p>
        </p:txBody>
      </p:sp>
      <p:sp>
        <p:nvSpPr>
          <p:cNvPr id="2051" name="Rectangle 3"/>
          <p:cNvSpPr>
            <a:spLocks noGrp="1"/>
          </p:cNvSpPr>
          <p:nvPr>
            <p:ph type="body"/>
          </p:nvPr>
        </p:nvSpPr>
        <p:spPr>
          <a:xfrm>
            <a:off x="457200" y="1200360"/>
            <a:ext cx="8229600" cy="3395066"/>
          </a:xfrm>
          <a:prstGeom prst="rect">
            <a:avLst/>
          </a:prstGeom>
          <a:noFill/>
          <a:ln w="9525">
            <a:noFill/>
          </a:ln>
        </p:spPr>
        <p:txBody>
          <a:bodyPr wrap="square" lIns="91440" tIns="45720" rIns="91440" bIns="45720"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052"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noProof="1" dirty="0">
                <a:cs typeface="+mn-ea"/>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2053"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noProof="1" dirty="0"/>
            </a:lvl1pPr>
          </a:lstStyle>
          <a:p>
            <a:pPr fontAlgn="base"/>
            <a:endParaRPr lang="zh-CN" altLang="en-US" strike="noStrike" noProof="1"/>
          </a:p>
        </p:txBody>
      </p:sp>
      <p:sp>
        <p:nvSpPr>
          <p:cNvPr id="2054" name="Rectangle 6"/>
          <p:cNvSpPr>
            <a:spLocks noGrp="1"/>
          </p:cNvSpPr>
          <p:nvPr>
            <p:ph type="sldNum" sz="quarter" idx="4"/>
          </p:nvPr>
        </p:nvSpPr>
        <p:spPr>
          <a:xfrm>
            <a:off x="6553200" y="4684738"/>
            <a:ext cx="2133600" cy="357250"/>
          </a:xfrm>
          <a:prstGeom prst="rect">
            <a:avLst/>
          </a:prstGeom>
          <a:noFill/>
          <a:ln w="9525">
            <a:noFill/>
            <a:miter/>
          </a:ln>
        </p:spPr>
        <p:txBody>
          <a:bodyPr vert="horz" wrap="square" lIns="91440" tIns="45720" rIns="91440" bIns="45720" numCol="1" anchor="t" anchorCtr="0" compatLnSpc="1"/>
          <a:lstStyle>
            <a:lvl1pPr algn="r">
              <a:defRPr sz="1050"/>
            </a:lvl1pPr>
          </a:lstStyle>
          <a:p>
            <a:pPr fontAlgn="base"/>
            <a:fld id="{6EC9033B-82D4-4CDE-A095-61CDA0596FF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ctr" rtl="0" fontAlgn="base">
        <a:spcBef>
          <a:spcPct val="0"/>
        </a:spcBef>
        <a:spcAft>
          <a:spcPct val="0"/>
        </a:spcAft>
        <a:defRPr sz="33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3074" name="Rectangle 2"/>
          <p:cNvSpPr>
            <a:spLocks noGrp="1"/>
          </p:cNvSpPr>
          <p:nvPr>
            <p:ph type="title"/>
          </p:nvPr>
        </p:nvSpPr>
        <p:spPr>
          <a:xfrm>
            <a:off x="457200" y="206015"/>
            <a:ext cx="8229600" cy="857400"/>
          </a:xfrm>
          <a:prstGeom prst="rect">
            <a:avLst/>
          </a:prstGeom>
          <a:noFill/>
          <a:ln w="9525">
            <a:noFill/>
          </a:ln>
        </p:spPr>
        <p:txBody>
          <a:bodyPr wrap="square" lIns="91440" tIns="45720" rIns="91440" bIns="45720" anchor="ctr"/>
          <a:p>
            <a:pPr lvl="0"/>
            <a:r>
              <a:rPr lang="zh-CN" altLang="en-US"/>
              <a:t>单击此处编辑母版标题样式</a:t>
            </a:r>
            <a:endParaRPr lang="zh-CN" altLang="en-US"/>
          </a:p>
        </p:txBody>
      </p:sp>
      <p:sp>
        <p:nvSpPr>
          <p:cNvPr id="3075" name="Rectangle 3"/>
          <p:cNvSpPr>
            <a:spLocks noGrp="1"/>
          </p:cNvSpPr>
          <p:nvPr>
            <p:ph type="body"/>
          </p:nvPr>
        </p:nvSpPr>
        <p:spPr>
          <a:xfrm>
            <a:off x="457200" y="1200360"/>
            <a:ext cx="8229600" cy="3395066"/>
          </a:xfrm>
          <a:prstGeom prst="rect">
            <a:avLst/>
          </a:prstGeom>
          <a:noFill/>
          <a:ln w="9525">
            <a:noFill/>
          </a:ln>
        </p:spPr>
        <p:txBody>
          <a:bodyPr wrap="square" lIns="91440" tIns="45720" rIns="91440" bIns="45720"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3076"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noProof="1" dirty="0">
                <a:cs typeface="+mn-ea"/>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3077"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noProof="1" dirty="0"/>
            </a:lvl1pPr>
          </a:lstStyle>
          <a:p>
            <a:pPr fontAlgn="base"/>
            <a:endParaRPr lang="zh-CN" altLang="en-US" strike="noStrike" noProof="1"/>
          </a:p>
        </p:txBody>
      </p:sp>
      <p:sp>
        <p:nvSpPr>
          <p:cNvPr id="3078" name="Rectangle 6"/>
          <p:cNvSpPr>
            <a:spLocks noGrp="1"/>
          </p:cNvSpPr>
          <p:nvPr>
            <p:ph type="sldNum" sz="quarter" idx="4"/>
          </p:nvPr>
        </p:nvSpPr>
        <p:spPr>
          <a:xfrm>
            <a:off x="6553200" y="4684738"/>
            <a:ext cx="2133600" cy="357250"/>
          </a:xfrm>
          <a:prstGeom prst="rect">
            <a:avLst/>
          </a:prstGeom>
          <a:noFill/>
          <a:ln w="9525">
            <a:noFill/>
            <a:miter/>
          </a:ln>
        </p:spPr>
        <p:txBody>
          <a:bodyPr vert="horz" wrap="square" lIns="91440" tIns="45720" rIns="91440" bIns="45720" numCol="1" anchor="t" anchorCtr="0" compatLnSpc="1"/>
          <a:lstStyle>
            <a:lvl1pPr algn="r">
              <a:defRPr sz="1050"/>
            </a:lvl1pPr>
          </a:lstStyle>
          <a:p>
            <a:pPr fontAlgn="base"/>
            <a:fld id="{B98624DF-E61C-449E-A101-D01093784914}"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algn="ctr" rtl="0" fontAlgn="base">
        <a:spcBef>
          <a:spcPct val="0"/>
        </a:spcBef>
        <a:spcAft>
          <a:spcPct val="0"/>
        </a:spcAft>
        <a:defRPr sz="33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4098" name="Rectangle 2"/>
          <p:cNvSpPr>
            <a:spLocks noGrp="1"/>
          </p:cNvSpPr>
          <p:nvPr>
            <p:ph type="title"/>
          </p:nvPr>
        </p:nvSpPr>
        <p:spPr>
          <a:xfrm>
            <a:off x="457200" y="206015"/>
            <a:ext cx="8229600" cy="857400"/>
          </a:xfrm>
          <a:prstGeom prst="rect">
            <a:avLst/>
          </a:prstGeom>
          <a:noFill/>
          <a:ln w="9525">
            <a:noFill/>
          </a:ln>
        </p:spPr>
        <p:txBody>
          <a:bodyPr wrap="square" lIns="91440" tIns="45720" rIns="91440" bIns="45720" anchor="ctr"/>
          <a:p>
            <a:pPr lvl="0"/>
            <a:r>
              <a:rPr lang="zh-CN" altLang="en-US"/>
              <a:t>单击此处编辑母版标题样式</a:t>
            </a:r>
            <a:endParaRPr lang="zh-CN" altLang="en-US"/>
          </a:p>
        </p:txBody>
      </p:sp>
      <p:sp>
        <p:nvSpPr>
          <p:cNvPr id="4099" name="Rectangle 3"/>
          <p:cNvSpPr>
            <a:spLocks noGrp="1"/>
          </p:cNvSpPr>
          <p:nvPr>
            <p:ph type="body"/>
          </p:nvPr>
        </p:nvSpPr>
        <p:spPr>
          <a:xfrm>
            <a:off x="457200" y="1200360"/>
            <a:ext cx="8229600" cy="3395066"/>
          </a:xfrm>
          <a:prstGeom prst="rect">
            <a:avLst/>
          </a:prstGeom>
          <a:noFill/>
          <a:ln w="9525">
            <a:noFill/>
          </a:ln>
        </p:spPr>
        <p:txBody>
          <a:bodyPr wrap="square" lIns="91440" tIns="45720" rIns="91440" bIns="45720"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4100"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noProof="1" dirty="0">
                <a:cs typeface="+mn-ea"/>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4101"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noProof="1" dirty="0"/>
            </a:lvl1pPr>
          </a:lstStyle>
          <a:p>
            <a:pPr fontAlgn="base"/>
            <a:endParaRPr lang="zh-CN" altLang="en-US" strike="noStrike" noProof="1"/>
          </a:p>
        </p:txBody>
      </p:sp>
      <p:sp>
        <p:nvSpPr>
          <p:cNvPr id="4102" name="Rectangle 6"/>
          <p:cNvSpPr>
            <a:spLocks noGrp="1"/>
          </p:cNvSpPr>
          <p:nvPr>
            <p:ph type="sldNum" sz="quarter" idx="4"/>
          </p:nvPr>
        </p:nvSpPr>
        <p:spPr>
          <a:xfrm>
            <a:off x="6553200" y="4684738"/>
            <a:ext cx="2133600" cy="357250"/>
          </a:xfrm>
          <a:prstGeom prst="rect">
            <a:avLst/>
          </a:prstGeom>
          <a:noFill/>
          <a:ln w="9525">
            <a:noFill/>
            <a:miter/>
          </a:ln>
        </p:spPr>
        <p:txBody>
          <a:bodyPr vert="horz" wrap="square" lIns="91440" tIns="45720" rIns="91440" bIns="45720" numCol="1" anchor="t" anchorCtr="0" compatLnSpc="1"/>
          <a:lstStyle>
            <a:lvl1pPr algn="r">
              <a:defRPr sz="1050"/>
            </a:lvl1pPr>
          </a:lstStyle>
          <a:p>
            <a:pPr fontAlgn="base"/>
            <a:fld id="{CCE1D706-79DB-4EBF-B934-F469A7F872DA}"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ctr" rtl="0" fontAlgn="base">
        <a:spcBef>
          <a:spcPct val="0"/>
        </a:spcBef>
        <a:spcAft>
          <a:spcPct val="0"/>
        </a:spcAft>
        <a:defRPr sz="33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5122" name="Rectangle 2"/>
          <p:cNvSpPr>
            <a:spLocks noGrp="1"/>
          </p:cNvSpPr>
          <p:nvPr>
            <p:ph type="title"/>
          </p:nvPr>
        </p:nvSpPr>
        <p:spPr>
          <a:xfrm>
            <a:off x="457200" y="206015"/>
            <a:ext cx="8229600" cy="857400"/>
          </a:xfrm>
          <a:prstGeom prst="rect">
            <a:avLst/>
          </a:prstGeom>
          <a:noFill/>
          <a:ln w="9525">
            <a:noFill/>
          </a:ln>
        </p:spPr>
        <p:txBody>
          <a:bodyPr wrap="square" lIns="91440" tIns="45720" rIns="91440" bIns="45720" anchor="ctr"/>
          <a:p>
            <a:pPr lvl="0"/>
            <a:r>
              <a:rPr lang="zh-CN" altLang="en-US"/>
              <a:t>单击此处编辑母版标题样式</a:t>
            </a:r>
            <a:endParaRPr lang="zh-CN" altLang="en-US"/>
          </a:p>
        </p:txBody>
      </p:sp>
      <p:sp>
        <p:nvSpPr>
          <p:cNvPr id="5123" name="Rectangle 3"/>
          <p:cNvSpPr>
            <a:spLocks noGrp="1"/>
          </p:cNvSpPr>
          <p:nvPr>
            <p:ph type="body"/>
          </p:nvPr>
        </p:nvSpPr>
        <p:spPr>
          <a:xfrm>
            <a:off x="457200" y="1200360"/>
            <a:ext cx="8229600" cy="3395066"/>
          </a:xfrm>
          <a:prstGeom prst="rect">
            <a:avLst/>
          </a:prstGeom>
          <a:noFill/>
          <a:ln w="9525">
            <a:noFill/>
          </a:ln>
        </p:spPr>
        <p:txBody>
          <a:bodyPr wrap="square" lIns="91440" tIns="45720" rIns="91440" bIns="45720"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5124"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noProof="1" dirty="0">
                <a:cs typeface="+mn-ea"/>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5125"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noProof="1" dirty="0"/>
            </a:lvl1pPr>
          </a:lstStyle>
          <a:p>
            <a:pPr fontAlgn="base"/>
            <a:endParaRPr lang="zh-CN" altLang="en-US" strike="noStrike" noProof="1"/>
          </a:p>
        </p:txBody>
      </p:sp>
      <p:sp>
        <p:nvSpPr>
          <p:cNvPr id="5126" name="Rectangle 6"/>
          <p:cNvSpPr>
            <a:spLocks noGrp="1"/>
          </p:cNvSpPr>
          <p:nvPr>
            <p:ph type="sldNum" sz="quarter" idx="4"/>
          </p:nvPr>
        </p:nvSpPr>
        <p:spPr>
          <a:xfrm>
            <a:off x="6553200" y="4684738"/>
            <a:ext cx="2133600" cy="357250"/>
          </a:xfrm>
          <a:prstGeom prst="rect">
            <a:avLst/>
          </a:prstGeom>
          <a:noFill/>
          <a:ln w="9525">
            <a:noFill/>
            <a:miter/>
          </a:ln>
        </p:spPr>
        <p:txBody>
          <a:bodyPr vert="horz" wrap="square" lIns="91440" tIns="45720" rIns="91440" bIns="45720" numCol="1" anchor="t" anchorCtr="0" compatLnSpc="1"/>
          <a:lstStyle>
            <a:lvl1pPr algn="r">
              <a:defRPr sz="1050"/>
            </a:lvl1pPr>
          </a:lstStyle>
          <a:p>
            <a:pPr fontAlgn="base"/>
            <a:fld id="{A59C3335-D44C-4112-ACB4-421F7D77A517}"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algn="ctr" rtl="0" fontAlgn="base">
        <a:spcBef>
          <a:spcPct val="0"/>
        </a:spcBef>
        <a:spcAft>
          <a:spcPct val="0"/>
        </a:spcAft>
        <a:defRPr sz="33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6146" name="组合 6145"/>
          <p:cNvGrpSpPr/>
          <p:nvPr/>
        </p:nvGrpSpPr>
        <p:grpSpPr>
          <a:xfrm>
            <a:off x="0" y="0"/>
            <a:ext cx="9144000" cy="5143209"/>
            <a:chOff x="0" y="0"/>
            <a:chExt cx="5760" cy="4319"/>
          </a:xfrm>
        </p:grpSpPr>
        <p:sp>
          <p:nvSpPr>
            <p:cNvPr id="6147" name="任意多边形 6146"/>
            <p:cNvSpPr/>
            <p:nvPr/>
          </p:nvSpPr>
          <p:spPr>
            <a:xfrm>
              <a:off x="0" y="12"/>
              <a:ext cx="5758" cy="3273"/>
            </a:xfrm>
            <a:custGeom>
              <a:avLst/>
              <a:gdLst/>
              <a:ahLst/>
              <a:cxnLst>
                <a:cxn ang="0">
                  <a:pos x="3203" y="1816"/>
                </a:cxn>
                <a:cxn ang="0">
                  <a:pos x="0" y="0"/>
                </a:cxn>
                <a:cxn ang="0">
                  <a:pos x="0" y="522"/>
                </a:cxn>
                <a:cxn ang="0">
                  <a:pos x="3046" y="1978"/>
                </a:cxn>
                <a:cxn ang="0">
                  <a:pos x="5758" y="3273"/>
                </a:cxn>
                <a:cxn ang="0">
                  <a:pos x="5758" y="3267"/>
                </a:cxn>
                <a:cxn ang="0">
                  <a:pos x="3203" y="1816"/>
                </a:cxn>
                <a:cxn ang="0">
                  <a:pos x="3203" y="1816"/>
                </a:cxn>
              </a:cxnLst>
              <a:pathLst>
                <a:path w="5740" h="3273">
                  <a:moveTo>
                    <a:pt x="3193" y="1816"/>
                  </a:moveTo>
                  <a:lnTo>
                    <a:pt x="0" y="0"/>
                  </a:lnTo>
                  <a:lnTo>
                    <a:pt x="0" y="522"/>
                  </a:lnTo>
                  <a:lnTo>
                    <a:pt x="3037" y="1978"/>
                  </a:lnTo>
                  <a:lnTo>
                    <a:pt x="5740" y="3273"/>
                  </a:lnTo>
                  <a:lnTo>
                    <a:pt x="5740" y="3267"/>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6148" name="任意多边形 6147"/>
            <p:cNvSpPr/>
            <p:nvPr/>
          </p:nvSpPr>
          <p:spPr>
            <a:xfrm>
              <a:off x="149" y="0"/>
              <a:ext cx="5609" cy="3243"/>
            </a:xfrm>
            <a:custGeom>
              <a:avLst/>
              <a:gdLst/>
              <a:ahLst/>
              <a:cxnLst>
                <a:cxn ang="0">
                  <a:pos x="3173" y="1714"/>
                </a:cxn>
                <a:cxn ang="0">
                  <a:pos x="432" y="0"/>
                </a:cxn>
                <a:cxn ang="0">
                  <a:pos x="0" y="0"/>
                </a:cxn>
                <a:cxn ang="0">
                  <a:pos x="3095" y="1786"/>
                </a:cxn>
                <a:cxn ang="0">
                  <a:pos x="5609" y="3243"/>
                </a:cxn>
                <a:cxn ang="0">
                  <a:pos x="5609" y="3237"/>
                </a:cxn>
                <a:cxn ang="0">
                  <a:pos x="3173" y="1714"/>
                </a:cxn>
                <a:cxn ang="0">
                  <a:pos x="3173" y="1714"/>
                </a:cxn>
              </a:cxnLst>
              <a:pathLst>
                <a:path w="5591" h="3243">
                  <a:moveTo>
                    <a:pt x="3163" y="1714"/>
                  </a:moveTo>
                  <a:lnTo>
                    <a:pt x="431" y="0"/>
                  </a:lnTo>
                  <a:lnTo>
                    <a:pt x="0" y="0"/>
                  </a:lnTo>
                  <a:lnTo>
                    <a:pt x="3086" y="1786"/>
                  </a:lnTo>
                  <a:lnTo>
                    <a:pt x="5591" y="3243"/>
                  </a:lnTo>
                  <a:lnTo>
                    <a:pt x="5591" y="3237"/>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6149" name="任意多边形 6148"/>
            <p:cNvSpPr/>
            <p:nvPr/>
          </p:nvSpPr>
          <p:spPr>
            <a:xfrm>
              <a:off x="0" y="3433"/>
              <a:ext cx="4038" cy="191"/>
            </a:xfrm>
            <a:custGeom>
              <a:avLst/>
              <a:gdLst/>
              <a:ahLst/>
              <a:cxnLst>
                <a:cxn ang="0">
                  <a:pos x="0" y="155"/>
                </a:cxn>
                <a:cxn ang="0">
                  <a:pos x="4038" y="191"/>
                </a:cxn>
                <a:cxn ang="0">
                  <a:pos x="4038" y="143"/>
                </a:cxn>
                <a:cxn ang="0">
                  <a:pos x="0" y="0"/>
                </a:cxn>
                <a:cxn ang="0">
                  <a:pos x="0" y="155"/>
                </a:cxn>
                <a:cxn ang="0">
                  <a:pos x="0" y="155"/>
                </a:cxn>
              </a:cxnLst>
              <a:pathLst>
                <a:path w="4042" h="192">
                  <a:moveTo>
                    <a:pt x="0" y="156"/>
                  </a:moveTo>
                  <a:lnTo>
                    <a:pt x="4042" y="192"/>
                  </a:lnTo>
                  <a:lnTo>
                    <a:pt x="4042" y="144"/>
                  </a:lnTo>
                  <a:lnTo>
                    <a:pt x="0" y="0"/>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6150" name="任意多边形 6149"/>
            <p:cNvSpPr/>
            <p:nvPr/>
          </p:nvSpPr>
          <p:spPr>
            <a:xfrm>
              <a:off x="4038" y="3577"/>
              <a:ext cx="1720" cy="65"/>
            </a:xfrm>
            <a:custGeom>
              <a:avLst/>
              <a:gdLst/>
              <a:ahLst/>
              <a:cxnLst>
                <a:cxn ang="0">
                  <a:pos x="1720" y="65"/>
                </a:cxn>
                <a:cxn ang="0">
                  <a:pos x="1720" y="59"/>
                </a:cxn>
                <a:cxn ang="0">
                  <a:pos x="0" y="0"/>
                </a:cxn>
                <a:cxn ang="0">
                  <a:pos x="0" y="47"/>
                </a:cxn>
                <a:cxn ang="0">
                  <a:pos x="1720" y="65"/>
                </a:cxn>
                <a:cxn ang="0">
                  <a:pos x="1720" y="65"/>
                </a:cxn>
              </a:cxnLst>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6151" name="任意多边形 6150"/>
            <p:cNvSpPr/>
            <p:nvPr/>
          </p:nvSpPr>
          <p:spPr>
            <a:xfrm>
              <a:off x="0" y="3726"/>
              <a:ext cx="4784" cy="329"/>
            </a:xfrm>
            <a:custGeom>
              <a:avLst/>
              <a:gdLst/>
              <a:ahLst/>
              <a:cxnLst>
                <a:cxn ang="0">
                  <a:pos x="0" y="329"/>
                </a:cxn>
                <a:cxn ang="0">
                  <a:pos x="4784" y="77"/>
                </a:cxn>
                <a:cxn ang="0">
                  <a:pos x="4784" y="0"/>
                </a:cxn>
                <a:cxn ang="0">
                  <a:pos x="0" y="107"/>
                </a:cxn>
                <a:cxn ang="0">
                  <a:pos x="0" y="329"/>
                </a:cxn>
                <a:cxn ang="0">
                  <a:pos x="0" y="329"/>
                </a:cxn>
              </a:cxnLst>
              <a:pathLst>
                <a:path w="4789" h="329">
                  <a:moveTo>
                    <a:pt x="0" y="329"/>
                  </a:moveTo>
                  <a:lnTo>
                    <a:pt x="4789" y="77"/>
                  </a:lnTo>
                  <a:lnTo>
                    <a:pt x="4789" y="0"/>
                  </a:lnTo>
                  <a:lnTo>
                    <a:pt x="0" y="107"/>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6152" name="任意多边形 6151"/>
            <p:cNvSpPr/>
            <p:nvPr/>
          </p:nvSpPr>
          <p:spPr>
            <a:xfrm>
              <a:off x="4784" y="3702"/>
              <a:ext cx="974" cy="101"/>
            </a:xfrm>
            <a:custGeom>
              <a:avLst/>
              <a:gdLst/>
              <a:ahLst/>
              <a:cxnLst>
                <a:cxn ang="0">
                  <a:pos x="974" y="48"/>
                </a:cxn>
                <a:cxn ang="0">
                  <a:pos x="974" y="0"/>
                </a:cxn>
                <a:cxn ang="0">
                  <a:pos x="0" y="24"/>
                </a:cxn>
                <a:cxn ang="0">
                  <a:pos x="0" y="101"/>
                </a:cxn>
                <a:cxn ang="0">
                  <a:pos x="974" y="48"/>
                </a:cxn>
                <a:cxn ang="0">
                  <a:pos x="974" y="48"/>
                </a:cxn>
              </a:cxnLst>
              <a:pathLst>
                <a:path w="975" h="101">
                  <a:moveTo>
                    <a:pt x="975" y="48"/>
                  </a:moveTo>
                  <a:lnTo>
                    <a:pt x="975" y="0"/>
                  </a:lnTo>
                  <a:lnTo>
                    <a:pt x="0" y="24"/>
                  </a:lnTo>
                  <a:lnTo>
                    <a:pt x="0" y="101"/>
                  </a:lnTo>
                  <a:lnTo>
                    <a:pt x="975" y="48"/>
                  </a:lnTo>
                  <a:close/>
                </a:path>
              </a:pathLst>
            </a:custGeom>
            <a:solidFill>
              <a:schemeClr val="bg1"/>
            </a:solidFill>
            <a:ln w="9525">
              <a:noFill/>
            </a:ln>
          </p:spPr>
          <p:txBody>
            <a:bodyPr/>
            <a:p>
              <a:endParaRPr lang="en-US" sz="100"/>
            </a:p>
          </p:txBody>
        </p:sp>
        <p:sp>
          <p:nvSpPr>
            <p:cNvPr id="6153" name="任意多边形 6152"/>
            <p:cNvSpPr/>
            <p:nvPr/>
          </p:nvSpPr>
          <p:spPr>
            <a:xfrm>
              <a:off x="3619" y="3815"/>
              <a:ext cx="2139" cy="198"/>
            </a:xfrm>
            <a:custGeom>
              <a:avLst/>
              <a:gdLst/>
              <a:ahLst/>
              <a:cxnLst>
                <a:cxn ang="0">
                  <a:pos x="2139" y="0"/>
                </a:cxn>
                <a:cxn ang="0">
                  <a:pos x="0" y="156"/>
                </a:cxn>
                <a:cxn ang="0">
                  <a:pos x="0" y="198"/>
                </a:cxn>
                <a:cxn ang="0">
                  <a:pos x="2139" y="0"/>
                </a:cxn>
                <a:cxn ang="0">
                  <a:pos x="2139" y="0"/>
                </a:cxn>
              </a:cxnLst>
              <a:pathLst>
                <a:path w="2141" h="198">
                  <a:moveTo>
                    <a:pt x="2141" y="0"/>
                  </a:moveTo>
                  <a:lnTo>
                    <a:pt x="0" y="156"/>
                  </a:lnTo>
                  <a:lnTo>
                    <a:pt x="0" y="198"/>
                  </a:lnTo>
                  <a:lnTo>
                    <a:pt x="2141" y="0"/>
                  </a:lnTo>
                  <a:close/>
                </a:path>
              </a:pathLst>
            </a:custGeom>
            <a:solidFill>
              <a:schemeClr val="bg1"/>
            </a:solidFill>
            <a:ln w="9525">
              <a:noFill/>
            </a:ln>
          </p:spPr>
          <p:txBody>
            <a:bodyPr/>
            <a:p>
              <a:endParaRPr lang="en-US" sz="100"/>
            </a:p>
          </p:txBody>
        </p:sp>
        <p:sp>
          <p:nvSpPr>
            <p:cNvPr id="6154" name="任意多边形 6153"/>
            <p:cNvSpPr/>
            <p:nvPr/>
          </p:nvSpPr>
          <p:spPr>
            <a:xfrm>
              <a:off x="0" y="3971"/>
              <a:ext cx="3619" cy="348"/>
            </a:xfrm>
            <a:custGeom>
              <a:avLst/>
              <a:gdLst/>
              <a:ahLst/>
              <a:cxnLst>
                <a:cxn ang="0">
                  <a:pos x="0" y="348"/>
                </a:cxn>
                <a:cxn ang="0">
                  <a:pos x="310" y="348"/>
                </a:cxn>
                <a:cxn ang="0">
                  <a:pos x="3619" y="42"/>
                </a:cxn>
                <a:cxn ang="0">
                  <a:pos x="3619" y="0"/>
                </a:cxn>
                <a:cxn ang="0">
                  <a:pos x="0" y="264"/>
                </a:cxn>
                <a:cxn ang="0">
                  <a:pos x="0" y="348"/>
                </a:cxn>
                <a:cxn ang="0">
                  <a:pos x="0" y="348"/>
                </a:cxn>
              </a:cxnLst>
              <a:pathLst>
                <a:path w="3623" h="348">
                  <a:moveTo>
                    <a:pt x="0" y="348"/>
                  </a:moveTo>
                  <a:lnTo>
                    <a:pt x="311" y="348"/>
                  </a:lnTo>
                  <a:lnTo>
                    <a:pt x="3623" y="42"/>
                  </a:lnTo>
                  <a:lnTo>
                    <a:pt x="3623" y="0"/>
                  </a:lnTo>
                  <a:lnTo>
                    <a:pt x="0" y="264"/>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6155" name="任意多边形 6154"/>
            <p:cNvSpPr/>
            <p:nvPr/>
          </p:nvSpPr>
          <p:spPr>
            <a:xfrm>
              <a:off x="2097" y="4043"/>
              <a:ext cx="2514" cy="276"/>
            </a:xfrm>
            <a:custGeom>
              <a:avLst/>
              <a:gdLst/>
              <a:ahLst/>
              <a:cxnLst>
                <a:cxn ang="0">
                  <a:pos x="2179" y="276"/>
                </a:cxn>
                <a:cxn ang="0">
                  <a:pos x="2514" y="204"/>
                </a:cxn>
                <a:cxn ang="0">
                  <a:pos x="2257" y="0"/>
                </a:cxn>
                <a:cxn ang="0">
                  <a:pos x="0" y="276"/>
                </a:cxn>
                <a:cxn ang="0">
                  <a:pos x="2179" y="276"/>
                </a:cxn>
                <a:cxn ang="0">
                  <a:pos x="2179" y="276"/>
                </a:cxn>
              </a:cxnLst>
              <a:pathLst>
                <a:path w="2517" h="276">
                  <a:moveTo>
                    <a:pt x="2182" y="276"/>
                  </a:moveTo>
                  <a:lnTo>
                    <a:pt x="2517" y="204"/>
                  </a:lnTo>
                  <a:lnTo>
                    <a:pt x="2260" y="0"/>
                  </a:lnTo>
                  <a:lnTo>
                    <a:pt x="0" y="276"/>
                  </a:lnTo>
                  <a:lnTo>
                    <a:pt x="2182" y="276"/>
                  </a:lnTo>
                  <a:close/>
                </a:path>
              </a:pathLst>
            </a:custGeom>
            <a:solidFill>
              <a:schemeClr val="bg1"/>
            </a:solidFill>
            <a:ln w="9525">
              <a:noFill/>
            </a:ln>
          </p:spPr>
          <p:txBody>
            <a:bodyPr/>
            <a:p>
              <a:endParaRPr lang="en-US" sz="100"/>
            </a:p>
          </p:txBody>
        </p:sp>
        <p:sp>
          <p:nvSpPr>
            <p:cNvPr id="6156" name="任意多边形 6155"/>
            <p:cNvSpPr/>
            <p:nvPr/>
          </p:nvSpPr>
          <p:spPr>
            <a:xfrm>
              <a:off x="4354" y="3869"/>
              <a:ext cx="1404" cy="378"/>
            </a:xfrm>
            <a:custGeom>
              <a:avLst/>
              <a:gdLst/>
              <a:ahLst/>
              <a:cxnLst>
                <a:cxn ang="0">
                  <a:pos x="1404" y="126"/>
                </a:cxn>
                <a:cxn ang="0">
                  <a:pos x="1404" y="0"/>
                </a:cxn>
                <a:cxn ang="0">
                  <a:pos x="0" y="174"/>
                </a:cxn>
                <a:cxn ang="0">
                  <a:pos x="256" y="378"/>
                </a:cxn>
                <a:cxn ang="0">
                  <a:pos x="1404" y="126"/>
                </a:cxn>
                <a:cxn ang="0">
                  <a:pos x="1404" y="126"/>
                </a:cxn>
              </a:cxnLst>
              <a:pathLst>
                <a:path w="1405" h="378">
                  <a:moveTo>
                    <a:pt x="1405" y="126"/>
                  </a:moveTo>
                  <a:lnTo>
                    <a:pt x="1405" y="0"/>
                  </a:lnTo>
                  <a:lnTo>
                    <a:pt x="0" y="174"/>
                  </a:lnTo>
                  <a:lnTo>
                    <a:pt x="257" y="378"/>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6157" name="任意多边形 6156"/>
            <p:cNvSpPr/>
            <p:nvPr/>
          </p:nvSpPr>
          <p:spPr>
            <a:xfrm>
              <a:off x="5030" y="3151"/>
              <a:ext cx="728" cy="240"/>
            </a:xfrm>
            <a:custGeom>
              <a:avLst/>
              <a:gdLst/>
              <a:ahLst/>
              <a:cxnLst>
                <a:cxn ang="0">
                  <a:pos x="728" y="240"/>
                </a:cxn>
                <a:cxn ang="0">
                  <a:pos x="0" y="0"/>
                </a:cxn>
                <a:cxn ang="0">
                  <a:pos x="0" y="6"/>
                </a:cxn>
                <a:cxn ang="0">
                  <a:pos x="728" y="240"/>
                </a:cxn>
                <a:cxn ang="0">
                  <a:pos x="728" y="240"/>
                </a:cxn>
              </a:cxnLst>
              <a:pathLst>
                <a:path w="729" h="240">
                  <a:moveTo>
                    <a:pt x="729" y="240"/>
                  </a:moveTo>
                  <a:lnTo>
                    <a:pt x="0" y="0"/>
                  </a:lnTo>
                  <a:lnTo>
                    <a:pt x="0" y="6"/>
                  </a:lnTo>
                  <a:lnTo>
                    <a:pt x="729" y="240"/>
                  </a:lnTo>
                  <a:close/>
                </a:path>
              </a:pathLst>
            </a:custGeom>
            <a:solidFill>
              <a:schemeClr val="bg1"/>
            </a:solidFill>
            <a:ln w="9525">
              <a:noFill/>
            </a:ln>
          </p:spPr>
          <p:txBody>
            <a:bodyPr/>
            <a:p>
              <a:endParaRPr lang="en-US" sz="100"/>
            </a:p>
          </p:txBody>
        </p:sp>
        <p:sp>
          <p:nvSpPr>
            <p:cNvPr id="6158" name="任意多边形 6157"/>
            <p:cNvSpPr/>
            <p:nvPr/>
          </p:nvSpPr>
          <p:spPr>
            <a:xfrm>
              <a:off x="0" y="1486"/>
              <a:ext cx="5030" cy="1671"/>
            </a:xfrm>
            <a:custGeom>
              <a:avLst/>
              <a:gdLst/>
              <a:ahLst/>
              <a:cxnLst>
                <a:cxn ang="0">
                  <a:pos x="0" y="71"/>
                </a:cxn>
                <a:cxn ang="0">
                  <a:pos x="5030" y="1671"/>
                </a:cxn>
                <a:cxn ang="0">
                  <a:pos x="5030" y="1665"/>
                </a:cxn>
                <a:cxn ang="0">
                  <a:pos x="0" y="0"/>
                </a:cxn>
                <a:cxn ang="0">
                  <a:pos x="0" y="71"/>
                </a:cxn>
                <a:cxn ang="0">
                  <a:pos x="0" y="71"/>
                </a:cxn>
              </a:cxnLst>
              <a:pathLst>
                <a:path w="5035" h="1672">
                  <a:moveTo>
                    <a:pt x="0" y="72"/>
                  </a:moveTo>
                  <a:lnTo>
                    <a:pt x="5035" y="1672"/>
                  </a:lnTo>
                  <a:lnTo>
                    <a:pt x="5035" y="1666"/>
                  </a:lnTo>
                  <a:lnTo>
                    <a:pt x="0" y="0"/>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6159" name="任意多边形 6158"/>
            <p:cNvSpPr/>
            <p:nvPr/>
          </p:nvSpPr>
          <p:spPr>
            <a:xfrm>
              <a:off x="5030" y="3049"/>
              <a:ext cx="728" cy="318"/>
            </a:xfrm>
            <a:custGeom>
              <a:avLst/>
              <a:gdLst/>
              <a:ahLst/>
              <a:cxnLst>
                <a:cxn ang="0">
                  <a:pos x="728" y="318"/>
                </a:cxn>
                <a:cxn ang="0">
                  <a:pos x="728" y="312"/>
                </a:cxn>
                <a:cxn ang="0">
                  <a:pos x="0" y="0"/>
                </a:cxn>
                <a:cxn ang="0">
                  <a:pos x="0" y="54"/>
                </a:cxn>
                <a:cxn ang="0">
                  <a:pos x="728" y="318"/>
                </a:cxn>
                <a:cxn ang="0">
                  <a:pos x="728" y="318"/>
                </a:cxn>
              </a:cxnLst>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6160" name="任意多边形 6159"/>
            <p:cNvSpPr/>
            <p:nvPr/>
          </p:nvSpPr>
          <p:spPr>
            <a:xfrm>
              <a:off x="0" y="916"/>
              <a:ext cx="5030" cy="2187"/>
            </a:xfrm>
            <a:custGeom>
              <a:avLst/>
              <a:gdLst/>
              <a:ahLst/>
              <a:cxnLst>
                <a:cxn ang="0">
                  <a:pos x="0" y="395"/>
                </a:cxn>
                <a:cxn ang="0">
                  <a:pos x="5030" y="2187"/>
                </a:cxn>
                <a:cxn ang="0">
                  <a:pos x="5030" y="2133"/>
                </a:cxn>
                <a:cxn ang="0">
                  <a:pos x="0" y="0"/>
                </a:cxn>
                <a:cxn ang="0">
                  <a:pos x="0" y="395"/>
                </a:cxn>
                <a:cxn ang="0">
                  <a:pos x="0" y="395"/>
                </a:cxn>
              </a:cxnLst>
              <a:pathLst>
                <a:path w="5035" h="2188">
                  <a:moveTo>
                    <a:pt x="0" y="396"/>
                  </a:moveTo>
                  <a:lnTo>
                    <a:pt x="5035" y="2188"/>
                  </a:lnTo>
                  <a:lnTo>
                    <a:pt x="5035" y="2134"/>
                  </a:lnTo>
                  <a:lnTo>
                    <a:pt x="0" y="0"/>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6161" name="任意多边形 6160"/>
            <p:cNvSpPr/>
            <p:nvPr/>
          </p:nvSpPr>
          <p:spPr>
            <a:xfrm>
              <a:off x="2294" y="0"/>
              <a:ext cx="3159" cy="2725"/>
            </a:xfrm>
            <a:custGeom>
              <a:avLst/>
              <a:gdLst/>
              <a:ahLst/>
              <a:cxnLst>
                <a:cxn ang="0">
                  <a:pos x="0" y="0"/>
                </a:cxn>
                <a:cxn ang="0">
                  <a:pos x="3141" y="2725"/>
                </a:cxn>
                <a:cxn ang="0">
                  <a:pos x="3159" y="2702"/>
                </a:cxn>
                <a:cxn ang="0">
                  <a:pos x="101" y="0"/>
                </a:cxn>
                <a:cxn ang="0">
                  <a:pos x="0" y="0"/>
                </a:cxn>
                <a:cxn ang="0">
                  <a:pos x="0" y="0"/>
                </a:cxn>
              </a:cxnLst>
              <a:pathLst>
                <a:path w="3163" h="2727">
                  <a:moveTo>
                    <a:pt x="0" y="0"/>
                  </a:moveTo>
                  <a:lnTo>
                    <a:pt x="3145" y="2727"/>
                  </a:lnTo>
                  <a:lnTo>
                    <a:pt x="3163" y="2704"/>
                  </a:lnTo>
                  <a:lnTo>
                    <a:pt x="102"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6162" name="任意多边形 6161"/>
            <p:cNvSpPr/>
            <p:nvPr/>
          </p:nvSpPr>
          <p:spPr>
            <a:xfrm>
              <a:off x="5435" y="2702"/>
              <a:ext cx="323" cy="299"/>
            </a:xfrm>
            <a:custGeom>
              <a:avLst/>
              <a:gdLst/>
              <a:ahLst/>
              <a:cxnLst>
                <a:cxn ang="0">
                  <a:pos x="323" y="299"/>
                </a:cxn>
                <a:cxn ang="0">
                  <a:pos x="323" y="263"/>
                </a:cxn>
                <a:cxn ang="0">
                  <a:pos x="18" y="0"/>
                </a:cxn>
                <a:cxn ang="0">
                  <a:pos x="0" y="23"/>
                </a:cxn>
                <a:cxn ang="0">
                  <a:pos x="323" y="299"/>
                </a:cxn>
                <a:cxn ang="0">
                  <a:pos x="323" y="299"/>
                </a:cxn>
              </a:cxnLst>
              <a:pathLst>
                <a:path w="323" h="299">
                  <a:moveTo>
                    <a:pt x="323" y="299"/>
                  </a:moveTo>
                  <a:lnTo>
                    <a:pt x="323" y="263"/>
                  </a:lnTo>
                  <a:lnTo>
                    <a:pt x="18" y="0"/>
                  </a:lnTo>
                  <a:lnTo>
                    <a:pt x="0" y="23"/>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6163" name="任意多边形 6162"/>
            <p:cNvSpPr/>
            <p:nvPr/>
          </p:nvSpPr>
          <p:spPr>
            <a:xfrm>
              <a:off x="5477" y="2588"/>
              <a:ext cx="281" cy="335"/>
            </a:xfrm>
            <a:custGeom>
              <a:avLst/>
              <a:gdLst/>
              <a:ahLst/>
              <a:cxnLst>
                <a:cxn ang="0">
                  <a:pos x="281" y="335"/>
                </a:cxn>
                <a:cxn ang="0">
                  <a:pos x="281" y="173"/>
                </a:cxn>
                <a:cxn ang="0">
                  <a:pos x="96" y="0"/>
                </a:cxn>
                <a:cxn ang="0">
                  <a:pos x="0" y="90"/>
                </a:cxn>
                <a:cxn ang="0">
                  <a:pos x="281" y="335"/>
                </a:cxn>
                <a:cxn ang="0">
                  <a:pos x="281" y="335"/>
                </a:cxn>
              </a:cxnLst>
              <a:pathLst>
                <a:path w="281" h="335">
                  <a:moveTo>
                    <a:pt x="281" y="335"/>
                  </a:moveTo>
                  <a:lnTo>
                    <a:pt x="281" y="173"/>
                  </a:lnTo>
                  <a:lnTo>
                    <a:pt x="96" y="0"/>
                  </a:lnTo>
                  <a:lnTo>
                    <a:pt x="0" y="90"/>
                  </a:lnTo>
                  <a:lnTo>
                    <a:pt x="281" y="335"/>
                  </a:lnTo>
                  <a:close/>
                </a:path>
              </a:pathLst>
            </a:custGeom>
            <a:solidFill>
              <a:schemeClr val="bg1"/>
            </a:solidFill>
            <a:ln w="9525">
              <a:noFill/>
            </a:ln>
          </p:spPr>
          <p:txBody>
            <a:bodyPr/>
            <a:p>
              <a:endParaRPr lang="en-US" sz="100"/>
            </a:p>
          </p:txBody>
        </p:sp>
        <p:sp>
          <p:nvSpPr>
            <p:cNvPr id="6164" name="任意多边形 6163"/>
            <p:cNvSpPr/>
            <p:nvPr/>
          </p:nvSpPr>
          <p:spPr>
            <a:xfrm>
              <a:off x="2454" y="0"/>
              <a:ext cx="3119" cy="2678"/>
            </a:xfrm>
            <a:custGeom>
              <a:avLst/>
              <a:gdLst/>
              <a:ahLst/>
              <a:cxnLst>
                <a:cxn ang="0">
                  <a:pos x="0" y="0"/>
                </a:cxn>
                <a:cxn ang="0">
                  <a:pos x="3023" y="2678"/>
                </a:cxn>
                <a:cxn ang="0">
                  <a:pos x="3119" y="2588"/>
                </a:cxn>
                <a:cxn ang="0">
                  <a:pos x="382" y="0"/>
                </a:cxn>
                <a:cxn ang="0">
                  <a:pos x="0" y="0"/>
                </a:cxn>
                <a:cxn ang="0">
                  <a:pos x="0" y="0"/>
                </a:cxn>
              </a:cxnLst>
              <a:pathLst>
                <a:path w="3122" h="2680">
                  <a:moveTo>
                    <a:pt x="0" y="0"/>
                  </a:moveTo>
                  <a:lnTo>
                    <a:pt x="3026" y="2680"/>
                  </a:lnTo>
                  <a:lnTo>
                    <a:pt x="3122" y="2590"/>
                  </a:lnTo>
                  <a:lnTo>
                    <a:pt x="383"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6165" name="任意多边形 6164"/>
            <p:cNvSpPr/>
            <p:nvPr/>
          </p:nvSpPr>
          <p:spPr>
            <a:xfrm>
              <a:off x="5626" y="2534"/>
              <a:ext cx="132" cy="132"/>
            </a:xfrm>
            <a:custGeom>
              <a:avLst/>
              <a:gdLst/>
              <a:ahLst/>
              <a:cxnLst>
                <a:cxn ang="0">
                  <a:pos x="132" y="132"/>
                </a:cxn>
                <a:cxn ang="0">
                  <a:pos x="0" y="0"/>
                </a:cxn>
                <a:cxn ang="0">
                  <a:pos x="0" y="0"/>
                </a:cxn>
                <a:cxn ang="0">
                  <a:pos x="132" y="132"/>
                </a:cxn>
                <a:cxn ang="0">
                  <a:pos x="132" y="132"/>
                </a:cxn>
              </a:cxnLst>
              <a:pathLst>
                <a:path w="132" h="132">
                  <a:moveTo>
                    <a:pt x="132" y="132"/>
                  </a:moveTo>
                  <a:lnTo>
                    <a:pt x="0" y="0"/>
                  </a:lnTo>
                  <a:lnTo>
                    <a:pt x="132" y="132"/>
                  </a:lnTo>
                  <a:close/>
                </a:path>
              </a:pathLst>
            </a:custGeom>
            <a:solidFill>
              <a:srgbClr val="FF9999"/>
            </a:solidFill>
            <a:ln w="9525">
              <a:noFill/>
            </a:ln>
          </p:spPr>
          <p:txBody>
            <a:bodyPr/>
            <a:p>
              <a:endParaRPr lang="en-US" sz="100"/>
            </a:p>
          </p:txBody>
        </p:sp>
        <p:sp>
          <p:nvSpPr>
            <p:cNvPr id="6166" name="任意多边形 6165"/>
            <p:cNvSpPr/>
            <p:nvPr/>
          </p:nvSpPr>
          <p:spPr>
            <a:xfrm>
              <a:off x="3112" y="0"/>
              <a:ext cx="2514" cy="2534"/>
            </a:xfrm>
            <a:custGeom>
              <a:avLst/>
              <a:gdLst/>
              <a:ahLst/>
              <a:cxnLst>
                <a:cxn ang="0">
                  <a:pos x="0" y="0"/>
                </a:cxn>
                <a:cxn ang="0">
                  <a:pos x="2514" y="2534"/>
                </a:cxn>
                <a:cxn ang="0">
                  <a:pos x="2514" y="2534"/>
                </a:cxn>
                <a:cxn ang="0">
                  <a:pos x="65" y="0"/>
                </a:cxn>
                <a:cxn ang="0">
                  <a:pos x="0" y="0"/>
                </a:cxn>
                <a:cxn ang="0">
                  <a:pos x="0" y="0"/>
                </a:cxn>
              </a:cxnLst>
              <a:pathLst>
                <a:path w="2517" h="2536">
                  <a:moveTo>
                    <a:pt x="0" y="0"/>
                  </a:moveTo>
                  <a:lnTo>
                    <a:pt x="2517" y="2536"/>
                  </a:lnTo>
                  <a:lnTo>
                    <a:pt x="66"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6167" name="任意多边形 6166"/>
            <p:cNvSpPr/>
            <p:nvPr/>
          </p:nvSpPr>
          <p:spPr>
            <a:xfrm>
              <a:off x="3488" y="0"/>
              <a:ext cx="2198" cy="2480"/>
            </a:xfrm>
            <a:custGeom>
              <a:avLst/>
              <a:gdLst/>
              <a:ahLst/>
              <a:cxnLst>
                <a:cxn ang="0">
                  <a:pos x="0" y="0"/>
                </a:cxn>
                <a:cxn ang="0">
                  <a:pos x="2186" y="2480"/>
                </a:cxn>
                <a:cxn ang="0">
                  <a:pos x="2198" y="2474"/>
                </a:cxn>
                <a:cxn ang="0">
                  <a:pos x="316" y="0"/>
                </a:cxn>
                <a:cxn ang="0">
                  <a:pos x="0" y="0"/>
                </a:cxn>
                <a:cxn ang="0">
                  <a:pos x="0" y="0"/>
                </a:cxn>
              </a:cxnLst>
              <a:pathLst>
                <a:path w="2200" h="2482">
                  <a:moveTo>
                    <a:pt x="0" y="0"/>
                  </a:moveTo>
                  <a:lnTo>
                    <a:pt x="2188" y="2482"/>
                  </a:lnTo>
                  <a:lnTo>
                    <a:pt x="2200" y="2476"/>
                  </a:lnTo>
                  <a:lnTo>
                    <a:pt x="317"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6168" name="任意多边形 6167"/>
            <p:cNvSpPr/>
            <p:nvPr/>
          </p:nvSpPr>
          <p:spPr>
            <a:xfrm>
              <a:off x="5674" y="2474"/>
              <a:ext cx="84" cy="96"/>
            </a:xfrm>
            <a:custGeom>
              <a:avLst/>
              <a:gdLst/>
              <a:ahLst/>
              <a:cxnLst>
                <a:cxn ang="0">
                  <a:pos x="84" y="96"/>
                </a:cxn>
                <a:cxn ang="0">
                  <a:pos x="84" y="90"/>
                </a:cxn>
                <a:cxn ang="0">
                  <a:pos x="12" y="0"/>
                </a:cxn>
                <a:cxn ang="0">
                  <a:pos x="0" y="6"/>
                </a:cxn>
                <a:cxn ang="0">
                  <a:pos x="84" y="96"/>
                </a:cxn>
                <a:cxn ang="0">
                  <a:pos x="84" y="96"/>
                </a:cxn>
              </a:cxnLst>
              <a:pathLst>
                <a:path w="84" h="96">
                  <a:moveTo>
                    <a:pt x="84" y="96"/>
                  </a:moveTo>
                  <a:lnTo>
                    <a:pt x="84" y="90"/>
                  </a:lnTo>
                  <a:lnTo>
                    <a:pt x="12" y="0"/>
                  </a:lnTo>
                  <a:lnTo>
                    <a:pt x="0" y="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6169" name="任意多边形 6168"/>
            <p:cNvSpPr/>
            <p:nvPr/>
          </p:nvSpPr>
          <p:spPr>
            <a:xfrm>
              <a:off x="5603" y="850"/>
              <a:ext cx="155" cy="516"/>
            </a:xfrm>
            <a:custGeom>
              <a:avLst/>
              <a:gdLst/>
              <a:ahLst/>
              <a:cxnLst>
                <a:cxn ang="0">
                  <a:pos x="155" y="516"/>
                </a:cxn>
                <a:cxn ang="0">
                  <a:pos x="155" y="204"/>
                </a:cxn>
                <a:cxn ang="0">
                  <a:pos x="77" y="0"/>
                </a:cxn>
                <a:cxn ang="0">
                  <a:pos x="0" y="192"/>
                </a:cxn>
                <a:cxn ang="0">
                  <a:pos x="155" y="516"/>
                </a:cxn>
                <a:cxn ang="0">
                  <a:pos x="155" y="516"/>
                </a:cxn>
              </a:cxnLst>
              <a:pathLst>
                <a:path w="155" h="516">
                  <a:moveTo>
                    <a:pt x="155" y="516"/>
                  </a:moveTo>
                  <a:lnTo>
                    <a:pt x="155" y="204"/>
                  </a:lnTo>
                  <a:lnTo>
                    <a:pt x="77" y="0"/>
                  </a:lnTo>
                  <a:lnTo>
                    <a:pt x="0" y="192"/>
                  </a:lnTo>
                  <a:lnTo>
                    <a:pt x="155" y="516"/>
                  </a:lnTo>
                  <a:close/>
                </a:path>
              </a:pathLst>
            </a:custGeom>
            <a:solidFill>
              <a:schemeClr val="bg2"/>
            </a:solidFill>
            <a:ln w="9525">
              <a:noFill/>
            </a:ln>
          </p:spPr>
          <p:txBody>
            <a:bodyPr/>
            <a:p>
              <a:endParaRPr lang="en-US" sz="100"/>
            </a:p>
          </p:txBody>
        </p:sp>
        <p:sp>
          <p:nvSpPr>
            <p:cNvPr id="6170" name="任意多边形 6169"/>
            <p:cNvSpPr/>
            <p:nvPr/>
          </p:nvSpPr>
          <p:spPr>
            <a:xfrm>
              <a:off x="5107" y="0"/>
              <a:ext cx="573" cy="1042"/>
            </a:xfrm>
            <a:custGeom>
              <a:avLst/>
              <a:gdLst/>
              <a:ahLst/>
              <a:cxnLst>
                <a:cxn ang="0">
                  <a:pos x="0" y="0"/>
                </a:cxn>
                <a:cxn ang="0">
                  <a:pos x="496" y="1042"/>
                </a:cxn>
                <a:cxn ang="0">
                  <a:pos x="573" y="850"/>
                </a:cxn>
                <a:cxn ang="0">
                  <a:pos x="250" y="0"/>
                </a:cxn>
                <a:cxn ang="0">
                  <a:pos x="0" y="0"/>
                </a:cxn>
                <a:cxn ang="0">
                  <a:pos x="0" y="0"/>
                </a:cxn>
              </a:cxnLst>
              <a:pathLst>
                <a:path w="574" h="1043">
                  <a:moveTo>
                    <a:pt x="0" y="0"/>
                  </a:moveTo>
                  <a:lnTo>
                    <a:pt x="497" y="1043"/>
                  </a:lnTo>
                  <a:lnTo>
                    <a:pt x="574" y="851"/>
                  </a:lnTo>
                  <a:lnTo>
                    <a:pt x="251"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6171" name="任意多边形 6170"/>
            <p:cNvSpPr/>
            <p:nvPr/>
          </p:nvSpPr>
          <p:spPr>
            <a:xfrm>
              <a:off x="5411" y="0"/>
              <a:ext cx="341" cy="796"/>
            </a:xfrm>
            <a:custGeom>
              <a:avLst/>
              <a:gdLst/>
              <a:ahLst/>
              <a:cxnLst>
                <a:cxn ang="0">
                  <a:pos x="144" y="0"/>
                </a:cxn>
                <a:cxn ang="0">
                  <a:pos x="0" y="0"/>
                </a:cxn>
                <a:cxn ang="0">
                  <a:pos x="287" y="796"/>
                </a:cxn>
                <a:cxn ang="0">
                  <a:pos x="341" y="652"/>
                </a:cxn>
                <a:cxn ang="0">
                  <a:pos x="144" y="0"/>
                </a:cxn>
                <a:cxn ang="0">
                  <a:pos x="144" y="0"/>
                </a:cxn>
              </a:cxnLst>
              <a:pathLst>
                <a:path w="341" h="797">
                  <a:moveTo>
                    <a:pt x="144" y="0"/>
                  </a:moveTo>
                  <a:lnTo>
                    <a:pt x="0" y="0"/>
                  </a:lnTo>
                  <a:lnTo>
                    <a:pt x="287" y="797"/>
                  </a:lnTo>
                  <a:lnTo>
                    <a:pt x="341" y="653"/>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6172" name="任意多边形 6171"/>
            <p:cNvSpPr/>
            <p:nvPr/>
          </p:nvSpPr>
          <p:spPr>
            <a:xfrm>
              <a:off x="5698" y="653"/>
              <a:ext cx="60" cy="311"/>
            </a:xfrm>
            <a:custGeom>
              <a:avLst/>
              <a:gdLst/>
              <a:ahLst/>
              <a:cxnLst>
                <a:cxn ang="0">
                  <a:pos x="0" y="143"/>
                </a:cxn>
                <a:cxn ang="0">
                  <a:pos x="60" y="311"/>
                </a:cxn>
                <a:cxn ang="0">
                  <a:pos x="60" y="5"/>
                </a:cxn>
                <a:cxn ang="0">
                  <a:pos x="54" y="0"/>
                </a:cxn>
                <a:cxn ang="0">
                  <a:pos x="0" y="143"/>
                </a:cxn>
                <a:cxn ang="0">
                  <a:pos x="0" y="143"/>
                </a:cxn>
              </a:cxnLst>
              <a:pathLst>
                <a:path w="60" h="312">
                  <a:moveTo>
                    <a:pt x="0" y="144"/>
                  </a:moveTo>
                  <a:lnTo>
                    <a:pt x="60" y="312"/>
                  </a:lnTo>
                  <a:lnTo>
                    <a:pt x="60" y="6"/>
                  </a:lnTo>
                  <a:lnTo>
                    <a:pt x="54" y="0"/>
                  </a:lnTo>
                  <a:lnTo>
                    <a:pt x="0" y="144"/>
                  </a:lnTo>
                  <a:close/>
                </a:path>
              </a:pathLst>
            </a:custGeom>
            <a:solidFill>
              <a:schemeClr val="bg2"/>
            </a:solidFill>
            <a:ln w="9525">
              <a:noFill/>
            </a:ln>
          </p:spPr>
          <p:txBody>
            <a:bodyPr/>
            <a:p>
              <a:endParaRPr lang="en-US" sz="100"/>
            </a:p>
          </p:txBody>
        </p:sp>
        <p:sp>
          <p:nvSpPr>
            <p:cNvPr id="6173" name="任意多边形 6172"/>
            <p:cNvSpPr/>
            <p:nvPr/>
          </p:nvSpPr>
          <p:spPr>
            <a:xfrm>
              <a:off x="2" y="1601"/>
              <a:ext cx="5752" cy="1864"/>
            </a:xfrm>
            <a:custGeom>
              <a:avLst/>
              <a:gdLst/>
              <a:ahLst/>
              <a:cxnLst>
                <a:cxn ang="0">
                  <a:pos x="0" y="371"/>
                </a:cxn>
                <a:cxn ang="0">
                  <a:pos x="5752" y="1864"/>
                </a:cxn>
                <a:cxn ang="0">
                  <a:pos x="5752" y="1834"/>
                </a:cxn>
                <a:cxn ang="0">
                  <a:pos x="0" y="0"/>
                </a:cxn>
                <a:cxn ang="0">
                  <a:pos x="0" y="371"/>
                </a:cxn>
                <a:cxn ang="0">
                  <a:pos x="0" y="371"/>
                </a:cxn>
              </a:cxnLst>
              <a:pathLst>
                <a:path w="5740" h="1864">
                  <a:moveTo>
                    <a:pt x="0" y="371"/>
                  </a:moveTo>
                  <a:lnTo>
                    <a:pt x="5740" y="1864"/>
                  </a:lnTo>
                  <a:lnTo>
                    <a:pt x="5740" y="1834"/>
                  </a:lnTo>
                  <a:lnTo>
                    <a:pt x="0" y="0"/>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6174" name="任意多边形 6173"/>
            <p:cNvSpPr/>
            <p:nvPr/>
          </p:nvSpPr>
          <p:spPr>
            <a:xfrm>
              <a:off x="5754" y="3483"/>
              <a:ext cx="6" cy="6"/>
            </a:xfrm>
            <a:custGeom>
              <a:avLst/>
              <a:gdLst/>
              <a:ahLst/>
              <a:cxnLst>
                <a:cxn ang="0">
                  <a:pos x="6" y="6"/>
                </a:cxn>
                <a:cxn ang="0">
                  <a:pos x="0" y="0"/>
                </a:cxn>
                <a:cxn ang="0">
                  <a:pos x="0" y="6"/>
                </a:cxn>
                <a:cxn ang="0">
                  <a:pos x="6" y="6"/>
                </a:cxn>
                <a:cxn ang="0">
                  <a:pos x="6" y="6"/>
                </a:cxn>
              </a:cxnLst>
              <a:pathLst>
                <a:path w="6" h="6">
                  <a:moveTo>
                    <a:pt x="6" y="6"/>
                  </a:moveTo>
                  <a:lnTo>
                    <a:pt x="0" y="0"/>
                  </a:lnTo>
                  <a:lnTo>
                    <a:pt x="0" y="6"/>
                  </a:lnTo>
                  <a:lnTo>
                    <a:pt x="6" y="6"/>
                  </a:lnTo>
                  <a:close/>
                </a:path>
              </a:pathLst>
            </a:custGeom>
            <a:solidFill>
              <a:srgbClr val="18FF00"/>
            </a:solidFill>
            <a:ln w="9525">
              <a:noFill/>
            </a:ln>
          </p:spPr>
          <p:txBody>
            <a:bodyPr/>
            <a:p>
              <a:endParaRPr lang="en-US" sz="100"/>
            </a:p>
          </p:txBody>
        </p:sp>
        <p:sp>
          <p:nvSpPr>
            <p:cNvPr id="6175" name="任意多边形 6174"/>
            <p:cNvSpPr/>
            <p:nvPr/>
          </p:nvSpPr>
          <p:spPr>
            <a:xfrm>
              <a:off x="2" y="2152"/>
              <a:ext cx="5752" cy="1337"/>
            </a:xfrm>
            <a:custGeom>
              <a:avLst/>
              <a:gdLst/>
              <a:ahLst/>
              <a:cxnLst>
                <a:cxn ang="0">
                  <a:pos x="0" y="366"/>
                </a:cxn>
                <a:cxn ang="0">
                  <a:pos x="5752" y="1337"/>
                </a:cxn>
                <a:cxn ang="0">
                  <a:pos x="5752" y="1331"/>
                </a:cxn>
                <a:cxn ang="0">
                  <a:pos x="0" y="0"/>
                </a:cxn>
                <a:cxn ang="0">
                  <a:pos x="0" y="366"/>
                </a:cxn>
                <a:cxn ang="0">
                  <a:pos x="0" y="366"/>
                </a:cxn>
              </a:cxnLst>
              <a:pathLst>
                <a:path w="5740" h="1337">
                  <a:moveTo>
                    <a:pt x="0" y="366"/>
                  </a:moveTo>
                  <a:lnTo>
                    <a:pt x="5740" y="1337"/>
                  </a:lnTo>
                  <a:lnTo>
                    <a:pt x="5740" y="1331"/>
                  </a:lnTo>
                  <a:lnTo>
                    <a:pt x="0" y="0"/>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6176" name="任意多边形 6175"/>
            <p:cNvSpPr/>
            <p:nvPr/>
          </p:nvSpPr>
          <p:spPr>
            <a:xfrm>
              <a:off x="2" y="3177"/>
              <a:ext cx="5752" cy="414"/>
            </a:xfrm>
            <a:custGeom>
              <a:avLst/>
              <a:gdLst/>
              <a:ahLst/>
              <a:cxnLst>
                <a:cxn ang="0">
                  <a:pos x="0" y="48"/>
                </a:cxn>
                <a:cxn ang="0">
                  <a:pos x="5752" y="414"/>
                </a:cxn>
                <a:cxn ang="0">
                  <a:pos x="5752" y="402"/>
                </a:cxn>
                <a:cxn ang="0">
                  <a:pos x="0" y="0"/>
                </a:cxn>
                <a:cxn ang="0">
                  <a:pos x="0" y="48"/>
                </a:cxn>
                <a:cxn ang="0">
                  <a:pos x="0" y="48"/>
                </a:cxn>
              </a:cxnLst>
              <a:pathLst>
                <a:path w="5740" h="414">
                  <a:moveTo>
                    <a:pt x="0" y="48"/>
                  </a:moveTo>
                  <a:lnTo>
                    <a:pt x="5740" y="414"/>
                  </a:lnTo>
                  <a:lnTo>
                    <a:pt x="5740" y="402"/>
                  </a:lnTo>
                  <a:lnTo>
                    <a:pt x="0" y="0"/>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6177" name="任意多边形 6176"/>
            <p:cNvSpPr/>
            <p:nvPr/>
          </p:nvSpPr>
          <p:spPr>
            <a:xfrm>
              <a:off x="1297" y="0"/>
              <a:ext cx="4457" cy="3177"/>
            </a:xfrm>
            <a:custGeom>
              <a:avLst/>
              <a:gdLst/>
              <a:ahLst/>
              <a:cxnLst>
                <a:cxn ang="0">
                  <a:pos x="0" y="0"/>
                </a:cxn>
                <a:cxn ang="0">
                  <a:pos x="4457" y="3177"/>
                </a:cxn>
                <a:cxn ang="0">
                  <a:pos x="4457" y="3153"/>
                </a:cxn>
                <a:cxn ang="0">
                  <a:pos x="125" y="0"/>
                </a:cxn>
                <a:cxn ang="0">
                  <a:pos x="0" y="0"/>
                </a:cxn>
                <a:cxn ang="0">
                  <a:pos x="0" y="0"/>
                </a:cxn>
              </a:cxnLst>
              <a:pathLst>
                <a:path w="4448" h="3177">
                  <a:moveTo>
                    <a:pt x="0" y="0"/>
                  </a:moveTo>
                  <a:lnTo>
                    <a:pt x="4448" y="3177"/>
                  </a:lnTo>
                  <a:lnTo>
                    <a:pt x="4448" y="3153"/>
                  </a:lnTo>
                  <a:lnTo>
                    <a:pt x="125"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6178" name="任意多边形 6177"/>
            <p:cNvSpPr/>
            <p:nvPr/>
          </p:nvSpPr>
          <p:spPr>
            <a:xfrm>
              <a:off x="3321" y="0"/>
              <a:ext cx="2433" cy="2614"/>
            </a:xfrm>
            <a:custGeom>
              <a:avLst/>
              <a:gdLst/>
              <a:ahLst/>
              <a:cxnLst>
                <a:cxn ang="0">
                  <a:pos x="0" y="0"/>
                </a:cxn>
                <a:cxn ang="0">
                  <a:pos x="2433" y="2614"/>
                </a:cxn>
                <a:cxn ang="0">
                  <a:pos x="2433" y="2608"/>
                </a:cxn>
                <a:cxn ang="0">
                  <a:pos x="66" y="0"/>
                </a:cxn>
                <a:cxn ang="0">
                  <a:pos x="0" y="0"/>
                </a:cxn>
                <a:cxn ang="0">
                  <a:pos x="0" y="0"/>
                </a:cxn>
              </a:cxnLst>
              <a:pathLst>
                <a:path w="2428" h="2614">
                  <a:moveTo>
                    <a:pt x="0" y="0"/>
                  </a:moveTo>
                  <a:lnTo>
                    <a:pt x="2428" y="2614"/>
                  </a:lnTo>
                  <a:lnTo>
                    <a:pt x="2428" y="2608"/>
                  </a:lnTo>
                  <a:lnTo>
                    <a:pt x="66"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6179" name="任意多边形 6178"/>
            <p:cNvSpPr/>
            <p:nvPr/>
          </p:nvSpPr>
          <p:spPr>
            <a:xfrm>
              <a:off x="3950" y="0"/>
              <a:ext cx="1804" cy="2464"/>
            </a:xfrm>
            <a:custGeom>
              <a:avLst/>
              <a:gdLst/>
              <a:ahLst/>
              <a:cxnLst>
                <a:cxn ang="0">
                  <a:pos x="486" y="0"/>
                </a:cxn>
                <a:cxn ang="0">
                  <a:pos x="0" y="0"/>
                </a:cxn>
                <a:cxn ang="0">
                  <a:pos x="1804" y="2464"/>
                </a:cxn>
                <a:cxn ang="0">
                  <a:pos x="1804" y="2248"/>
                </a:cxn>
                <a:cxn ang="0">
                  <a:pos x="1797" y="2248"/>
                </a:cxn>
                <a:cxn ang="0">
                  <a:pos x="486" y="0"/>
                </a:cxn>
                <a:cxn ang="0">
                  <a:pos x="486" y="0"/>
                </a:cxn>
              </a:cxnLst>
              <a:pathLst>
                <a:path w="1800" h="2464">
                  <a:moveTo>
                    <a:pt x="485" y="0"/>
                  </a:moveTo>
                  <a:lnTo>
                    <a:pt x="0" y="0"/>
                  </a:lnTo>
                  <a:lnTo>
                    <a:pt x="1800" y="2464"/>
                  </a:lnTo>
                  <a:lnTo>
                    <a:pt x="1800" y="2248"/>
                  </a:lnTo>
                  <a:lnTo>
                    <a:pt x="1794" y="2248"/>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6180" name="任意多边形 6179"/>
            <p:cNvSpPr/>
            <p:nvPr/>
          </p:nvSpPr>
          <p:spPr>
            <a:xfrm>
              <a:off x="4519" y="0"/>
              <a:ext cx="1235" cy="2074"/>
            </a:xfrm>
            <a:custGeom>
              <a:avLst/>
              <a:gdLst/>
              <a:ahLst/>
              <a:cxnLst>
                <a:cxn ang="0">
                  <a:pos x="0" y="0"/>
                </a:cxn>
                <a:cxn ang="0">
                  <a:pos x="1235" y="2074"/>
                </a:cxn>
                <a:cxn ang="0">
                  <a:pos x="1235" y="2038"/>
                </a:cxn>
                <a:cxn ang="0">
                  <a:pos x="42" y="0"/>
                </a:cxn>
                <a:cxn ang="0">
                  <a:pos x="0" y="0"/>
                </a:cxn>
                <a:cxn ang="0">
                  <a:pos x="0" y="0"/>
                </a:cxn>
              </a:cxnLst>
              <a:pathLst>
                <a:path w="1232" h="2074">
                  <a:moveTo>
                    <a:pt x="0" y="0"/>
                  </a:moveTo>
                  <a:lnTo>
                    <a:pt x="1232" y="2074"/>
                  </a:lnTo>
                  <a:lnTo>
                    <a:pt x="1232" y="2038"/>
                  </a:lnTo>
                  <a:lnTo>
                    <a:pt x="42"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6181" name="任意多边形 6180"/>
            <p:cNvSpPr/>
            <p:nvPr/>
          </p:nvSpPr>
          <p:spPr>
            <a:xfrm>
              <a:off x="4694" y="0"/>
              <a:ext cx="1060" cy="1936"/>
            </a:xfrm>
            <a:custGeom>
              <a:avLst/>
              <a:gdLst/>
              <a:ahLst/>
              <a:cxnLst>
                <a:cxn ang="0">
                  <a:pos x="0" y="0"/>
                </a:cxn>
                <a:cxn ang="0">
                  <a:pos x="1060" y="1936"/>
                </a:cxn>
                <a:cxn ang="0">
                  <a:pos x="1060" y="1930"/>
                </a:cxn>
                <a:cxn ang="0">
                  <a:pos x="54" y="0"/>
                </a:cxn>
                <a:cxn ang="0">
                  <a:pos x="0" y="0"/>
                </a:cxn>
                <a:cxn ang="0">
                  <a:pos x="0" y="0"/>
                </a:cxn>
              </a:cxnLst>
              <a:pathLst>
                <a:path w="1058" h="1936">
                  <a:moveTo>
                    <a:pt x="0" y="0"/>
                  </a:moveTo>
                  <a:lnTo>
                    <a:pt x="1058" y="1936"/>
                  </a:lnTo>
                  <a:lnTo>
                    <a:pt x="1058" y="1930"/>
                  </a:lnTo>
                  <a:lnTo>
                    <a:pt x="54"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6182" name="任意多边形 6181"/>
            <p:cNvSpPr/>
            <p:nvPr/>
          </p:nvSpPr>
          <p:spPr>
            <a:xfrm>
              <a:off x="4981" y="0"/>
              <a:ext cx="773" cy="1487"/>
            </a:xfrm>
            <a:custGeom>
              <a:avLst/>
              <a:gdLst/>
              <a:ahLst/>
              <a:cxnLst>
                <a:cxn ang="0">
                  <a:pos x="773" y="1433"/>
                </a:cxn>
                <a:cxn ang="0">
                  <a:pos x="42" y="0"/>
                </a:cxn>
                <a:cxn ang="0">
                  <a:pos x="0" y="0"/>
                </a:cxn>
                <a:cxn ang="0">
                  <a:pos x="773" y="1487"/>
                </a:cxn>
                <a:cxn ang="0">
                  <a:pos x="773" y="1433"/>
                </a:cxn>
                <a:cxn ang="0">
                  <a:pos x="773" y="1433"/>
                </a:cxn>
              </a:cxnLst>
              <a:pathLst>
                <a:path w="771" h="1487">
                  <a:moveTo>
                    <a:pt x="771" y="1433"/>
                  </a:moveTo>
                  <a:lnTo>
                    <a:pt x="42" y="0"/>
                  </a:lnTo>
                  <a:lnTo>
                    <a:pt x="0" y="0"/>
                  </a:lnTo>
                  <a:lnTo>
                    <a:pt x="771" y="1487"/>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6183" name="组合 6182"/>
            <p:cNvGrpSpPr/>
            <p:nvPr userDrawn="1"/>
          </p:nvGrpSpPr>
          <p:grpSpPr>
            <a:xfrm>
              <a:off x="0" y="1632"/>
              <a:ext cx="5758" cy="1858"/>
              <a:chOff x="0" y="0"/>
              <a:chExt cx="5758" cy="1858"/>
            </a:xfrm>
          </p:grpSpPr>
          <p:sp>
            <p:nvSpPr>
              <p:cNvPr id="6184" name="任意多边形 6183"/>
              <p:cNvSpPr/>
              <p:nvPr/>
            </p:nvSpPr>
            <p:spPr>
              <a:xfrm>
                <a:off x="0" y="0"/>
                <a:ext cx="3670" cy="1313"/>
              </a:xfrm>
              <a:custGeom>
                <a:avLst/>
                <a:gdLst/>
                <a:ahLst/>
                <a:cxnLst>
                  <a:cxn ang="0">
                    <a:pos x="0" y="0"/>
                  </a:cxn>
                  <a:cxn ang="0">
                    <a:pos x="0" y="366"/>
                  </a:cxn>
                  <a:cxn ang="0">
                    <a:pos x="3645" y="1313"/>
                  </a:cxn>
                  <a:cxn ang="0">
                    <a:pos x="3657" y="1235"/>
                  </a:cxn>
                  <a:cxn ang="0">
                    <a:pos x="3670" y="1163"/>
                  </a:cxn>
                  <a:cxn ang="0">
                    <a:pos x="0" y="0"/>
                  </a:cxn>
                  <a:cxn ang="0">
                    <a:pos x="0" y="0"/>
                  </a:cxn>
                </a:cxnLst>
                <a:pathLst>
                  <a:path w="3659" h="1313">
                    <a:moveTo>
                      <a:pt x="0" y="0"/>
                    </a:moveTo>
                    <a:lnTo>
                      <a:pt x="0" y="366"/>
                    </a:lnTo>
                    <a:lnTo>
                      <a:pt x="3635" y="1313"/>
                    </a:lnTo>
                    <a:lnTo>
                      <a:pt x="3647" y="1235"/>
                    </a:lnTo>
                    <a:lnTo>
                      <a:pt x="3659" y="1163"/>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6185" name="任意多边形 6184"/>
              <p:cNvSpPr/>
              <p:nvPr/>
            </p:nvSpPr>
            <p:spPr>
              <a:xfrm>
                <a:off x="3646" y="1163"/>
                <a:ext cx="2112" cy="695"/>
              </a:xfrm>
              <a:custGeom>
                <a:avLst/>
                <a:gdLst/>
                <a:ahLst/>
                <a:cxnLst>
                  <a:cxn ang="0">
                    <a:pos x="2112" y="665"/>
                  </a:cxn>
                  <a:cxn ang="0">
                    <a:pos x="24" y="0"/>
                  </a:cxn>
                  <a:cxn ang="0">
                    <a:pos x="12" y="72"/>
                  </a:cxn>
                  <a:cxn ang="0">
                    <a:pos x="0" y="150"/>
                  </a:cxn>
                  <a:cxn ang="0">
                    <a:pos x="2112" y="695"/>
                  </a:cxn>
                  <a:cxn ang="0">
                    <a:pos x="2112" y="665"/>
                  </a:cxn>
                  <a:cxn ang="0">
                    <a:pos x="2112" y="665"/>
                  </a:cxn>
                </a:cxnLst>
                <a:pathLst>
                  <a:path w="2105" h="695">
                    <a:moveTo>
                      <a:pt x="2105" y="665"/>
                    </a:moveTo>
                    <a:lnTo>
                      <a:pt x="24" y="0"/>
                    </a:lnTo>
                    <a:lnTo>
                      <a:pt x="12" y="72"/>
                    </a:lnTo>
                    <a:lnTo>
                      <a:pt x="0" y="150"/>
                    </a:lnTo>
                    <a:lnTo>
                      <a:pt x="2105" y="69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6186" name="标题 6185"/>
          <p:cNvSpPr>
            <a:spLocks noGrp="1"/>
          </p:cNvSpPr>
          <p:nvPr>
            <p:ph type="title"/>
          </p:nvPr>
        </p:nvSpPr>
        <p:spPr>
          <a:xfrm>
            <a:off x="457200" y="208396"/>
            <a:ext cx="8229600" cy="85740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6187" name="文本占位符 6186"/>
          <p:cNvSpPr>
            <a:spLocks noGrp="1"/>
          </p:cNvSpPr>
          <p:nvPr>
            <p:ph type="body" idx="1"/>
          </p:nvPr>
        </p:nvSpPr>
        <p:spPr>
          <a:xfrm>
            <a:off x="457200" y="1200360"/>
            <a:ext cx="8229600" cy="3398638"/>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6188" name="日期占位符 6187"/>
          <p:cNvSpPr>
            <a:spLocks noGrp="1"/>
          </p:cNvSpPr>
          <p:nvPr>
            <p:ph type="dt" sz="half" idx="2"/>
          </p:nvPr>
        </p:nvSpPr>
        <p:spPr>
          <a:xfrm>
            <a:off x="457200" y="4683547"/>
            <a:ext cx="2133600" cy="342960"/>
          </a:xfrm>
          <a:prstGeom prst="rect">
            <a:avLst/>
          </a:prstGeom>
          <a:noFill/>
          <a:ln w="9525">
            <a:noFill/>
            <a:miter/>
          </a:ln>
        </p:spPr>
        <p:txBody>
          <a:bodyPr anchor="b"/>
          <a:lstStyle>
            <a:lvl1pPr>
              <a:defRPr sz="900" noProof="1" dirty="0">
                <a:cs typeface="+mn-ea"/>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6189" name="页脚占位符 6188"/>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noProof="1" dirty="0"/>
            </a:lvl1pPr>
          </a:lstStyle>
          <a:p>
            <a:pPr fontAlgn="base"/>
            <a:endParaRPr lang="zh-CN" altLang="en-US" strike="noStrike" noProof="1"/>
          </a:p>
        </p:txBody>
      </p:sp>
      <p:sp>
        <p:nvSpPr>
          <p:cNvPr id="6190" name="灯片编号占位符 6189"/>
          <p:cNvSpPr>
            <a:spLocks noGrp="1"/>
          </p:cNvSpPr>
          <p:nvPr>
            <p:ph type="sldNum" sz="quarter" idx="4"/>
          </p:nvPr>
        </p:nvSpPr>
        <p:spPr>
          <a:xfrm>
            <a:off x="6553200" y="4683547"/>
            <a:ext cx="2133600" cy="342960"/>
          </a:xfrm>
          <a:prstGeom prst="rect">
            <a:avLst/>
          </a:prstGeom>
          <a:noFill/>
          <a:ln w="9525">
            <a:noFill/>
            <a:miter/>
          </a:ln>
        </p:spPr>
        <p:txBody>
          <a:bodyPr vert="horz" wrap="square" lIns="91440" tIns="45720" rIns="91440" bIns="45720" numCol="1" anchor="b" anchorCtr="0" compatLnSpc="1"/>
          <a:lstStyle>
            <a:lvl1pPr algn="r">
              <a:defRPr sz="900"/>
            </a:lvl1pPr>
          </a:lstStyle>
          <a:p>
            <a:pPr fontAlgn="base"/>
            <a:fld id="{A4752407-AA4B-4189-89D5-7009A742A31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sldNum="0" hdr="0" ftr="0" dt="0"/>
  <p:txStyles>
    <p:titleStyle>
      <a:lvl1pPr algn="ctr" rtl="0" fontAlgn="base">
        <a:spcBef>
          <a:spcPct val="0"/>
        </a:spcBef>
        <a:spcAft>
          <a:spcPct val="0"/>
        </a:spcAft>
        <a:defRPr sz="3300" kern="1200">
          <a:solidFill>
            <a:schemeClr val="tx2"/>
          </a:solidFill>
          <a:effectLst>
            <a:outerShdw blurRad="38100" dist="38100" dir="2700000">
              <a:srgbClr val="C0C0C0"/>
            </a:outerShdw>
          </a:effectLst>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fontAlgn="base">
        <a:spcBef>
          <a:spcPct val="15000"/>
        </a:spcBef>
        <a:spcAft>
          <a:spcPct val="0"/>
        </a:spcAft>
        <a:buClr>
          <a:schemeClr val="hlink"/>
        </a:buClr>
        <a:buSzPct val="90000"/>
        <a:buFont typeface="Wingdings" panose="05000000000000000000" pitchFamily="2" charset="2"/>
        <a:buBlip>
          <a:blip r:embed="rId12"/>
        </a:buBlip>
        <a:defRPr sz="2400" kern="1200">
          <a:solidFill>
            <a:schemeClr val="tx1"/>
          </a:solidFill>
          <a:effectLst>
            <a:outerShdw blurRad="38100" dist="38100" dir="2700000">
              <a:srgbClr val="C0C0C0"/>
            </a:outerShdw>
          </a:effectLst>
          <a:latin typeface="+mn-lt"/>
          <a:ea typeface="+mn-ea"/>
          <a:cs typeface="+mn-cs"/>
        </a:defRPr>
      </a:lvl1pPr>
      <a:lvl2pPr marL="557530" lvl="1" indent="-214630" algn="l" rtl="0" fontAlgn="base">
        <a:spcBef>
          <a:spcPct val="15000"/>
        </a:spcBef>
        <a:spcAft>
          <a:spcPct val="0"/>
        </a:spcAft>
        <a:buFont typeface="Wingdings" panose="05000000000000000000" pitchFamily="2" charset="2"/>
        <a:buChar char="–"/>
        <a:defRPr sz="2100" kern="1200">
          <a:solidFill>
            <a:schemeClr val="tx1"/>
          </a:solidFill>
          <a:effectLst>
            <a:outerShdw blurRad="38100" dist="38100" dir="2700000">
              <a:srgbClr val="C0C0C0"/>
            </a:outerShdw>
          </a:effectLst>
          <a:latin typeface="+mn-lt"/>
          <a:ea typeface="+mn-ea"/>
          <a:cs typeface="+mn-cs"/>
        </a:defRPr>
      </a:lvl2pPr>
      <a:lvl3pPr marL="857250" lvl="2" indent="-171450" algn="l" rtl="0" fontAlgn="base">
        <a:spcBef>
          <a:spcPct val="15000"/>
        </a:spcBef>
        <a:spcAft>
          <a:spcPct val="0"/>
        </a:spcAft>
        <a:buClr>
          <a:schemeClr val="accent2"/>
        </a:buClr>
        <a:buSzPct val="90000"/>
        <a:buFont typeface="Wingdings" panose="05000000000000000000" pitchFamily="2" charset="2"/>
        <a:buBlip>
          <a:blip r:embed="rId13"/>
        </a:buBlip>
        <a:defRPr sz="1800" kern="1200">
          <a:solidFill>
            <a:schemeClr val="tx1"/>
          </a:solidFill>
          <a:effectLst>
            <a:outerShdw blurRad="38100" dist="38100" dir="2700000">
              <a:srgbClr val="C0C0C0"/>
            </a:outerShdw>
          </a:effectLst>
          <a:latin typeface="+mn-lt"/>
          <a:ea typeface="+mn-ea"/>
          <a:cs typeface="+mn-cs"/>
        </a:defRPr>
      </a:lvl3pPr>
      <a:lvl4pPr marL="1200150" lvl="3" indent="-171450" algn="l" rtl="0" fontAlgn="base">
        <a:spcBef>
          <a:spcPct val="15000"/>
        </a:spcBef>
        <a:spcAft>
          <a:spcPct val="0"/>
        </a:spcAft>
        <a:buFont typeface="Wingdings" panose="05000000000000000000" pitchFamily="2" charset="2"/>
        <a:buChar char="–"/>
        <a:defRPr sz="1500" kern="1200">
          <a:solidFill>
            <a:schemeClr val="tx1"/>
          </a:solidFill>
          <a:effectLst>
            <a:outerShdw blurRad="38100" dist="38100" dir="2700000">
              <a:srgbClr val="C0C0C0"/>
            </a:outerShdw>
          </a:effectLst>
          <a:latin typeface="+mn-lt"/>
          <a:ea typeface="+mn-ea"/>
          <a:cs typeface="+mn-cs"/>
        </a:defRPr>
      </a:lvl4pPr>
      <a:lvl5pPr marL="1543050" lvl="4" indent="-171450" algn="l" rtl="0" fontAlgn="base">
        <a:spcBef>
          <a:spcPct val="15000"/>
        </a:spcBef>
        <a:spcAft>
          <a:spcPct val="0"/>
        </a:spcAft>
        <a:buClr>
          <a:schemeClr val="folHlink"/>
        </a:buClr>
        <a:buSzPct val="90000"/>
        <a:buFont typeface="Wingdings" panose="05000000000000000000" pitchFamily="2" charset="2"/>
        <a:buBlip>
          <a:blip r:embed="rId14"/>
        </a:buBlip>
        <a:defRPr sz="1500" kern="120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7170" name="Rectangle 2"/>
          <p:cNvSpPr>
            <a:spLocks noGrp="1"/>
          </p:cNvSpPr>
          <p:nvPr>
            <p:ph type="title"/>
          </p:nvPr>
        </p:nvSpPr>
        <p:spPr>
          <a:xfrm>
            <a:off x="457200" y="206015"/>
            <a:ext cx="8229600" cy="857400"/>
          </a:xfrm>
          <a:prstGeom prst="rect">
            <a:avLst/>
          </a:prstGeom>
          <a:noFill/>
          <a:ln w="9525">
            <a:noFill/>
          </a:ln>
        </p:spPr>
        <p:txBody>
          <a:bodyPr wrap="square" lIns="91440" tIns="45720" rIns="91440" bIns="45720" anchor="ctr"/>
          <a:p>
            <a:pPr lvl="0"/>
            <a:r>
              <a:rPr lang="zh-CN" altLang="en-US"/>
              <a:t>单击此处编辑母版标题样式</a:t>
            </a:r>
            <a:endParaRPr lang="zh-CN" altLang="en-US"/>
          </a:p>
        </p:txBody>
      </p:sp>
      <p:sp>
        <p:nvSpPr>
          <p:cNvPr id="7171" name="Rectangle 3"/>
          <p:cNvSpPr>
            <a:spLocks noGrp="1"/>
          </p:cNvSpPr>
          <p:nvPr>
            <p:ph type="body"/>
          </p:nvPr>
        </p:nvSpPr>
        <p:spPr>
          <a:xfrm>
            <a:off x="457200" y="1200360"/>
            <a:ext cx="8229600" cy="3395066"/>
          </a:xfrm>
          <a:prstGeom prst="rect">
            <a:avLst/>
          </a:prstGeom>
          <a:noFill/>
          <a:ln w="9525">
            <a:noFill/>
          </a:ln>
        </p:spPr>
        <p:txBody>
          <a:bodyPr wrap="square" lIns="91440" tIns="45720" rIns="91440" bIns="45720"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8196"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noProof="1" dirty="0">
                <a:cs typeface="+mn-ea"/>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8197"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noProof="1" dirty="0"/>
            </a:lvl1pPr>
          </a:lstStyle>
          <a:p>
            <a:pPr fontAlgn="base"/>
            <a:endParaRPr lang="zh-CN" altLang="en-US" strike="noStrike" noProof="1"/>
          </a:p>
        </p:txBody>
      </p:sp>
      <p:sp>
        <p:nvSpPr>
          <p:cNvPr id="8198" name="Rectangle 6"/>
          <p:cNvSpPr>
            <a:spLocks noGrp="1"/>
          </p:cNvSpPr>
          <p:nvPr>
            <p:ph type="sldNum" sz="quarter" idx="4"/>
          </p:nvPr>
        </p:nvSpPr>
        <p:spPr>
          <a:xfrm>
            <a:off x="6553200" y="4684738"/>
            <a:ext cx="2133600" cy="357250"/>
          </a:xfrm>
          <a:prstGeom prst="rect">
            <a:avLst/>
          </a:prstGeom>
          <a:noFill/>
          <a:ln w="9525">
            <a:noFill/>
            <a:miter/>
          </a:ln>
        </p:spPr>
        <p:txBody>
          <a:bodyPr vert="horz" wrap="square" lIns="91440" tIns="45720" rIns="91440" bIns="45720" numCol="1" anchor="t" anchorCtr="0" compatLnSpc="1"/>
          <a:lstStyle>
            <a:lvl1pPr algn="r">
              <a:defRPr sz="1050"/>
            </a:lvl1pPr>
          </a:lstStyle>
          <a:p>
            <a:pPr fontAlgn="base"/>
            <a:fld id="{C464475E-55A7-4A41-8BB4-95894A472BB8}"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hf sldNum="0" hdr="0" ftr="0" dt="0"/>
  <p:txStyles>
    <p:titleStyle>
      <a:lvl1pPr algn="ctr" rtl="0" fontAlgn="base">
        <a:spcBef>
          <a:spcPct val="0"/>
        </a:spcBef>
        <a:spcAft>
          <a:spcPct val="0"/>
        </a:spcAft>
        <a:defRPr sz="33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8194" name="Rectangle 2"/>
          <p:cNvSpPr>
            <a:spLocks noGrp="1"/>
          </p:cNvSpPr>
          <p:nvPr>
            <p:ph type="title"/>
          </p:nvPr>
        </p:nvSpPr>
        <p:spPr>
          <a:xfrm>
            <a:off x="457200" y="206015"/>
            <a:ext cx="8229600" cy="857400"/>
          </a:xfrm>
          <a:prstGeom prst="rect">
            <a:avLst/>
          </a:prstGeom>
          <a:noFill/>
          <a:ln w="9525">
            <a:noFill/>
          </a:ln>
        </p:spPr>
        <p:txBody>
          <a:bodyPr wrap="square" lIns="91440" tIns="45720" rIns="91440" bIns="45720" anchor="ctr"/>
          <a:p>
            <a:pPr lvl="0"/>
            <a:r>
              <a:rPr lang="zh-CN" altLang="en-US"/>
              <a:t>单击此处编辑母版标题样式</a:t>
            </a:r>
            <a:endParaRPr lang="zh-CN" altLang="en-US"/>
          </a:p>
        </p:txBody>
      </p:sp>
      <p:sp>
        <p:nvSpPr>
          <p:cNvPr id="8195" name="Rectangle 3"/>
          <p:cNvSpPr>
            <a:spLocks noGrp="1"/>
          </p:cNvSpPr>
          <p:nvPr>
            <p:ph type="body"/>
          </p:nvPr>
        </p:nvSpPr>
        <p:spPr>
          <a:xfrm>
            <a:off x="457200" y="1200360"/>
            <a:ext cx="8229600" cy="3395066"/>
          </a:xfrm>
          <a:prstGeom prst="rect">
            <a:avLst/>
          </a:prstGeom>
          <a:noFill/>
          <a:ln w="9525">
            <a:noFill/>
          </a:ln>
        </p:spPr>
        <p:txBody>
          <a:bodyPr wrap="square" lIns="91440" tIns="45720" rIns="91440" bIns="45720"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9220"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noProof="1" dirty="0">
                <a:cs typeface="+mn-ea"/>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9221"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noProof="1" dirty="0"/>
            </a:lvl1pPr>
          </a:lstStyle>
          <a:p>
            <a:pPr fontAlgn="base"/>
            <a:endParaRPr lang="zh-CN" altLang="en-US" strike="noStrike" noProof="1"/>
          </a:p>
        </p:txBody>
      </p:sp>
      <p:sp>
        <p:nvSpPr>
          <p:cNvPr id="9222" name="Rectangle 6"/>
          <p:cNvSpPr>
            <a:spLocks noGrp="1"/>
          </p:cNvSpPr>
          <p:nvPr>
            <p:ph type="sldNum" sz="quarter" idx="4"/>
          </p:nvPr>
        </p:nvSpPr>
        <p:spPr>
          <a:xfrm>
            <a:off x="6553200" y="4684738"/>
            <a:ext cx="2133600" cy="357250"/>
          </a:xfrm>
          <a:prstGeom prst="rect">
            <a:avLst/>
          </a:prstGeom>
          <a:noFill/>
          <a:ln w="9525">
            <a:noFill/>
            <a:miter/>
          </a:ln>
        </p:spPr>
        <p:txBody>
          <a:bodyPr vert="horz" wrap="square" lIns="91440" tIns="45720" rIns="91440" bIns="45720" numCol="1" anchor="t" anchorCtr="0" compatLnSpc="1"/>
          <a:lstStyle>
            <a:lvl1pPr algn="r">
              <a:defRPr sz="1050"/>
            </a:lvl1pPr>
          </a:lstStyle>
          <a:p>
            <a:pPr fontAlgn="base"/>
            <a:fld id="{BA215DF0-85EB-4313-A869-BC054D761F21}"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hf sldNum="0" hdr="0" ftr="0" dt="0"/>
  <p:txStyles>
    <p:titleStyle>
      <a:lvl1pPr algn="ctr" rtl="0" fontAlgn="base">
        <a:spcBef>
          <a:spcPct val="0"/>
        </a:spcBef>
        <a:spcAft>
          <a:spcPct val="0"/>
        </a:spcAft>
        <a:defRPr sz="33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9218" name="组合 10241"/>
          <p:cNvGrpSpPr/>
          <p:nvPr/>
        </p:nvGrpSpPr>
        <p:grpSpPr>
          <a:xfrm>
            <a:off x="0" y="0"/>
            <a:ext cx="9144000" cy="5143209"/>
            <a:chOff x="0" y="0"/>
            <a:chExt cx="5760" cy="4319"/>
          </a:xfrm>
        </p:grpSpPr>
        <p:sp>
          <p:nvSpPr>
            <p:cNvPr id="9219" name="任意多边形 10242"/>
            <p:cNvSpPr/>
            <p:nvPr/>
          </p:nvSpPr>
          <p:spPr>
            <a:xfrm>
              <a:off x="0" y="12"/>
              <a:ext cx="5758" cy="3273"/>
            </a:xfrm>
            <a:custGeom>
              <a:avLst/>
              <a:gdLst/>
              <a:ahLst/>
              <a:cxnLst>
                <a:cxn ang="0">
                  <a:pos x="3203" y="1816"/>
                </a:cxn>
                <a:cxn ang="0">
                  <a:pos x="0" y="0"/>
                </a:cxn>
                <a:cxn ang="0">
                  <a:pos x="0" y="522"/>
                </a:cxn>
                <a:cxn ang="0">
                  <a:pos x="3046" y="1978"/>
                </a:cxn>
                <a:cxn ang="0">
                  <a:pos x="5758" y="3273"/>
                </a:cxn>
                <a:cxn ang="0">
                  <a:pos x="5758" y="3267"/>
                </a:cxn>
                <a:cxn ang="0">
                  <a:pos x="3203" y="1816"/>
                </a:cxn>
                <a:cxn ang="0">
                  <a:pos x="3203" y="1816"/>
                </a:cxn>
              </a:cxnLst>
              <a:pathLst>
                <a:path w="5740" h="3273">
                  <a:moveTo>
                    <a:pt x="3193" y="1816"/>
                  </a:moveTo>
                  <a:lnTo>
                    <a:pt x="0" y="0"/>
                  </a:lnTo>
                  <a:lnTo>
                    <a:pt x="0" y="522"/>
                  </a:lnTo>
                  <a:lnTo>
                    <a:pt x="3037" y="1978"/>
                  </a:lnTo>
                  <a:lnTo>
                    <a:pt x="5740" y="3273"/>
                  </a:lnTo>
                  <a:lnTo>
                    <a:pt x="5740" y="3267"/>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9220" name="任意多边形 10243"/>
            <p:cNvSpPr/>
            <p:nvPr/>
          </p:nvSpPr>
          <p:spPr>
            <a:xfrm>
              <a:off x="149" y="0"/>
              <a:ext cx="5609" cy="3243"/>
            </a:xfrm>
            <a:custGeom>
              <a:avLst/>
              <a:gdLst/>
              <a:ahLst/>
              <a:cxnLst>
                <a:cxn ang="0">
                  <a:pos x="3173" y="1714"/>
                </a:cxn>
                <a:cxn ang="0">
                  <a:pos x="432" y="0"/>
                </a:cxn>
                <a:cxn ang="0">
                  <a:pos x="0" y="0"/>
                </a:cxn>
                <a:cxn ang="0">
                  <a:pos x="3095" y="1786"/>
                </a:cxn>
                <a:cxn ang="0">
                  <a:pos x="5609" y="3243"/>
                </a:cxn>
                <a:cxn ang="0">
                  <a:pos x="5609" y="3237"/>
                </a:cxn>
                <a:cxn ang="0">
                  <a:pos x="3173" y="1714"/>
                </a:cxn>
                <a:cxn ang="0">
                  <a:pos x="3173" y="1714"/>
                </a:cxn>
              </a:cxnLst>
              <a:pathLst>
                <a:path w="5591" h="3243">
                  <a:moveTo>
                    <a:pt x="3163" y="1714"/>
                  </a:moveTo>
                  <a:lnTo>
                    <a:pt x="431" y="0"/>
                  </a:lnTo>
                  <a:lnTo>
                    <a:pt x="0" y="0"/>
                  </a:lnTo>
                  <a:lnTo>
                    <a:pt x="3086" y="1786"/>
                  </a:lnTo>
                  <a:lnTo>
                    <a:pt x="5591" y="3243"/>
                  </a:lnTo>
                  <a:lnTo>
                    <a:pt x="5591" y="3237"/>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9221" name="任意多边形 10244"/>
            <p:cNvSpPr/>
            <p:nvPr/>
          </p:nvSpPr>
          <p:spPr>
            <a:xfrm>
              <a:off x="0" y="3433"/>
              <a:ext cx="4038" cy="191"/>
            </a:xfrm>
            <a:custGeom>
              <a:avLst/>
              <a:gdLst/>
              <a:ahLst/>
              <a:cxnLst>
                <a:cxn ang="0">
                  <a:pos x="0" y="155"/>
                </a:cxn>
                <a:cxn ang="0">
                  <a:pos x="4038" y="191"/>
                </a:cxn>
                <a:cxn ang="0">
                  <a:pos x="4038" y="143"/>
                </a:cxn>
                <a:cxn ang="0">
                  <a:pos x="0" y="0"/>
                </a:cxn>
                <a:cxn ang="0">
                  <a:pos x="0" y="155"/>
                </a:cxn>
                <a:cxn ang="0">
                  <a:pos x="0" y="155"/>
                </a:cxn>
              </a:cxnLst>
              <a:pathLst>
                <a:path w="4042" h="192">
                  <a:moveTo>
                    <a:pt x="0" y="156"/>
                  </a:moveTo>
                  <a:lnTo>
                    <a:pt x="4042" y="192"/>
                  </a:lnTo>
                  <a:lnTo>
                    <a:pt x="4042" y="144"/>
                  </a:lnTo>
                  <a:lnTo>
                    <a:pt x="0" y="0"/>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9222" name="任意多边形 10245"/>
            <p:cNvSpPr/>
            <p:nvPr/>
          </p:nvSpPr>
          <p:spPr>
            <a:xfrm>
              <a:off x="4038" y="3577"/>
              <a:ext cx="1720" cy="65"/>
            </a:xfrm>
            <a:custGeom>
              <a:avLst/>
              <a:gdLst/>
              <a:ahLst/>
              <a:cxnLst>
                <a:cxn ang="0">
                  <a:pos x="1720" y="65"/>
                </a:cxn>
                <a:cxn ang="0">
                  <a:pos x="1720" y="59"/>
                </a:cxn>
                <a:cxn ang="0">
                  <a:pos x="0" y="0"/>
                </a:cxn>
                <a:cxn ang="0">
                  <a:pos x="0" y="47"/>
                </a:cxn>
                <a:cxn ang="0">
                  <a:pos x="1720" y="65"/>
                </a:cxn>
                <a:cxn ang="0">
                  <a:pos x="1720" y="65"/>
                </a:cxn>
              </a:cxnLst>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9223" name="任意多边形 10246"/>
            <p:cNvSpPr/>
            <p:nvPr/>
          </p:nvSpPr>
          <p:spPr>
            <a:xfrm>
              <a:off x="0" y="3726"/>
              <a:ext cx="4784" cy="329"/>
            </a:xfrm>
            <a:custGeom>
              <a:avLst/>
              <a:gdLst/>
              <a:ahLst/>
              <a:cxnLst>
                <a:cxn ang="0">
                  <a:pos x="0" y="329"/>
                </a:cxn>
                <a:cxn ang="0">
                  <a:pos x="4784" y="77"/>
                </a:cxn>
                <a:cxn ang="0">
                  <a:pos x="4784" y="0"/>
                </a:cxn>
                <a:cxn ang="0">
                  <a:pos x="0" y="107"/>
                </a:cxn>
                <a:cxn ang="0">
                  <a:pos x="0" y="329"/>
                </a:cxn>
                <a:cxn ang="0">
                  <a:pos x="0" y="329"/>
                </a:cxn>
              </a:cxnLst>
              <a:pathLst>
                <a:path w="4789" h="329">
                  <a:moveTo>
                    <a:pt x="0" y="329"/>
                  </a:moveTo>
                  <a:lnTo>
                    <a:pt x="4789" y="77"/>
                  </a:lnTo>
                  <a:lnTo>
                    <a:pt x="4789" y="0"/>
                  </a:lnTo>
                  <a:lnTo>
                    <a:pt x="0" y="107"/>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9224" name="任意多边形 10247"/>
            <p:cNvSpPr/>
            <p:nvPr/>
          </p:nvSpPr>
          <p:spPr>
            <a:xfrm>
              <a:off x="4784" y="3702"/>
              <a:ext cx="974" cy="101"/>
            </a:xfrm>
            <a:custGeom>
              <a:avLst/>
              <a:gdLst/>
              <a:ahLst/>
              <a:cxnLst>
                <a:cxn ang="0">
                  <a:pos x="974" y="48"/>
                </a:cxn>
                <a:cxn ang="0">
                  <a:pos x="974" y="0"/>
                </a:cxn>
                <a:cxn ang="0">
                  <a:pos x="0" y="24"/>
                </a:cxn>
                <a:cxn ang="0">
                  <a:pos x="0" y="101"/>
                </a:cxn>
                <a:cxn ang="0">
                  <a:pos x="974" y="48"/>
                </a:cxn>
                <a:cxn ang="0">
                  <a:pos x="974" y="48"/>
                </a:cxn>
              </a:cxnLst>
              <a:pathLst>
                <a:path w="975" h="101">
                  <a:moveTo>
                    <a:pt x="975" y="48"/>
                  </a:moveTo>
                  <a:lnTo>
                    <a:pt x="975" y="0"/>
                  </a:lnTo>
                  <a:lnTo>
                    <a:pt x="0" y="24"/>
                  </a:lnTo>
                  <a:lnTo>
                    <a:pt x="0" y="101"/>
                  </a:lnTo>
                  <a:lnTo>
                    <a:pt x="975" y="48"/>
                  </a:lnTo>
                  <a:close/>
                </a:path>
              </a:pathLst>
            </a:custGeom>
            <a:solidFill>
              <a:schemeClr val="bg1"/>
            </a:solidFill>
            <a:ln w="9525">
              <a:noFill/>
            </a:ln>
          </p:spPr>
          <p:txBody>
            <a:bodyPr/>
            <a:p>
              <a:endParaRPr lang="en-US" sz="100"/>
            </a:p>
          </p:txBody>
        </p:sp>
        <p:sp>
          <p:nvSpPr>
            <p:cNvPr id="9225" name="任意多边形 10248"/>
            <p:cNvSpPr/>
            <p:nvPr/>
          </p:nvSpPr>
          <p:spPr>
            <a:xfrm>
              <a:off x="3619" y="3815"/>
              <a:ext cx="2139" cy="198"/>
            </a:xfrm>
            <a:custGeom>
              <a:avLst/>
              <a:gdLst/>
              <a:ahLst/>
              <a:cxnLst>
                <a:cxn ang="0">
                  <a:pos x="2139" y="0"/>
                </a:cxn>
                <a:cxn ang="0">
                  <a:pos x="0" y="156"/>
                </a:cxn>
                <a:cxn ang="0">
                  <a:pos x="0" y="198"/>
                </a:cxn>
                <a:cxn ang="0">
                  <a:pos x="2139" y="0"/>
                </a:cxn>
                <a:cxn ang="0">
                  <a:pos x="2139" y="0"/>
                </a:cxn>
              </a:cxnLst>
              <a:pathLst>
                <a:path w="2141" h="198">
                  <a:moveTo>
                    <a:pt x="2141" y="0"/>
                  </a:moveTo>
                  <a:lnTo>
                    <a:pt x="0" y="156"/>
                  </a:lnTo>
                  <a:lnTo>
                    <a:pt x="0" y="198"/>
                  </a:lnTo>
                  <a:lnTo>
                    <a:pt x="2141" y="0"/>
                  </a:lnTo>
                  <a:close/>
                </a:path>
              </a:pathLst>
            </a:custGeom>
            <a:solidFill>
              <a:schemeClr val="bg1"/>
            </a:solidFill>
            <a:ln w="9525">
              <a:noFill/>
            </a:ln>
          </p:spPr>
          <p:txBody>
            <a:bodyPr/>
            <a:p>
              <a:endParaRPr lang="en-US" sz="100"/>
            </a:p>
          </p:txBody>
        </p:sp>
        <p:sp>
          <p:nvSpPr>
            <p:cNvPr id="9226" name="任意多边形 10249"/>
            <p:cNvSpPr/>
            <p:nvPr/>
          </p:nvSpPr>
          <p:spPr>
            <a:xfrm>
              <a:off x="0" y="3971"/>
              <a:ext cx="3619" cy="348"/>
            </a:xfrm>
            <a:custGeom>
              <a:avLst/>
              <a:gdLst/>
              <a:ahLst/>
              <a:cxnLst>
                <a:cxn ang="0">
                  <a:pos x="0" y="348"/>
                </a:cxn>
                <a:cxn ang="0">
                  <a:pos x="310" y="348"/>
                </a:cxn>
                <a:cxn ang="0">
                  <a:pos x="3619" y="42"/>
                </a:cxn>
                <a:cxn ang="0">
                  <a:pos x="3619" y="0"/>
                </a:cxn>
                <a:cxn ang="0">
                  <a:pos x="0" y="264"/>
                </a:cxn>
                <a:cxn ang="0">
                  <a:pos x="0" y="348"/>
                </a:cxn>
                <a:cxn ang="0">
                  <a:pos x="0" y="348"/>
                </a:cxn>
              </a:cxnLst>
              <a:pathLst>
                <a:path w="3623" h="348">
                  <a:moveTo>
                    <a:pt x="0" y="348"/>
                  </a:moveTo>
                  <a:lnTo>
                    <a:pt x="311" y="348"/>
                  </a:lnTo>
                  <a:lnTo>
                    <a:pt x="3623" y="42"/>
                  </a:lnTo>
                  <a:lnTo>
                    <a:pt x="3623" y="0"/>
                  </a:lnTo>
                  <a:lnTo>
                    <a:pt x="0" y="264"/>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9227" name="任意多边形 10250"/>
            <p:cNvSpPr/>
            <p:nvPr/>
          </p:nvSpPr>
          <p:spPr>
            <a:xfrm>
              <a:off x="2097" y="4043"/>
              <a:ext cx="2514" cy="276"/>
            </a:xfrm>
            <a:custGeom>
              <a:avLst/>
              <a:gdLst/>
              <a:ahLst/>
              <a:cxnLst>
                <a:cxn ang="0">
                  <a:pos x="2179" y="276"/>
                </a:cxn>
                <a:cxn ang="0">
                  <a:pos x="2514" y="204"/>
                </a:cxn>
                <a:cxn ang="0">
                  <a:pos x="2257" y="0"/>
                </a:cxn>
                <a:cxn ang="0">
                  <a:pos x="0" y="276"/>
                </a:cxn>
                <a:cxn ang="0">
                  <a:pos x="2179" y="276"/>
                </a:cxn>
                <a:cxn ang="0">
                  <a:pos x="2179" y="276"/>
                </a:cxn>
              </a:cxnLst>
              <a:pathLst>
                <a:path w="2517" h="276">
                  <a:moveTo>
                    <a:pt x="2182" y="276"/>
                  </a:moveTo>
                  <a:lnTo>
                    <a:pt x="2517" y="204"/>
                  </a:lnTo>
                  <a:lnTo>
                    <a:pt x="2260" y="0"/>
                  </a:lnTo>
                  <a:lnTo>
                    <a:pt x="0" y="276"/>
                  </a:lnTo>
                  <a:lnTo>
                    <a:pt x="2182" y="276"/>
                  </a:lnTo>
                  <a:close/>
                </a:path>
              </a:pathLst>
            </a:custGeom>
            <a:solidFill>
              <a:schemeClr val="bg1"/>
            </a:solidFill>
            <a:ln w="9525">
              <a:noFill/>
            </a:ln>
          </p:spPr>
          <p:txBody>
            <a:bodyPr/>
            <a:p>
              <a:endParaRPr lang="en-US" sz="100"/>
            </a:p>
          </p:txBody>
        </p:sp>
        <p:sp>
          <p:nvSpPr>
            <p:cNvPr id="9228" name="任意多边形 10251"/>
            <p:cNvSpPr/>
            <p:nvPr/>
          </p:nvSpPr>
          <p:spPr>
            <a:xfrm>
              <a:off x="4354" y="3869"/>
              <a:ext cx="1404" cy="378"/>
            </a:xfrm>
            <a:custGeom>
              <a:avLst/>
              <a:gdLst/>
              <a:ahLst/>
              <a:cxnLst>
                <a:cxn ang="0">
                  <a:pos x="1404" y="126"/>
                </a:cxn>
                <a:cxn ang="0">
                  <a:pos x="1404" y="0"/>
                </a:cxn>
                <a:cxn ang="0">
                  <a:pos x="0" y="174"/>
                </a:cxn>
                <a:cxn ang="0">
                  <a:pos x="256" y="378"/>
                </a:cxn>
                <a:cxn ang="0">
                  <a:pos x="1404" y="126"/>
                </a:cxn>
                <a:cxn ang="0">
                  <a:pos x="1404" y="126"/>
                </a:cxn>
              </a:cxnLst>
              <a:pathLst>
                <a:path w="1405" h="378">
                  <a:moveTo>
                    <a:pt x="1405" y="126"/>
                  </a:moveTo>
                  <a:lnTo>
                    <a:pt x="1405" y="0"/>
                  </a:lnTo>
                  <a:lnTo>
                    <a:pt x="0" y="174"/>
                  </a:lnTo>
                  <a:lnTo>
                    <a:pt x="257" y="378"/>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9229" name="任意多边形 10252"/>
            <p:cNvSpPr/>
            <p:nvPr/>
          </p:nvSpPr>
          <p:spPr>
            <a:xfrm>
              <a:off x="5030" y="3151"/>
              <a:ext cx="728" cy="240"/>
            </a:xfrm>
            <a:custGeom>
              <a:avLst/>
              <a:gdLst/>
              <a:ahLst/>
              <a:cxnLst>
                <a:cxn ang="0">
                  <a:pos x="728" y="240"/>
                </a:cxn>
                <a:cxn ang="0">
                  <a:pos x="0" y="0"/>
                </a:cxn>
                <a:cxn ang="0">
                  <a:pos x="0" y="6"/>
                </a:cxn>
                <a:cxn ang="0">
                  <a:pos x="728" y="240"/>
                </a:cxn>
                <a:cxn ang="0">
                  <a:pos x="728" y="240"/>
                </a:cxn>
              </a:cxnLst>
              <a:pathLst>
                <a:path w="729" h="240">
                  <a:moveTo>
                    <a:pt x="729" y="240"/>
                  </a:moveTo>
                  <a:lnTo>
                    <a:pt x="0" y="0"/>
                  </a:lnTo>
                  <a:lnTo>
                    <a:pt x="0" y="6"/>
                  </a:lnTo>
                  <a:lnTo>
                    <a:pt x="729" y="240"/>
                  </a:lnTo>
                  <a:close/>
                </a:path>
              </a:pathLst>
            </a:custGeom>
            <a:solidFill>
              <a:schemeClr val="bg1"/>
            </a:solidFill>
            <a:ln w="9525">
              <a:noFill/>
            </a:ln>
          </p:spPr>
          <p:txBody>
            <a:bodyPr/>
            <a:p>
              <a:endParaRPr lang="en-US" sz="100"/>
            </a:p>
          </p:txBody>
        </p:sp>
        <p:sp>
          <p:nvSpPr>
            <p:cNvPr id="9230" name="任意多边形 10253"/>
            <p:cNvSpPr/>
            <p:nvPr/>
          </p:nvSpPr>
          <p:spPr>
            <a:xfrm>
              <a:off x="0" y="1486"/>
              <a:ext cx="5030" cy="1671"/>
            </a:xfrm>
            <a:custGeom>
              <a:avLst/>
              <a:gdLst/>
              <a:ahLst/>
              <a:cxnLst>
                <a:cxn ang="0">
                  <a:pos x="0" y="71"/>
                </a:cxn>
                <a:cxn ang="0">
                  <a:pos x="5030" y="1671"/>
                </a:cxn>
                <a:cxn ang="0">
                  <a:pos x="5030" y="1665"/>
                </a:cxn>
                <a:cxn ang="0">
                  <a:pos x="0" y="0"/>
                </a:cxn>
                <a:cxn ang="0">
                  <a:pos x="0" y="71"/>
                </a:cxn>
                <a:cxn ang="0">
                  <a:pos x="0" y="71"/>
                </a:cxn>
              </a:cxnLst>
              <a:pathLst>
                <a:path w="5035" h="1672">
                  <a:moveTo>
                    <a:pt x="0" y="72"/>
                  </a:moveTo>
                  <a:lnTo>
                    <a:pt x="5035" y="1672"/>
                  </a:lnTo>
                  <a:lnTo>
                    <a:pt x="5035" y="1666"/>
                  </a:lnTo>
                  <a:lnTo>
                    <a:pt x="0" y="0"/>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9231" name="任意多边形 10254"/>
            <p:cNvSpPr/>
            <p:nvPr/>
          </p:nvSpPr>
          <p:spPr>
            <a:xfrm>
              <a:off x="5030" y="3049"/>
              <a:ext cx="728" cy="318"/>
            </a:xfrm>
            <a:custGeom>
              <a:avLst/>
              <a:gdLst/>
              <a:ahLst/>
              <a:cxnLst>
                <a:cxn ang="0">
                  <a:pos x="728" y="318"/>
                </a:cxn>
                <a:cxn ang="0">
                  <a:pos x="728" y="312"/>
                </a:cxn>
                <a:cxn ang="0">
                  <a:pos x="0" y="0"/>
                </a:cxn>
                <a:cxn ang="0">
                  <a:pos x="0" y="54"/>
                </a:cxn>
                <a:cxn ang="0">
                  <a:pos x="728" y="318"/>
                </a:cxn>
                <a:cxn ang="0">
                  <a:pos x="728" y="318"/>
                </a:cxn>
              </a:cxnLst>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9232" name="任意多边形 10255"/>
            <p:cNvSpPr/>
            <p:nvPr/>
          </p:nvSpPr>
          <p:spPr>
            <a:xfrm>
              <a:off x="0" y="916"/>
              <a:ext cx="5030" cy="2187"/>
            </a:xfrm>
            <a:custGeom>
              <a:avLst/>
              <a:gdLst/>
              <a:ahLst/>
              <a:cxnLst>
                <a:cxn ang="0">
                  <a:pos x="0" y="395"/>
                </a:cxn>
                <a:cxn ang="0">
                  <a:pos x="5030" y="2187"/>
                </a:cxn>
                <a:cxn ang="0">
                  <a:pos x="5030" y="2133"/>
                </a:cxn>
                <a:cxn ang="0">
                  <a:pos x="0" y="0"/>
                </a:cxn>
                <a:cxn ang="0">
                  <a:pos x="0" y="395"/>
                </a:cxn>
                <a:cxn ang="0">
                  <a:pos x="0" y="395"/>
                </a:cxn>
              </a:cxnLst>
              <a:pathLst>
                <a:path w="5035" h="2188">
                  <a:moveTo>
                    <a:pt x="0" y="396"/>
                  </a:moveTo>
                  <a:lnTo>
                    <a:pt x="5035" y="2188"/>
                  </a:lnTo>
                  <a:lnTo>
                    <a:pt x="5035" y="2134"/>
                  </a:lnTo>
                  <a:lnTo>
                    <a:pt x="0" y="0"/>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9233" name="任意多边形 10256"/>
            <p:cNvSpPr/>
            <p:nvPr/>
          </p:nvSpPr>
          <p:spPr>
            <a:xfrm>
              <a:off x="2294" y="0"/>
              <a:ext cx="3159" cy="2725"/>
            </a:xfrm>
            <a:custGeom>
              <a:avLst/>
              <a:gdLst/>
              <a:ahLst/>
              <a:cxnLst>
                <a:cxn ang="0">
                  <a:pos x="0" y="0"/>
                </a:cxn>
                <a:cxn ang="0">
                  <a:pos x="3141" y="2725"/>
                </a:cxn>
                <a:cxn ang="0">
                  <a:pos x="3159" y="2702"/>
                </a:cxn>
                <a:cxn ang="0">
                  <a:pos x="101" y="0"/>
                </a:cxn>
                <a:cxn ang="0">
                  <a:pos x="0" y="0"/>
                </a:cxn>
                <a:cxn ang="0">
                  <a:pos x="0" y="0"/>
                </a:cxn>
              </a:cxnLst>
              <a:pathLst>
                <a:path w="3163" h="2727">
                  <a:moveTo>
                    <a:pt x="0" y="0"/>
                  </a:moveTo>
                  <a:lnTo>
                    <a:pt x="3145" y="2727"/>
                  </a:lnTo>
                  <a:lnTo>
                    <a:pt x="3163" y="2704"/>
                  </a:lnTo>
                  <a:lnTo>
                    <a:pt x="102"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9234" name="任意多边形 10257"/>
            <p:cNvSpPr/>
            <p:nvPr/>
          </p:nvSpPr>
          <p:spPr>
            <a:xfrm>
              <a:off x="5435" y="2702"/>
              <a:ext cx="323" cy="299"/>
            </a:xfrm>
            <a:custGeom>
              <a:avLst/>
              <a:gdLst/>
              <a:ahLst/>
              <a:cxnLst>
                <a:cxn ang="0">
                  <a:pos x="323" y="299"/>
                </a:cxn>
                <a:cxn ang="0">
                  <a:pos x="323" y="263"/>
                </a:cxn>
                <a:cxn ang="0">
                  <a:pos x="18" y="0"/>
                </a:cxn>
                <a:cxn ang="0">
                  <a:pos x="0" y="23"/>
                </a:cxn>
                <a:cxn ang="0">
                  <a:pos x="323" y="299"/>
                </a:cxn>
                <a:cxn ang="0">
                  <a:pos x="323" y="299"/>
                </a:cxn>
              </a:cxnLst>
              <a:pathLst>
                <a:path w="323" h="299">
                  <a:moveTo>
                    <a:pt x="323" y="299"/>
                  </a:moveTo>
                  <a:lnTo>
                    <a:pt x="323" y="263"/>
                  </a:lnTo>
                  <a:lnTo>
                    <a:pt x="18" y="0"/>
                  </a:lnTo>
                  <a:lnTo>
                    <a:pt x="0" y="23"/>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9235" name="任意多边形 10258"/>
            <p:cNvSpPr/>
            <p:nvPr/>
          </p:nvSpPr>
          <p:spPr>
            <a:xfrm>
              <a:off x="5477" y="2588"/>
              <a:ext cx="281" cy="335"/>
            </a:xfrm>
            <a:custGeom>
              <a:avLst/>
              <a:gdLst/>
              <a:ahLst/>
              <a:cxnLst>
                <a:cxn ang="0">
                  <a:pos x="281" y="335"/>
                </a:cxn>
                <a:cxn ang="0">
                  <a:pos x="281" y="173"/>
                </a:cxn>
                <a:cxn ang="0">
                  <a:pos x="96" y="0"/>
                </a:cxn>
                <a:cxn ang="0">
                  <a:pos x="0" y="90"/>
                </a:cxn>
                <a:cxn ang="0">
                  <a:pos x="281" y="335"/>
                </a:cxn>
                <a:cxn ang="0">
                  <a:pos x="281" y="335"/>
                </a:cxn>
              </a:cxnLst>
              <a:pathLst>
                <a:path w="281" h="335">
                  <a:moveTo>
                    <a:pt x="281" y="335"/>
                  </a:moveTo>
                  <a:lnTo>
                    <a:pt x="281" y="173"/>
                  </a:lnTo>
                  <a:lnTo>
                    <a:pt x="96" y="0"/>
                  </a:lnTo>
                  <a:lnTo>
                    <a:pt x="0" y="90"/>
                  </a:lnTo>
                  <a:lnTo>
                    <a:pt x="281" y="335"/>
                  </a:lnTo>
                  <a:close/>
                </a:path>
              </a:pathLst>
            </a:custGeom>
            <a:solidFill>
              <a:schemeClr val="bg1"/>
            </a:solidFill>
            <a:ln w="9525">
              <a:noFill/>
            </a:ln>
          </p:spPr>
          <p:txBody>
            <a:bodyPr/>
            <a:p>
              <a:endParaRPr lang="en-US" sz="100"/>
            </a:p>
          </p:txBody>
        </p:sp>
        <p:sp>
          <p:nvSpPr>
            <p:cNvPr id="9236" name="任意多边形 10259"/>
            <p:cNvSpPr/>
            <p:nvPr/>
          </p:nvSpPr>
          <p:spPr>
            <a:xfrm>
              <a:off x="2454" y="0"/>
              <a:ext cx="3119" cy="2678"/>
            </a:xfrm>
            <a:custGeom>
              <a:avLst/>
              <a:gdLst/>
              <a:ahLst/>
              <a:cxnLst>
                <a:cxn ang="0">
                  <a:pos x="0" y="0"/>
                </a:cxn>
                <a:cxn ang="0">
                  <a:pos x="3023" y="2678"/>
                </a:cxn>
                <a:cxn ang="0">
                  <a:pos x="3119" y="2588"/>
                </a:cxn>
                <a:cxn ang="0">
                  <a:pos x="382" y="0"/>
                </a:cxn>
                <a:cxn ang="0">
                  <a:pos x="0" y="0"/>
                </a:cxn>
                <a:cxn ang="0">
                  <a:pos x="0" y="0"/>
                </a:cxn>
              </a:cxnLst>
              <a:pathLst>
                <a:path w="3122" h="2680">
                  <a:moveTo>
                    <a:pt x="0" y="0"/>
                  </a:moveTo>
                  <a:lnTo>
                    <a:pt x="3026" y="2680"/>
                  </a:lnTo>
                  <a:lnTo>
                    <a:pt x="3122" y="2590"/>
                  </a:lnTo>
                  <a:lnTo>
                    <a:pt x="383"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9237" name="任意多边形 10260"/>
            <p:cNvSpPr/>
            <p:nvPr/>
          </p:nvSpPr>
          <p:spPr>
            <a:xfrm>
              <a:off x="5626" y="2534"/>
              <a:ext cx="132" cy="132"/>
            </a:xfrm>
            <a:custGeom>
              <a:avLst/>
              <a:gdLst/>
              <a:ahLst/>
              <a:cxnLst>
                <a:cxn ang="0">
                  <a:pos x="132" y="132"/>
                </a:cxn>
                <a:cxn ang="0">
                  <a:pos x="0" y="0"/>
                </a:cxn>
                <a:cxn ang="0">
                  <a:pos x="0" y="0"/>
                </a:cxn>
                <a:cxn ang="0">
                  <a:pos x="132" y="132"/>
                </a:cxn>
                <a:cxn ang="0">
                  <a:pos x="132" y="132"/>
                </a:cxn>
              </a:cxnLst>
              <a:pathLst>
                <a:path w="132" h="132">
                  <a:moveTo>
                    <a:pt x="132" y="132"/>
                  </a:moveTo>
                  <a:lnTo>
                    <a:pt x="0" y="0"/>
                  </a:lnTo>
                  <a:lnTo>
                    <a:pt x="132" y="132"/>
                  </a:lnTo>
                  <a:close/>
                </a:path>
              </a:pathLst>
            </a:custGeom>
            <a:solidFill>
              <a:srgbClr val="FF9999"/>
            </a:solidFill>
            <a:ln w="9525">
              <a:noFill/>
            </a:ln>
          </p:spPr>
          <p:txBody>
            <a:bodyPr/>
            <a:p>
              <a:endParaRPr lang="en-US" sz="100"/>
            </a:p>
          </p:txBody>
        </p:sp>
        <p:sp>
          <p:nvSpPr>
            <p:cNvPr id="9238" name="任意多边形 10261"/>
            <p:cNvSpPr/>
            <p:nvPr/>
          </p:nvSpPr>
          <p:spPr>
            <a:xfrm>
              <a:off x="3112" y="0"/>
              <a:ext cx="2514" cy="2534"/>
            </a:xfrm>
            <a:custGeom>
              <a:avLst/>
              <a:gdLst/>
              <a:ahLst/>
              <a:cxnLst>
                <a:cxn ang="0">
                  <a:pos x="0" y="0"/>
                </a:cxn>
                <a:cxn ang="0">
                  <a:pos x="2514" y="2534"/>
                </a:cxn>
                <a:cxn ang="0">
                  <a:pos x="2514" y="2534"/>
                </a:cxn>
                <a:cxn ang="0">
                  <a:pos x="65" y="0"/>
                </a:cxn>
                <a:cxn ang="0">
                  <a:pos x="0" y="0"/>
                </a:cxn>
                <a:cxn ang="0">
                  <a:pos x="0" y="0"/>
                </a:cxn>
              </a:cxnLst>
              <a:pathLst>
                <a:path w="2517" h="2536">
                  <a:moveTo>
                    <a:pt x="0" y="0"/>
                  </a:moveTo>
                  <a:lnTo>
                    <a:pt x="2517" y="2536"/>
                  </a:lnTo>
                  <a:lnTo>
                    <a:pt x="66"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9239" name="任意多边形 10262"/>
            <p:cNvSpPr/>
            <p:nvPr/>
          </p:nvSpPr>
          <p:spPr>
            <a:xfrm>
              <a:off x="3488" y="0"/>
              <a:ext cx="2198" cy="2480"/>
            </a:xfrm>
            <a:custGeom>
              <a:avLst/>
              <a:gdLst/>
              <a:ahLst/>
              <a:cxnLst>
                <a:cxn ang="0">
                  <a:pos x="0" y="0"/>
                </a:cxn>
                <a:cxn ang="0">
                  <a:pos x="2186" y="2480"/>
                </a:cxn>
                <a:cxn ang="0">
                  <a:pos x="2198" y="2474"/>
                </a:cxn>
                <a:cxn ang="0">
                  <a:pos x="316" y="0"/>
                </a:cxn>
                <a:cxn ang="0">
                  <a:pos x="0" y="0"/>
                </a:cxn>
                <a:cxn ang="0">
                  <a:pos x="0" y="0"/>
                </a:cxn>
              </a:cxnLst>
              <a:pathLst>
                <a:path w="2200" h="2482">
                  <a:moveTo>
                    <a:pt x="0" y="0"/>
                  </a:moveTo>
                  <a:lnTo>
                    <a:pt x="2188" y="2482"/>
                  </a:lnTo>
                  <a:lnTo>
                    <a:pt x="2200" y="2476"/>
                  </a:lnTo>
                  <a:lnTo>
                    <a:pt x="317"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9240" name="任意多边形 10263"/>
            <p:cNvSpPr/>
            <p:nvPr/>
          </p:nvSpPr>
          <p:spPr>
            <a:xfrm>
              <a:off x="5674" y="2474"/>
              <a:ext cx="84" cy="96"/>
            </a:xfrm>
            <a:custGeom>
              <a:avLst/>
              <a:gdLst/>
              <a:ahLst/>
              <a:cxnLst>
                <a:cxn ang="0">
                  <a:pos x="84" y="96"/>
                </a:cxn>
                <a:cxn ang="0">
                  <a:pos x="84" y="90"/>
                </a:cxn>
                <a:cxn ang="0">
                  <a:pos x="12" y="0"/>
                </a:cxn>
                <a:cxn ang="0">
                  <a:pos x="0" y="6"/>
                </a:cxn>
                <a:cxn ang="0">
                  <a:pos x="84" y="96"/>
                </a:cxn>
                <a:cxn ang="0">
                  <a:pos x="84" y="96"/>
                </a:cxn>
              </a:cxnLst>
              <a:pathLst>
                <a:path w="84" h="96">
                  <a:moveTo>
                    <a:pt x="84" y="96"/>
                  </a:moveTo>
                  <a:lnTo>
                    <a:pt x="84" y="90"/>
                  </a:lnTo>
                  <a:lnTo>
                    <a:pt x="12" y="0"/>
                  </a:lnTo>
                  <a:lnTo>
                    <a:pt x="0" y="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9241" name="任意多边形 10264"/>
            <p:cNvSpPr/>
            <p:nvPr/>
          </p:nvSpPr>
          <p:spPr>
            <a:xfrm>
              <a:off x="5603" y="850"/>
              <a:ext cx="155" cy="516"/>
            </a:xfrm>
            <a:custGeom>
              <a:avLst/>
              <a:gdLst/>
              <a:ahLst/>
              <a:cxnLst>
                <a:cxn ang="0">
                  <a:pos x="155" y="516"/>
                </a:cxn>
                <a:cxn ang="0">
                  <a:pos x="155" y="204"/>
                </a:cxn>
                <a:cxn ang="0">
                  <a:pos x="77" y="0"/>
                </a:cxn>
                <a:cxn ang="0">
                  <a:pos x="0" y="192"/>
                </a:cxn>
                <a:cxn ang="0">
                  <a:pos x="155" y="516"/>
                </a:cxn>
                <a:cxn ang="0">
                  <a:pos x="155" y="516"/>
                </a:cxn>
              </a:cxnLst>
              <a:pathLst>
                <a:path w="155" h="516">
                  <a:moveTo>
                    <a:pt x="155" y="516"/>
                  </a:moveTo>
                  <a:lnTo>
                    <a:pt x="155" y="204"/>
                  </a:lnTo>
                  <a:lnTo>
                    <a:pt x="77" y="0"/>
                  </a:lnTo>
                  <a:lnTo>
                    <a:pt x="0" y="192"/>
                  </a:lnTo>
                  <a:lnTo>
                    <a:pt x="155" y="516"/>
                  </a:lnTo>
                  <a:close/>
                </a:path>
              </a:pathLst>
            </a:custGeom>
            <a:solidFill>
              <a:schemeClr val="bg2"/>
            </a:solidFill>
            <a:ln w="9525">
              <a:noFill/>
            </a:ln>
          </p:spPr>
          <p:txBody>
            <a:bodyPr/>
            <a:p>
              <a:endParaRPr lang="en-US" sz="100"/>
            </a:p>
          </p:txBody>
        </p:sp>
        <p:sp>
          <p:nvSpPr>
            <p:cNvPr id="9242" name="任意多边形 10265"/>
            <p:cNvSpPr/>
            <p:nvPr/>
          </p:nvSpPr>
          <p:spPr>
            <a:xfrm>
              <a:off x="5107" y="0"/>
              <a:ext cx="573" cy="1042"/>
            </a:xfrm>
            <a:custGeom>
              <a:avLst/>
              <a:gdLst/>
              <a:ahLst/>
              <a:cxnLst>
                <a:cxn ang="0">
                  <a:pos x="0" y="0"/>
                </a:cxn>
                <a:cxn ang="0">
                  <a:pos x="496" y="1042"/>
                </a:cxn>
                <a:cxn ang="0">
                  <a:pos x="573" y="850"/>
                </a:cxn>
                <a:cxn ang="0">
                  <a:pos x="250" y="0"/>
                </a:cxn>
                <a:cxn ang="0">
                  <a:pos x="0" y="0"/>
                </a:cxn>
                <a:cxn ang="0">
                  <a:pos x="0" y="0"/>
                </a:cxn>
              </a:cxnLst>
              <a:pathLst>
                <a:path w="574" h="1043">
                  <a:moveTo>
                    <a:pt x="0" y="0"/>
                  </a:moveTo>
                  <a:lnTo>
                    <a:pt x="497" y="1043"/>
                  </a:lnTo>
                  <a:lnTo>
                    <a:pt x="574" y="851"/>
                  </a:lnTo>
                  <a:lnTo>
                    <a:pt x="251"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9243" name="任意多边形 10266"/>
            <p:cNvSpPr/>
            <p:nvPr/>
          </p:nvSpPr>
          <p:spPr>
            <a:xfrm>
              <a:off x="5411" y="0"/>
              <a:ext cx="341" cy="796"/>
            </a:xfrm>
            <a:custGeom>
              <a:avLst/>
              <a:gdLst/>
              <a:ahLst/>
              <a:cxnLst>
                <a:cxn ang="0">
                  <a:pos x="144" y="0"/>
                </a:cxn>
                <a:cxn ang="0">
                  <a:pos x="0" y="0"/>
                </a:cxn>
                <a:cxn ang="0">
                  <a:pos x="287" y="796"/>
                </a:cxn>
                <a:cxn ang="0">
                  <a:pos x="341" y="652"/>
                </a:cxn>
                <a:cxn ang="0">
                  <a:pos x="144" y="0"/>
                </a:cxn>
                <a:cxn ang="0">
                  <a:pos x="144" y="0"/>
                </a:cxn>
              </a:cxnLst>
              <a:pathLst>
                <a:path w="341" h="797">
                  <a:moveTo>
                    <a:pt x="144" y="0"/>
                  </a:moveTo>
                  <a:lnTo>
                    <a:pt x="0" y="0"/>
                  </a:lnTo>
                  <a:lnTo>
                    <a:pt x="287" y="797"/>
                  </a:lnTo>
                  <a:lnTo>
                    <a:pt x="341" y="653"/>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9244" name="任意多边形 10267"/>
            <p:cNvSpPr/>
            <p:nvPr/>
          </p:nvSpPr>
          <p:spPr>
            <a:xfrm>
              <a:off x="5698" y="653"/>
              <a:ext cx="60" cy="311"/>
            </a:xfrm>
            <a:custGeom>
              <a:avLst/>
              <a:gdLst/>
              <a:ahLst/>
              <a:cxnLst>
                <a:cxn ang="0">
                  <a:pos x="0" y="143"/>
                </a:cxn>
                <a:cxn ang="0">
                  <a:pos x="60" y="311"/>
                </a:cxn>
                <a:cxn ang="0">
                  <a:pos x="60" y="5"/>
                </a:cxn>
                <a:cxn ang="0">
                  <a:pos x="54" y="0"/>
                </a:cxn>
                <a:cxn ang="0">
                  <a:pos x="0" y="143"/>
                </a:cxn>
                <a:cxn ang="0">
                  <a:pos x="0" y="143"/>
                </a:cxn>
              </a:cxnLst>
              <a:pathLst>
                <a:path w="60" h="312">
                  <a:moveTo>
                    <a:pt x="0" y="144"/>
                  </a:moveTo>
                  <a:lnTo>
                    <a:pt x="60" y="312"/>
                  </a:lnTo>
                  <a:lnTo>
                    <a:pt x="60" y="6"/>
                  </a:lnTo>
                  <a:lnTo>
                    <a:pt x="54" y="0"/>
                  </a:lnTo>
                  <a:lnTo>
                    <a:pt x="0" y="144"/>
                  </a:lnTo>
                  <a:close/>
                </a:path>
              </a:pathLst>
            </a:custGeom>
            <a:solidFill>
              <a:schemeClr val="bg2"/>
            </a:solidFill>
            <a:ln w="9525">
              <a:noFill/>
            </a:ln>
          </p:spPr>
          <p:txBody>
            <a:bodyPr/>
            <a:p>
              <a:endParaRPr lang="en-US" sz="100"/>
            </a:p>
          </p:txBody>
        </p:sp>
        <p:sp>
          <p:nvSpPr>
            <p:cNvPr id="9245" name="任意多边形 10268"/>
            <p:cNvSpPr/>
            <p:nvPr/>
          </p:nvSpPr>
          <p:spPr>
            <a:xfrm>
              <a:off x="2" y="1601"/>
              <a:ext cx="5752" cy="1864"/>
            </a:xfrm>
            <a:custGeom>
              <a:avLst/>
              <a:gdLst/>
              <a:ahLst/>
              <a:cxnLst>
                <a:cxn ang="0">
                  <a:pos x="0" y="371"/>
                </a:cxn>
                <a:cxn ang="0">
                  <a:pos x="5752" y="1864"/>
                </a:cxn>
                <a:cxn ang="0">
                  <a:pos x="5752" y="1834"/>
                </a:cxn>
                <a:cxn ang="0">
                  <a:pos x="0" y="0"/>
                </a:cxn>
                <a:cxn ang="0">
                  <a:pos x="0" y="371"/>
                </a:cxn>
                <a:cxn ang="0">
                  <a:pos x="0" y="371"/>
                </a:cxn>
              </a:cxnLst>
              <a:pathLst>
                <a:path w="5740" h="1864">
                  <a:moveTo>
                    <a:pt x="0" y="371"/>
                  </a:moveTo>
                  <a:lnTo>
                    <a:pt x="5740" y="1864"/>
                  </a:lnTo>
                  <a:lnTo>
                    <a:pt x="5740" y="1834"/>
                  </a:lnTo>
                  <a:lnTo>
                    <a:pt x="0" y="0"/>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9246" name="任意多边形 10269"/>
            <p:cNvSpPr/>
            <p:nvPr/>
          </p:nvSpPr>
          <p:spPr>
            <a:xfrm>
              <a:off x="5754" y="3483"/>
              <a:ext cx="6" cy="6"/>
            </a:xfrm>
            <a:custGeom>
              <a:avLst/>
              <a:gdLst/>
              <a:ahLst/>
              <a:cxnLst>
                <a:cxn ang="0">
                  <a:pos x="6" y="6"/>
                </a:cxn>
                <a:cxn ang="0">
                  <a:pos x="0" y="0"/>
                </a:cxn>
                <a:cxn ang="0">
                  <a:pos x="0" y="6"/>
                </a:cxn>
                <a:cxn ang="0">
                  <a:pos x="6" y="6"/>
                </a:cxn>
                <a:cxn ang="0">
                  <a:pos x="6" y="6"/>
                </a:cxn>
              </a:cxnLst>
              <a:pathLst>
                <a:path w="6" h="6">
                  <a:moveTo>
                    <a:pt x="6" y="6"/>
                  </a:moveTo>
                  <a:lnTo>
                    <a:pt x="0" y="0"/>
                  </a:lnTo>
                  <a:lnTo>
                    <a:pt x="0" y="6"/>
                  </a:lnTo>
                  <a:lnTo>
                    <a:pt x="6" y="6"/>
                  </a:lnTo>
                  <a:close/>
                </a:path>
              </a:pathLst>
            </a:custGeom>
            <a:solidFill>
              <a:srgbClr val="18FF00"/>
            </a:solidFill>
            <a:ln w="9525">
              <a:noFill/>
            </a:ln>
          </p:spPr>
          <p:txBody>
            <a:bodyPr/>
            <a:p>
              <a:endParaRPr lang="en-US" sz="100"/>
            </a:p>
          </p:txBody>
        </p:sp>
        <p:sp>
          <p:nvSpPr>
            <p:cNvPr id="9247" name="任意多边形 10270"/>
            <p:cNvSpPr/>
            <p:nvPr/>
          </p:nvSpPr>
          <p:spPr>
            <a:xfrm>
              <a:off x="2" y="2152"/>
              <a:ext cx="5752" cy="1337"/>
            </a:xfrm>
            <a:custGeom>
              <a:avLst/>
              <a:gdLst/>
              <a:ahLst/>
              <a:cxnLst>
                <a:cxn ang="0">
                  <a:pos x="0" y="366"/>
                </a:cxn>
                <a:cxn ang="0">
                  <a:pos x="5752" y="1337"/>
                </a:cxn>
                <a:cxn ang="0">
                  <a:pos x="5752" y="1331"/>
                </a:cxn>
                <a:cxn ang="0">
                  <a:pos x="0" y="0"/>
                </a:cxn>
                <a:cxn ang="0">
                  <a:pos x="0" y="366"/>
                </a:cxn>
                <a:cxn ang="0">
                  <a:pos x="0" y="366"/>
                </a:cxn>
              </a:cxnLst>
              <a:pathLst>
                <a:path w="5740" h="1337">
                  <a:moveTo>
                    <a:pt x="0" y="366"/>
                  </a:moveTo>
                  <a:lnTo>
                    <a:pt x="5740" y="1337"/>
                  </a:lnTo>
                  <a:lnTo>
                    <a:pt x="5740" y="1331"/>
                  </a:lnTo>
                  <a:lnTo>
                    <a:pt x="0" y="0"/>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9248" name="任意多边形 10271"/>
            <p:cNvSpPr/>
            <p:nvPr/>
          </p:nvSpPr>
          <p:spPr>
            <a:xfrm>
              <a:off x="2" y="3177"/>
              <a:ext cx="5752" cy="414"/>
            </a:xfrm>
            <a:custGeom>
              <a:avLst/>
              <a:gdLst/>
              <a:ahLst/>
              <a:cxnLst>
                <a:cxn ang="0">
                  <a:pos x="0" y="48"/>
                </a:cxn>
                <a:cxn ang="0">
                  <a:pos x="5752" y="414"/>
                </a:cxn>
                <a:cxn ang="0">
                  <a:pos x="5752" y="402"/>
                </a:cxn>
                <a:cxn ang="0">
                  <a:pos x="0" y="0"/>
                </a:cxn>
                <a:cxn ang="0">
                  <a:pos x="0" y="48"/>
                </a:cxn>
                <a:cxn ang="0">
                  <a:pos x="0" y="48"/>
                </a:cxn>
              </a:cxnLst>
              <a:pathLst>
                <a:path w="5740" h="414">
                  <a:moveTo>
                    <a:pt x="0" y="48"/>
                  </a:moveTo>
                  <a:lnTo>
                    <a:pt x="5740" y="414"/>
                  </a:lnTo>
                  <a:lnTo>
                    <a:pt x="5740" y="402"/>
                  </a:lnTo>
                  <a:lnTo>
                    <a:pt x="0" y="0"/>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9249" name="任意多边形 10272"/>
            <p:cNvSpPr/>
            <p:nvPr/>
          </p:nvSpPr>
          <p:spPr>
            <a:xfrm>
              <a:off x="1297" y="0"/>
              <a:ext cx="4457" cy="3177"/>
            </a:xfrm>
            <a:custGeom>
              <a:avLst/>
              <a:gdLst/>
              <a:ahLst/>
              <a:cxnLst>
                <a:cxn ang="0">
                  <a:pos x="0" y="0"/>
                </a:cxn>
                <a:cxn ang="0">
                  <a:pos x="4457" y="3177"/>
                </a:cxn>
                <a:cxn ang="0">
                  <a:pos x="4457" y="3153"/>
                </a:cxn>
                <a:cxn ang="0">
                  <a:pos x="125" y="0"/>
                </a:cxn>
                <a:cxn ang="0">
                  <a:pos x="0" y="0"/>
                </a:cxn>
                <a:cxn ang="0">
                  <a:pos x="0" y="0"/>
                </a:cxn>
              </a:cxnLst>
              <a:pathLst>
                <a:path w="4448" h="3177">
                  <a:moveTo>
                    <a:pt x="0" y="0"/>
                  </a:moveTo>
                  <a:lnTo>
                    <a:pt x="4448" y="3177"/>
                  </a:lnTo>
                  <a:lnTo>
                    <a:pt x="4448" y="3153"/>
                  </a:lnTo>
                  <a:lnTo>
                    <a:pt x="125"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9250" name="任意多边形 10273"/>
            <p:cNvSpPr/>
            <p:nvPr/>
          </p:nvSpPr>
          <p:spPr>
            <a:xfrm>
              <a:off x="3321" y="0"/>
              <a:ext cx="2433" cy="2614"/>
            </a:xfrm>
            <a:custGeom>
              <a:avLst/>
              <a:gdLst/>
              <a:ahLst/>
              <a:cxnLst>
                <a:cxn ang="0">
                  <a:pos x="0" y="0"/>
                </a:cxn>
                <a:cxn ang="0">
                  <a:pos x="2433" y="2614"/>
                </a:cxn>
                <a:cxn ang="0">
                  <a:pos x="2433" y="2608"/>
                </a:cxn>
                <a:cxn ang="0">
                  <a:pos x="66" y="0"/>
                </a:cxn>
                <a:cxn ang="0">
                  <a:pos x="0" y="0"/>
                </a:cxn>
                <a:cxn ang="0">
                  <a:pos x="0" y="0"/>
                </a:cxn>
              </a:cxnLst>
              <a:pathLst>
                <a:path w="2428" h="2614">
                  <a:moveTo>
                    <a:pt x="0" y="0"/>
                  </a:moveTo>
                  <a:lnTo>
                    <a:pt x="2428" y="2614"/>
                  </a:lnTo>
                  <a:lnTo>
                    <a:pt x="2428" y="2608"/>
                  </a:lnTo>
                  <a:lnTo>
                    <a:pt x="66"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9251" name="任意多边形 10274"/>
            <p:cNvSpPr/>
            <p:nvPr/>
          </p:nvSpPr>
          <p:spPr>
            <a:xfrm>
              <a:off x="3950" y="0"/>
              <a:ext cx="1804" cy="2464"/>
            </a:xfrm>
            <a:custGeom>
              <a:avLst/>
              <a:gdLst/>
              <a:ahLst/>
              <a:cxnLst>
                <a:cxn ang="0">
                  <a:pos x="486" y="0"/>
                </a:cxn>
                <a:cxn ang="0">
                  <a:pos x="0" y="0"/>
                </a:cxn>
                <a:cxn ang="0">
                  <a:pos x="1804" y="2464"/>
                </a:cxn>
                <a:cxn ang="0">
                  <a:pos x="1804" y="2248"/>
                </a:cxn>
                <a:cxn ang="0">
                  <a:pos x="1797" y="2248"/>
                </a:cxn>
                <a:cxn ang="0">
                  <a:pos x="486" y="0"/>
                </a:cxn>
                <a:cxn ang="0">
                  <a:pos x="486" y="0"/>
                </a:cxn>
              </a:cxnLst>
              <a:pathLst>
                <a:path w="1800" h="2464">
                  <a:moveTo>
                    <a:pt x="485" y="0"/>
                  </a:moveTo>
                  <a:lnTo>
                    <a:pt x="0" y="0"/>
                  </a:lnTo>
                  <a:lnTo>
                    <a:pt x="1800" y="2464"/>
                  </a:lnTo>
                  <a:lnTo>
                    <a:pt x="1800" y="2248"/>
                  </a:lnTo>
                  <a:lnTo>
                    <a:pt x="1794" y="2248"/>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9252" name="任意多边形 10275"/>
            <p:cNvSpPr/>
            <p:nvPr/>
          </p:nvSpPr>
          <p:spPr>
            <a:xfrm>
              <a:off x="4519" y="0"/>
              <a:ext cx="1235" cy="2074"/>
            </a:xfrm>
            <a:custGeom>
              <a:avLst/>
              <a:gdLst/>
              <a:ahLst/>
              <a:cxnLst>
                <a:cxn ang="0">
                  <a:pos x="0" y="0"/>
                </a:cxn>
                <a:cxn ang="0">
                  <a:pos x="1235" y="2074"/>
                </a:cxn>
                <a:cxn ang="0">
                  <a:pos x="1235" y="2038"/>
                </a:cxn>
                <a:cxn ang="0">
                  <a:pos x="42" y="0"/>
                </a:cxn>
                <a:cxn ang="0">
                  <a:pos x="0" y="0"/>
                </a:cxn>
                <a:cxn ang="0">
                  <a:pos x="0" y="0"/>
                </a:cxn>
              </a:cxnLst>
              <a:pathLst>
                <a:path w="1232" h="2074">
                  <a:moveTo>
                    <a:pt x="0" y="0"/>
                  </a:moveTo>
                  <a:lnTo>
                    <a:pt x="1232" y="2074"/>
                  </a:lnTo>
                  <a:lnTo>
                    <a:pt x="1232" y="2038"/>
                  </a:lnTo>
                  <a:lnTo>
                    <a:pt x="42"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9253" name="任意多边形 10276"/>
            <p:cNvSpPr/>
            <p:nvPr/>
          </p:nvSpPr>
          <p:spPr>
            <a:xfrm>
              <a:off x="4694" y="0"/>
              <a:ext cx="1060" cy="1936"/>
            </a:xfrm>
            <a:custGeom>
              <a:avLst/>
              <a:gdLst/>
              <a:ahLst/>
              <a:cxnLst>
                <a:cxn ang="0">
                  <a:pos x="0" y="0"/>
                </a:cxn>
                <a:cxn ang="0">
                  <a:pos x="1060" y="1936"/>
                </a:cxn>
                <a:cxn ang="0">
                  <a:pos x="1060" y="1930"/>
                </a:cxn>
                <a:cxn ang="0">
                  <a:pos x="54" y="0"/>
                </a:cxn>
                <a:cxn ang="0">
                  <a:pos x="0" y="0"/>
                </a:cxn>
                <a:cxn ang="0">
                  <a:pos x="0" y="0"/>
                </a:cxn>
              </a:cxnLst>
              <a:pathLst>
                <a:path w="1058" h="1936">
                  <a:moveTo>
                    <a:pt x="0" y="0"/>
                  </a:moveTo>
                  <a:lnTo>
                    <a:pt x="1058" y="1936"/>
                  </a:lnTo>
                  <a:lnTo>
                    <a:pt x="1058" y="1930"/>
                  </a:lnTo>
                  <a:lnTo>
                    <a:pt x="54"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9254" name="任意多边形 10277"/>
            <p:cNvSpPr/>
            <p:nvPr/>
          </p:nvSpPr>
          <p:spPr>
            <a:xfrm>
              <a:off x="4981" y="0"/>
              <a:ext cx="773" cy="1487"/>
            </a:xfrm>
            <a:custGeom>
              <a:avLst/>
              <a:gdLst/>
              <a:ahLst/>
              <a:cxnLst>
                <a:cxn ang="0">
                  <a:pos x="773" y="1433"/>
                </a:cxn>
                <a:cxn ang="0">
                  <a:pos x="42" y="0"/>
                </a:cxn>
                <a:cxn ang="0">
                  <a:pos x="0" y="0"/>
                </a:cxn>
                <a:cxn ang="0">
                  <a:pos x="773" y="1487"/>
                </a:cxn>
                <a:cxn ang="0">
                  <a:pos x="773" y="1433"/>
                </a:cxn>
                <a:cxn ang="0">
                  <a:pos x="773" y="1433"/>
                </a:cxn>
              </a:cxnLst>
              <a:pathLst>
                <a:path w="771" h="1487">
                  <a:moveTo>
                    <a:pt x="771" y="1433"/>
                  </a:moveTo>
                  <a:lnTo>
                    <a:pt x="42" y="0"/>
                  </a:lnTo>
                  <a:lnTo>
                    <a:pt x="0" y="0"/>
                  </a:lnTo>
                  <a:lnTo>
                    <a:pt x="771" y="1487"/>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9255" name="组合 10278"/>
            <p:cNvGrpSpPr/>
            <p:nvPr userDrawn="1"/>
          </p:nvGrpSpPr>
          <p:grpSpPr>
            <a:xfrm>
              <a:off x="0" y="1632"/>
              <a:ext cx="5758" cy="1858"/>
              <a:chOff x="0" y="0"/>
              <a:chExt cx="5758" cy="1858"/>
            </a:xfrm>
          </p:grpSpPr>
          <p:sp>
            <p:nvSpPr>
              <p:cNvPr id="9256" name="任意多边形 10279"/>
              <p:cNvSpPr/>
              <p:nvPr/>
            </p:nvSpPr>
            <p:spPr>
              <a:xfrm>
                <a:off x="0" y="0"/>
                <a:ext cx="3670" cy="1313"/>
              </a:xfrm>
              <a:custGeom>
                <a:avLst/>
                <a:gdLst/>
                <a:ahLst/>
                <a:cxnLst>
                  <a:cxn ang="0">
                    <a:pos x="0" y="0"/>
                  </a:cxn>
                  <a:cxn ang="0">
                    <a:pos x="0" y="366"/>
                  </a:cxn>
                  <a:cxn ang="0">
                    <a:pos x="3645" y="1313"/>
                  </a:cxn>
                  <a:cxn ang="0">
                    <a:pos x="3657" y="1235"/>
                  </a:cxn>
                  <a:cxn ang="0">
                    <a:pos x="3670" y="1163"/>
                  </a:cxn>
                  <a:cxn ang="0">
                    <a:pos x="0" y="0"/>
                  </a:cxn>
                  <a:cxn ang="0">
                    <a:pos x="0" y="0"/>
                  </a:cxn>
                </a:cxnLst>
                <a:pathLst>
                  <a:path w="3659" h="1313">
                    <a:moveTo>
                      <a:pt x="0" y="0"/>
                    </a:moveTo>
                    <a:lnTo>
                      <a:pt x="0" y="366"/>
                    </a:lnTo>
                    <a:lnTo>
                      <a:pt x="3635" y="1313"/>
                    </a:lnTo>
                    <a:lnTo>
                      <a:pt x="3647" y="1235"/>
                    </a:lnTo>
                    <a:lnTo>
                      <a:pt x="3659" y="1163"/>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9257" name="任意多边形 10280"/>
              <p:cNvSpPr/>
              <p:nvPr/>
            </p:nvSpPr>
            <p:spPr>
              <a:xfrm>
                <a:off x="3646" y="1163"/>
                <a:ext cx="2112" cy="695"/>
              </a:xfrm>
              <a:custGeom>
                <a:avLst/>
                <a:gdLst/>
                <a:ahLst/>
                <a:cxnLst>
                  <a:cxn ang="0">
                    <a:pos x="2112" y="665"/>
                  </a:cxn>
                  <a:cxn ang="0">
                    <a:pos x="24" y="0"/>
                  </a:cxn>
                  <a:cxn ang="0">
                    <a:pos x="12" y="72"/>
                  </a:cxn>
                  <a:cxn ang="0">
                    <a:pos x="0" y="150"/>
                  </a:cxn>
                  <a:cxn ang="0">
                    <a:pos x="2112" y="695"/>
                  </a:cxn>
                  <a:cxn ang="0">
                    <a:pos x="2112" y="665"/>
                  </a:cxn>
                  <a:cxn ang="0">
                    <a:pos x="2112" y="665"/>
                  </a:cxn>
                </a:cxnLst>
                <a:pathLst>
                  <a:path w="2105" h="695">
                    <a:moveTo>
                      <a:pt x="2105" y="665"/>
                    </a:moveTo>
                    <a:lnTo>
                      <a:pt x="24" y="0"/>
                    </a:lnTo>
                    <a:lnTo>
                      <a:pt x="12" y="72"/>
                    </a:lnTo>
                    <a:lnTo>
                      <a:pt x="0" y="150"/>
                    </a:lnTo>
                    <a:lnTo>
                      <a:pt x="2105" y="69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10282" name="标题 10281"/>
          <p:cNvSpPr>
            <a:spLocks noGrp="1"/>
          </p:cNvSpPr>
          <p:nvPr>
            <p:ph type="title"/>
          </p:nvPr>
        </p:nvSpPr>
        <p:spPr>
          <a:xfrm>
            <a:off x="457200" y="208396"/>
            <a:ext cx="8229600" cy="85740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10283" name="文本占位符 10282"/>
          <p:cNvSpPr>
            <a:spLocks noGrp="1"/>
          </p:cNvSpPr>
          <p:nvPr>
            <p:ph type="body" idx="1"/>
          </p:nvPr>
        </p:nvSpPr>
        <p:spPr>
          <a:xfrm>
            <a:off x="457200" y="1200360"/>
            <a:ext cx="8229600" cy="3398638"/>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0284" name="日期占位符 10283"/>
          <p:cNvSpPr>
            <a:spLocks noGrp="1"/>
          </p:cNvSpPr>
          <p:nvPr>
            <p:ph type="dt" sz="half" idx="2"/>
          </p:nvPr>
        </p:nvSpPr>
        <p:spPr>
          <a:xfrm>
            <a:off x="457200" y="4683547"/>
            <a:ext cx="2133600" cy="342960"/>
          </a:xfrm>
          <a:prstGeom prst="rect">
            <a:avLst/>
          </a:prstGeom>
          <a:noFill/>
          <a:ln w="9525">
            <a:noFill/>
            <a:miter/>
          </a:ln>
        </p:spPr>
        <p:txBody>
          <a:bodyPr anchor="b"/>
          <a:lstStyle>
            <a:lvl1pPr>
              <a:defRPr sz="900" noProof="1" dirty="0">
                <a:cs typeface="+mn-ea"/>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10285" name="页脚占位符 10284"/>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noProof="1" dirty="0"/>
            </a:lvl1pPr>
          </a:lstStyle>
          <a:p>
            <a:pPr fontAlgn="base"/>
            <a:endParaRPr lang="zh-CN" altLang="en-US" strike="noStrike" noProof="1"/>
          </a:p>
        </p:txBody>
      </p:sp>
      <p:sp>
        <p:nvSpPr>
          <p:cNvPr id="10286" name="灯片编号占位符 10285"/>
          <p:cNvSpPr>
            <a:spLocks noGrp="1"/>
          </p:cNvSpPr>
          <p:nvPr>
            <p:ph type="sldNum" sz="quarter" idx="4"/>
          </p:nvPr>
        </p:nvSpPr>
        <p:spPr>
          <a:xfrm>
            <a:off x="6553200" y="4683547"/>
            <a:ext cx="2133600" cy="342960"/>
          </a:xfrm>
          <a:prstGeom prst="rect">
            <a:avLst/>
          </a:prstGeom>
          <a:noFill/>
          <a:ln w="9525">
            <a:noFill/>
            <a:miter/>
          </a:ln>
        </p:spPr>
        <p:txBody>
          <a:bodyPr vert="horz" wrap="square" lIns="91440" tIns="45720" rIns="91440" bIns="45720" numCol="1" anchor="b" anchorCtr="0" compatLnSpc="1"/>
          <a:lstStyle>
            <a:lvl1pPr algn="r">
              <a:defRPr sz="900"/>
            </a:lvl1pPr>
          </a:lstStyle>
          <a:p>
            <a:pPr fontAlgn="base"/>
            <a:fld id="{434E5520-97F6-4F45-BBB2-12C7969AF88C}"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hf sldNum="0" hdr="0" ftr="0" dt="0"/>
  <p:txStyles>
    <p:titleStyle>
      <a:lvl1pPr algn="ctr" rtl="0" fontAlgn="base">
        <a:spcBef>
          <a:spcPct val="0"/>
        </a:spcBef>
        <a:spcAft>
          <a:spcPct val="0"/>
        </a:spcAft>
        <a:defRPr sz="3300" kern="1200">
          <a:solidFill>
            <a:schemeClr val="tx2"/>
          </a:solidFill>
          <a:effectLst>
            <a:outerShdw blurRad="38100" dist="38100" dir="2700000">
              <a:srgbClr val="C0C0C0"/>
            </a:outerShdw>
          </a:effectLst>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fontAlgn="base">
        <a:spcBef>
          <a:spcPct val="15000"/>
        </a:spcBef>
        <a:spcAft>
          <a:spcPct val="0"/>
        </a:spcAft>
        <a:buClr>
          <a:schemeClr val="hlink"/>
        </a:buClr>
        <a:buSzPct val="90000"/>
        <a:buFont typeface="Wingdings" panose="05000000000000000000" pitchFamily="2" charset="2"/>
        <a:buBlip>
          <a:blip r:embed="rId12"/>
        </a:buBlip>
        <a:defRPr sz="2400" kern="1200">
          <a:solidFill>
            <a:schemeClr val="tx1"/>
          </a:solidFill>
          <a:effectLst>
            <a:outerShdw blurRad="38100" dist="38100" dir="2700000">
              <a:srgbClr val="C0C0C0"/>
            </a:outerShdw>
          </a:effectLst>
          <a:latin typeface="+mn-lt"/>
          <a:ea typeface="+mn-ea"/>
          <a:cs typeface="+mn-cs"/>
        </a:defRPr>
      </a:lvl1pPr>
      <a:lvl2pPr marL="557530" lvl="1" indent="-214630" algn="l" rtl="0" fontAlgn="base">
        <a:spcBef>
          <a:spcPct val="15000"/>
        </a:spcBef>
        <a:spcAft>
          <a:spcPct val="0"/>
        </a:spcAft>
        <a:buFont typeface="Wingdings" panose="05000000000000000000" pitchFamily="2" charset="2"/>
        <a:buChar char="–"/>
        <a:defRPr sz="2100" kern="1200">
          <a:solidFill>
            <a:schemeClr val="tx1"/>
          </a:solidFill>
          <a:effectLst>
            <a:outerShdw blurRad="38100" dist="38100" dir="2700000">
              <a:srgbClr val="C0C0C0"/>
            </a:outerShdw>
          </a:effectLst>
          <a:latin typeface="+mn-lt"/>
          <a:ea typeface="+mn-ea"/>
          <a:cs typeface="+mn-cs"/>
        </a:defRPr>
      </a:lvl2pPr>
      <a:lvl3pPr marL="857250" lvl="2" indent="-171450" algn="l" rtl="0" fontAlgn="base">
        <a:spcBef>
          <a:spcPct val="15000"/>
        </a:spcBef>
        <a:spcAft>
          <a:spcPct val="0"/>
        </a:spcAft>
        <a:buClr>
          <a:schemeClr val="accent2"/>
        </a:buClr>
        <a:buSzPct val="90000"/>
        <a:buFont typeface="Wingdings" panose="05000000000000000000" pitchFamily="2" charset="2"/>
        <a:buBlip>
          <a:blip r:embed="rId13"/>
        </a:buBlip>
        <a:defRPr sz="1800" kern="1200">
          <a:solidFill>
            <a:schemeClr val="tx1"/>
          </a:solidFill>
          <a:effectLst>
            <a:outerShdw blurRad="38100" dist="38100" dir="2700000">
              <a:srgbClr val="C0C0C0"/>
            </a:outerShdw>
          </a:effectLst>
          <a:latin typeface="+mn-lt"/>
          <a:ea typeface="+mn-ea"/>
          <a:cs typeface="+mn-cs"/>
        </a:defRPr>
      </a:lvl3pPr>
      <a:lvl4pPr marL="1200150" lvl="3" indent="-171450" algn="l" rtl="0" fontAlgn="base">
        <a:spcBef>
          <a:spcPct val="15000"/>
        </a:spcBef>
        <a:spcAft>
          <a:spcPct val="0"/>
        </a:spcAft>
        <a:buFont typeface="Wingdings" panose="05000000000000000000" pitchFamily="2" charset="2"/>
        <a:buChar char="–"/>
        <a:defRPr sz="1500" kern="1200">
          <a:solidFill>
            <a:schemeClr val="tx1"/>
          </a:solidFill>
          <a:effectLst>
            <a:outerShdw blurRad="38100" dist="38100" dir="2700000">
              <a:srgbClr val="C0C0C0"/>
            </a:outerShdw>
          </a:effectLst>
          <a:latin typeface="+mn-lt"/>
          <a:ea typeface="+mn-ea"/>
          <a:cs typeface="+mn-cs"/>
        </a:defRPr>
      </a:lvl4pPr>
      <a:lvl5pPr marL="1543050" lvl="4" indent="-171450" algn="l" rtl="0" fontAlgn="base">
        <a:spcBef>
          <a:spcPct val="15000"/>
        </a:spcBef>
        <a:spcAft>
          <a:spcPct val="0"/>
        </a:spcAft>
        <a:buClr>
          <a:schemeClr val="folHlink"/>
        </a:buClr>
        <a:buSzPct val="90000"/>
        <a:buFont typeface="Wingdings" panose="05000000000000000000" pitchFamily="2" charset="2"/>
        <a:buBlip>
          <a:blip r:embed="rId14"/>
        </a:buBlip>
        <a:defRPr sz="1500" kern="120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0242" name="Rectangle 2"/>
          <p:cNvSpPr>
            <a:spLocks noGrp="1"/>
          </p:cNvSpPr>
          <p:nvPr>
            <p:ph type="title"/>
          </p:nvPr>
        </p:nvSpPr>
        <p:spPr>
          <a:xfrm>
            <a:off x="457200" y="206015"/>
            <a:ext cx="8229600" cy="857400"/>
          </a:xfrm>
          <a:prstGeom prst="rect">
            <a:avLst/>
          </a:prstGeom>
          <a:noFill/>
          <a:ln w="9525">
            <a:noFill/>
          </a:ln>
        </p:spPr>
        <p:txBody>
          <a:bodyPr wrap="square" lIns="91440" tIns="45720" rIns="91440" bIns="45720" anchor="ctr"/>
          <a:p>
            <a:pPr lvl="0"/>
            <a:r>
              <a:rPr lang="zh-CN" altLang="en-US"/>
              <a:t>单击此处编辑母版标题样式</a:t>
            </a:r>
            <a:endParaRPr lang="zh-CN" altLang="en-US"/>
          </a:p>
        </p:txBody>
      </p:sp>
      <p:sp>
        <p:nvSpPr>
          <p:cNvPr id="10243" name="Rectangle 3"/>
          <p:cNvSpPr>
            <a:spLocks noGrp="1"/>
          </p:cNvSpPr>
          <p:nvPr>
            <p:ph type="body"/>
          </p:nvPr>
        </p:nvSpPr>
        <p:spPr>
          <a:xfrm>
            <a:off x="457200" y="1200360"/>
            <a:ext cx="8229600" cy="3395066"/>
          </a:xfrm>
          <a:prstGeom prst="rect">
            <a:avLst/>
          </a:prstGeom>
          <a:noFill/>
          <a:ln w="9525">
            <a:noFill/>
          </a:ln>
        </p:spPr>
        <p:txBody>
          <a:bodyPr wrap="square" lIns="91440" tIns="45720" rIns="91440" bIns="45720"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2292"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noProof="1" dirty="0">
                <a:cs typeface="+mn-ea"/>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12293"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noProof="1" dirty="0"/>
            </a:lvl1pPr>
          </a:lstStyle>
          <a:p>
            <a:pPr fontAlgn="base"/>
            <a:endParaRPr lang="zh-CN" altLang="en-US" strike="noStrike" noProof="1"/>
          </a:p>
        </p:txBody>
      </p:sp>
      <p:sp>
        <p:nvSpPr>
          <p:cNvPr id="12294" name="Rectangle 6"/>
          <p:cNvSpPr>
            <a:spLocks noGrp="1"/>
          </p:cNvSpPr>
          <p:nvPr>
            <p:ph type="sldNum" sz="quarter" idx="4"/>
          </p:nvPr>
        </p:nvSpPr>
        <p:spPr>
          <a:xfrm>
            <a:off x="6553200" y="4684738"/>
            <a:ext cx="2133600" cy="357250"/>
          </a:xfrm>
          <a:prstGeom prst="rect">
            <a:avLst/>
          </a:prstGeom>
          <a:noFill/>
          <a:ln w="9525">
            <a:noFill/>
            <a:miter/>
          </a:ln>
        </p:spPr>
        <p:txBody>
          <a:bodyPr vert="horz" wrap="square" lIns="91440" tIns="45720" rIns="91440" bIns="45720" numCol="1" anchor="t" anchorCtr="0" compatLnSpc="1"/>
          <a:lstStyle>
            <a:lvl1pPr algn="r">
              <a:defRPr sz="1050"/>
            </a:lvl1pPr>
          </a:lstStyle>
          <a:p>
            <a:pPr fontAlgn="base"/>
            <a:fld id="{EBD42833-9DBE-4540-8CD2-D21C42C113A5}"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sldNum="0" hdr="0" ftr="0" dt="0"/>
  <p:txStyles>
    <p:titleStyle>
      <a:lvl1pPr algn="ctr" rtl="0" fontAlgn="base">
        <a:spcBef>
          <a:spcPct val="0"/>
        </a:spcBef>
        <a:spcAft>
          <a:spcPct val="0"/>
        </a:spcAft>
        <a:defRPr sz="33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11266" name="组合 13313"/>
          <p:cNvGrpSpPr/>
          <p:nvPr/>
        </p:nvGrpSpPr>
        <p:grpSpPr>
          <a:xfrm>
            <a:off x="0" y="0"/>
            <a:ext cx="9144000" cy="5143209"/>
            <a:chOff x="0" y="0"/>
            <a:chExt cx="5760" cy="4319"/>
          </a:xfrm>
        </p:grpSpPr>
        <p:sp>
          <p:nvSpPr>
            <p:cNvPr id="11267" name="任意多边形 13314"/>
            <p:cNvSpPr/>
            <p:nvPr/>
          </p:nvSpPr>
          <p:spPr>
            <a:xfrm>
              <a:off x="0" y="12"/>
              <a:ext cx="5758" cy="3273"/>
            </a:xfrm>
            <a:custGeom>
              <a:avLst/>
              <a:gdLst/>
              <a:ahLst/>
              <a:cxnLst>
                <a:cxn ang="0">
                  <a:pos x="3203" y="1816"/>
                </a:cxn>
                <a:cxn ang="0">
                  <a:pos x="0" y="0"/>
                </a:cxn>
                <a:cxn ang="0">
                  <a:pos x="0" y="522"/>
                </a:cxn>
                <a:cxn ang="0">
                  <a:pos x="3046" y="1978"/>
                </a:cxn>
                <a:cxn ang="0">
                  <a:pos x="5758" y="3273"/>
                </a:cxn>
                <a:cxn ang="0">
                  <a:pos x="5758" y="3267"/>
                </a:cxn>
                <a:cxn ang="0">
                  <a:pos x="3203" y="1816"/>
                </a:cxn>
                <a:cxn ang="0">
                  <a:pos x="3203" y="1816"/>
                </a:cxn>
              </a:cxnLst>
              <a:pathLst>
                <a:path w="5740" h="3273">
                  <a:moveTo>
                    <a:pt x="3193" y="1816"/>
                  </a:moveTo>
                  <a:lnTo>
                    <a:pt x="0" y="0"/>
                  </a:lnTo>
                  <a:lnTo>
                    <a:pt x="0" y="522"/>
                  </a:lnTo>
                  <a:lnTo>
                    <a:pt x="3037" y="1978"/>
                  </a:lnTo>
                  <a:lnTo>
                    <a:pt x="5740" y="3273"/>
                  </a:lnTo>
                  <a:lnTo>
                    <a:pt x="5740" y="3267"/>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11268" name="任意多边形 13315"/>
            <p:cNvSpPr/>
            <p:nvPr/>
          </p:nvSpPr>
          <p:spPr>
            <a:xfrm>
              <a:off x="149" y="0"/>
              <a:ext cx="5609" cy="3243"/>
            </a:xfrm>
            <a:custGeom>
              <a:avLst/>
              <a:gdLst/>
              <a:ahLst/>
              <a:cxnLst>
                <a:cxn ang="0">
                  <a:pos x="3173" y="1714"/>
                </a:cxn>
                <a:cxn ang="0">
                  <a:pos x="432" y="0"/>
                </a:cxn>
                <a:cxn ang="0">
                  <a:pos x="0" y="0"/>
                </a:cxn>
                <a:cxn ang="0">
                  <a:pos x="3095" y="1786"/>
                </a:cxn>
                <a:cxn ang="0">
                  <a:pos x="5609" y="3243"/>
                </a:cxn>
                <a:cxn ang="0">
                  <a:pos x="5609" y="3237"/>
                </a:cxn>
                <a:cxn ang="0">
                  <a:pos x="3173" y="1714"/>
                </a:cxn>
                <a:cxn ang="0">
                  <a:pos x="3173" y="1714"/>
                </a:cxn>
              </a:cxnLst>
              <a:pathLst>
                <a:path w="5591" h="3243">
                  <a:moveTo>
                    <a:pt x="3163" y="1714"/>
                  </a:moveTo>
                  <a:lnTo>
                    <a:pt x="431" y="0"/>
                  </a:lnTo>
                  <a:lnTo>
                    <a:pt x="0" y="0"/>
                  </a:lnTo>
                  <a:lnTo>
                    <a:pt x="3086" y="1786"/>
                  </a:lnTo>
                  <a:lnTo>
                    <a:pt x="5591" y="3243"/>
                  </a:lnTo>
                  <a:lnTo>
                    <a:pt x="5591" y="3237"/>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1269" name="任意多边形 13316"/>
            <p:cNvSpPr/>
            <p:nvPr/>
          </p:nvSpPr>
          <p:spPr>
            <a:xfrm>
              <a:off x="0" y="3433"/>
              <a:ext cx="4038" cy="191"/>
            </a:xfrm>
            <a:custGeom>
              <a:avLst/>
              <a:gdLst/>
              <a:ahLst/>
              <a:cxnLst>
                <a:cxn ang="0">
                  <a:pos x="0" y="155"/>
                </a:cxn>
                <a:cxn ang="0">
                  <a:pos x="4038" y="191"/>
                </a:cxn>
                <a:cxn ang="0">
                  <a:pos x="4038" y="143"/>
                </a:cxn>
                <a:cxn ang="0">
                  <a:pos x="0" y="0"/>
                </a:cxn>
                <a:cxn ang="0">
                  <a:pos x="0" y="155"/>
                </a:cxn>
                <a:cxn ang="0">
                  <a:pos x="0" y="155"/>
                </a:cxn>
              </a:cxnLst>
              <a:pathLst>
                <a:path w="4042" h="192">
                  <a:moveTo>
                    <a:pt x="0" y="156"/>
                  </a:moveTo>
                  <a:lnTo>
                    <a:pt x="4042" y="192"/>
                  </a:lnTo>
                  <a:lnTo>
                    <a:pt x="4042" y="144"/>
                  </a:lnTo>
                  <a:lnTo>
                    <a:pt x="0" y="0"/>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11270" name="任意多边形 13317"/>
            <p:cNvSpPr/>
            <p:nvPr/>
          </p:nvSpPr>
          <p:spPr>
            <a:xfrm>
              <a:off x="4038" y="3577"/>
              <a:ext cx="1720" cy="65"/>
            </a:xfrm>
            <a:custGeom>
              <a:avLst/>
              <a:gdLst/>
              <a:ahLst/>
              <a:cxnLst>
                <a:cxn ang="0">
                  <a:pos x="1720" y="65"/>
                </a:cxn>
                <a:cxn ang="0">
                  <a:pos x="1720" y="59"/>
                </a:cxn>
                <a:cxn ang="0">
                  <a:pos x="0" y="0"/>
                </a:cxn>
                <a:cxn ang="0">
                  <a:pos x="0" y="47"/>
                </a:cxn>
                <a:cxn ang="0">
                  <a:pos x="1720" y="65"/>
                </a:cxn>
                <a:cxn ang="0">
                  <a:pos x="1720" y="65"/>
                </a:cxn>
              </a:cxnLst>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1271" name="任意多边形 13318"/>
            <p:cNvSpPr/>
            <p:nvPr/>
          </p:nvSpPr>
          <p:spPr>
            <a:xfrm>
              <a:off x="0" y="3726"/>
              <a:ext cx="4784" cy="329"/>
            </a:xfrm>
            <a:custGeom>
              <a:avLst/>
              <a:gdLst/>
              <a:ahLst/>
              <a:cxnLst>
                <a:cxn ang="0">
                  <a:pos x="0" y="329"/>
                </a:cxn>
                <a:cxn ang="0">
                  <a:pos x="4784" y="77"/>
                </a:cxn>
                <a:cxn ang="0">
                  <a:pos x="4784" y="0"/>
                </a:cxn>
                <a:cxn ang="0">
                  <a:pos x="0" y="107"/>
                </a:cxn>
                <a:cxn ang="0">
                  <a:pos x="0" y="329"/>
                </a:cxn>
                <a:cxn ang="0">
                  <a:pos x="0" y="329"/>
                </a:cxn>
              </a:cxnLst>
              <a:pathLst>
                <a:path w="4789" h="329">
                  <a:moveTo>
                    <a:pt x="0" y="329"/>
                  </a:moveTo>
                  <a:lnTo>
                    <a:pt x="4789" y="77"/>
                  </a:lnTo>
                  <a:lnTo>
                    <a:pt x="4789" y="0"/>
                  </a:lnTo>
                  <a:lnTo>
                    <a:pt x="0" y="107"/>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11272" name="任意多边形 13319"/>
            <p:cNvSpPr/>
            <p:nvPr/>
          </p:nvSpPr>
          <p:spPr>
            <a:xfrm>
              <a:off x="4784" y="3702"/>
              <a:ext cx="974" cy="101"/>
            </a:xfrm>
            <a:custGeom>
              <a:avLst/>
              <a:gdLst/>
              <a:ahLst/>
              <a:cxnLst>
                <a:cxn ang="0">
                  <a:pos x="974" y="48"/>
                </a:cxn>
                <a:cxn ang="0">
                  <a:pos x="974" y="0"/>
                </a:cxn>
                <a:cxn ang="0">
                  <a:pos x="0" y="24"/>
                </a:cxn>
                <a:cxn ang="0">
                  <a:pos x="0" y="101"/>
                </a:cxn>
                <a:cxn ang="0">
                  <a:pos x="974" y="48"/>
                </a:cxn>
                <a:cxn ang="0">
                  <a:pos x="974" y="48"/>
                </a:cxn>
              </a:cxnLst>
              <a:pathLst>
                <a:path w="975" h="101">
                  <a:moveTo>
                    <a:pt x="975" y="48"/>
                  </a:moveTo>
                  <a:lnTo>
                    <a:pt x="975" y="0"/>
                  </a:lnTo>
                  <a:lnTo>
                    <a:pt x="0" y="24"/>
                  </a:lnTo>
                  <a:lnTo>
                    <a:pt x="0" y="101"/>
                  </a:lnTo>
                  <a:lnTo>
                    <a:pt x="975" y="48"/>
                  </a:lnTo>
                  <a:close/>
                </a:path>
              </a:pathLst>
            </a:custGeom>
            <a:solidFill>
              <a:schemeClr val="bg1"/>
            </a:solidFill>
            <a:ln w="9525">
              <a:noFill/>
            </a:ln>
          </p:spPr>
          <p:txBody>
            <a:bodyPr/>
            <a:p>
              <a:endParaRPr lang="en-US" sz="100"/>
            </a:p>
          </p:txBody>
        </p:sp>
        <p:sp>
          <p:nvSpPr>
            <p:cNvPr id="11273" name="任意多边形 13320"/>
            <p:cNvSpPr/>
            <p:nvPr/>
          </p:nvSpPr>
          <p:spPr>
            <a:xfrm>
              <a:off x="3619" y="3815"/>
              <a:ext cx="2139" cy="198"/>
            </a:xfrm>
            <a:custGeom>
              <a:avLst/>
              <a:gdLst/>
              <a:ahLst/>
              <a:cxnLst>
                <a:cxn ang="0">
                  <a:pos x="2139" y="0"/>
                </a:cxn>
                <a:cxn ang="0">
                  <a:pos x="0" y="156"/>
                </a:cxn>
                <a:cxn ang="0">
                  <a:pos x="0" y="198"/>
                </a:cxn>
                <a:cxn ang="0">
                  <a:pos x="2139" y="0"/>
                </a:cxn>
                <a:cxn ang="0">
                  <a:pos x="2139" y="0"/>
                </a:cxn>
              </a:cxnLst>
              <a:pathLst>
                <a:path w="2141" h="198">
                  <a:moveTo>
                    <a:pt x="2141" y="0"/>
                  </a:moveTo>
                  <a:lnTo>
                    <a:pt x="0" y="156"/>
                  </a:lnTo>
                  <a:lnTo>
                    <a:pt x="0" y="198"/>
                  </a:lnTo>
                  <a:lnTo>
                    <a:pt x="2141" y="0"/>
                  </a:lnTo>
                  <a:close/>
                </a:path>
              </a:pathLst>
            </a:custGeom>
            <a:solidFill>
              <a:schemeClr val="bg1"/>
            </a:solidFill>
            <a:ln w="9525">
              <a:noFill/>
            </a:ln>
          </p:spPr>
          <p:txBody>
            <a:bodyPr/>
            <a:p>
              <a:endParaRPr lang="en-US" sz="100"/>
            </a:p>
          </p:txBody>
        </p:sp>
        <p:sp>
          <p:nvSpPr>
            <p:cNvPr id="11274" name="任意多边形 13321"/>
            <p:cNvSpPr/>
            <p:nvPr/>
          </p:nvSpPr>
          <p:spPr>
            <a:xfrm>
              <a:off x="0" y="3971"/>
              <a:ext cx="3619" cy="348"/>
            </a:xfrm>
            <a:custGeom>
              <a:avLst/>
              <a:gdLst/>
              <a:ahLst/>
              <a:cxnLst>
                <a:cxn ang="0">
                  <a:pos x="0" y="348"/>
                </a:cxn>
                <a:cxn ang="0">
                  <a:pos x="310" y="348"/>
                </a:cxn>
                <a:cxn ang="0">
                  <a:pos x="3619" y="42"/>
                </a:cxn>
                <a:cxn ang="0">
                  <a:pos x="3619" y="0"/>
                </a:cxn>
                <a:cxn ang="0">
                  <a:pos x="0" y="264"/>
                </a:cxn>
                <a:cxn ang="0">
                  <a:pos x="0" y="348"/>
                </a:cxn>
                <a:cxn ang="0">
                  <a:pos x="0" y="348"/>
                </a:cxn>
              </a:cxnLst>
              <a:pathLst>
                <a:path w="3623" h="348">
                  <a:moveTo>
                    <a:pt x="0" y="348"/>
                  </a:moveTo>
                  <a:lnTo>
                    <a:pt x="311" y="348"/>
                  </a:lnTo>
                  <a:lnTo>
                    <a:pt x="3623" y="42"/>
                  </a:lnTo>
                  <a:lnTo>
                    <a:pt x="3623" y="0"/>
                  </a:lnTo>
                  <a:lnTo>
                    <a:pt x="0" y="264"/>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1275" name="任意多边形 13322"/>
            <p:cNvSpPr/>
            <p:nvPr/>
          </p:nvSpPr>
          <p:spPr>
            <a:xfrm>
              <a:off x="2097" y="4043"/>
              <a:ext cx="2514" cy="276"/>
            </a:xfrm>
            <a:custGeom>
              <a:avLst/>
              <a:gdLst/>
              <a:ahLst/>
              <a:cxnLst>
                <a:cxn ang="0">
                  <a:pos x="2179" y="276"/>
                </a:cxn>
                <a:cxn ang="0">
                  <a:pos x="2514" y="204"/>
                </a:cxn>
                <a:cxn ang="0">
                  <a:pos x="2257" y="0"/>
                </a:cxn>
                <a:cxn ang="0">
                  <a:pos x="0" y="276"/>
                </a:cxn>
                <a:cxn ang="0">
                  <a:pos x="2179" y="276"/>
                </a:cxn>
                <a:cxn ang="0">
                  <a:pos x="2179" y="276"/>
                </a:cxn>
              </a:cxnLst>
              <a:pathLst>
                <a:path w="2517" h="276">
                  <a:moveTo>
                    <a:pt x="2182" y="276"/>
                  </a:moveTo>
                  <a:lnTo>
                    <a:pt x="2517" y="204"/>
                  </a:lnTo>
                  <a:lnTo>
                    <a:pt x="2260" y="0"/>
                  </a:lnTo>
                  <a:lnTo>
                    <a:pt x="0" y="276"/>
                  </a:lnTo>
                  <a:lnTo>
                    <a:pt x="2182" y="276"/>
                  </a:lnTo>
                  <a:close/>
                </a:path>
              </a:pathLst>
            </a:custGeom>
            <a:solidFill>
              <a:schemeClr val="bg1"/>
            </a:solidFill>
            <a:ln w="9525">
              <a:noFill/>
            </a:ln>
          </p:spPr>
          <p:txBody>
            <a:bodyPr/>
            <a:p>
              <a:endParaRPr lang="en-US" sz="100"/>
            </a:p>
          </p:txBody>
        </p:sp>
        <p:sp>
          <p:nvSpPr>
            <p:cNvPr id="11276" name="任意多边形 13323"/>
            <p:cNvSpPr/>
            <p:nvPr/>
          </p:nvSpPr>
          <p:spPr>
            <a:xfrm>
              <a:off x="4354" y="3869"/>
              <a:ext cx="1404" cy="378"/>
            </a:xfrm>
            <a:custGeom>
              <a:avLst/>
              <a:gdLst/>
              <a:ahLst/>
              <a:cxnLst>
                <a:cxn ang="0">
                  <a:pos x="1404" y="126"/>
                </a:cxn>
                <a:cxn ang="0">
                  <a:pos x="1404" y="0"/>
                </a:cxn>
                <a:cxn ang="0">
                  <a:pos x="0" y="174"/>
                </a:cxn>
                <a:cxn ang="0">
                  <a:pos x="256" y="378"/>
                </a:cxn>
                <a:cxn ang="0">
                  <a:pos x="1404" y="126"/>
                </a:cxn>
                <a:cxn ang="0">
                  <a:pos x="1404" y="126"/>
                </a:cxn>
              </a:cxnLst>
              <a:pathLst>
                <a:path w="1405" h="378">
                  <a:moveTo>
                    <a:pt x="1405" y="126"/>
                  </a:moveTo>
                  <a:lnTo>
                    <a:pt x="1405" y="0"/>
                  </a:lnTo>
                  <a:lnTo>
                    <a:pt x="0" y="174"/>
                  </a:lnTo>
                  <a:lnTo>
                    <a:pt x="257" y="378"/>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11277" name="任意多边形 13324"/>
            <p:cNvSpPr/>
            <p:nvPr/>
          </p:nvSpPr>
          <p:spPr>
            <a:xfrm>
              <a:off x="5030" y="3151"/>
              <a:ext cx="728" cy="240"/>
            </a:xfrm>
            <a:custGeom>
              <a:avLst/>
              <a:gdLst/>
              <a:ahLst/>
              <a:cxnLst>
                <a:cxn ang="0">
                  <a:pos x="728" y="240"/>
                </a:cxn>
                <a:cxn ang="0">
                  <a:pos x="0" y="0"/>
                </a:cxn>
                <a:cxn ang="0">
                  <a:pos x="0" y="6"/>
                </a:cxn>
                <a:cxn ang="0">
                  <a:pos x="728" y="240"/>
                </a:cxn>
                <a:cxn ang="0">
                  <a:pos x="728" y="240"/>
                </a:cxn>
              </a:cxnLst>
              <a:pathLst>
                <a:path w="729" h="240">
                  <a:moveTo>
                    <a:pt x="729" y="240"/>
                  </a:moveTo>
                  <a:lnTo>
                    <a:pt x="0" y="0"/>
                  </a:lnTo>
                  <a:lnTo>
                    <a:pt x="0" y="6"/>
                  </a:lnTo>
                  <a:lnTo>
                    <a:pt x="729" y="240"/>
                  </a:lnTo>
                  <a:close/>
                </a:path>
              </a:pathLst>
            </a:custGeom>
            <a:solidFill>
              <a:schemeClr val="bg1"/>
            </a:solidFill>
            <a:ln w="9525">
              <a:noFill/>
            </a:ln>
          </p:spPr>
          <p:txBody>
            <a:bodyPr/>
            <a:p>
              <a:endParaRPr lang="en-US" sz="100"/>
            </a:p>
          </p:txBody>
        </p:sp>
        <p:sp>
          <p:nvSpPr>
            <p:cNvPr id="11278" name="任意多边形 13325"/>
            <p:cNvSpPr/>
            <p:nvPr/>
          </p:nvSpPr>
          <p:spPr>
            <a:xfrm>
              <a:off x="0" y="1486"/>
              <a:ext cx="5030" cy="1671"/>
            </a:xfrm>
            <a:custGeom>
              <a:avLst/>
              <a:gdLst/>
              <a:ahLst/>
              <a:cxnLst>
                <a:cxn ang="0">
                  <a:pos x="0" y="71"/>
                </a:cxn>
                <a:cxn ang="0">
                  <a:pos x="5030" y="1671"/>
                </a:cxn>
                <a:cxn ang="0">
                  <a:pos x="5030" y="1665"/>
                </a:cxn>
                <a:cxn ang="0">
                  <a:pos x="0" y="0"/>
                </a:cxn>
                <a:cxn ang="0">
                  <a:pos x="0" y="71"/>
                </a:cxn>
                <a:cxn ang="0">
                  <a:pos x="0" y="71"/>
                </a:cxn>
              </a:cxnLst>
              <a:pathLst>
                <a:path w="5035" h="1672">
                  <a:moveTo>
                    <a:pt x="0" y="72"/>
                  </a:moveTo>
                  <a:lnTo>
                    <a:pt x="5035" y="1672"/>
                  </a:lnTo>
                  <a:lnTo>
                    <a:pt x="5035" y="1666"/>
                  </a:lnTo>
                  <a:lnTo>
                    <a:pt x="0" y="0"/>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11279" name="任意多边形 13326"/>
            <p:cNvSpPr/>
            <p:nvPr/>
          </p:nvSpPr>
          <p:spPr>
            <a:xfrm>
              <a:off x="5030" y="3049"/>
              <a:ext cx="728" cy="318"/>
            </a:xfrm>
            <a:custGeom>
              <a:avLst/>
              <a:gdLst/>
              <a:ahLst/>
              <a:cxnLst>
                <a:cxn ang="0">
                  <a:pos x="728" y="318"/>
                </a:cxn>
                <a:cxn ang="0">
                  <a:pos x="728" y="312"/>
                </a:cxn>
                <a:cxn ang="0">
                  <a:pos x="0" y="0"/>
                </a:cxn>
                <a:cxn ang="0">
                  <a:pos x="0" y="54"/>
                </a:cxn>
                <a:cxn ang="0">
                  <a:pos x="728" y="318"/>
                </a:cxn>
                <a:cxn ang="0">
                  <a:pos x="728" y="318"/>
                </a:cxn>
              </a:cxnLst>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1280" name="任意多边形 13327"/>
            <p:cNvSpPr/>
            <p:nvPr/>
          </p:nvSpPr>
          <p:spPr>
            <a:xfrm>
              <a:off x="0" y="916"/>
              <a:ext cx="5030" cy="2187"/>
            </a:xfrm>
            <a:custGeom>
              <a:avLst/>
              <a:gdLst/>
              <a:ahLst/>
              <a:cxnLst>
                <a:cxn ang="0">
                  <a:pos x="0" y="395"/>
                </a:cxn>
                <a:cxn ang="0">
                  <a:pos x="5030" y="2187"/>
                </a:cxn>
                <a:cxn ang="0">
                  <a:pos x="5030" y="2133"/>
                </a:cxn>
                <a:cxn ang="0">
                  <a:pos x="0" y="0"/>
                </a:cxn>
                <a:cxn ang="0">
                  <a:pos x="0" y="395"/>
                </a:cxn>
                <a:cxn ang="0">
                  <a:pos x="0" y="395"/>
                </a:cxn>
              </a:cxnLst>
              <a:pathLst>
                <a:path w="5035" h="2188">
                  <a:moveTo>
                    <a:pt x="0" y="396"/>
                  </a:moveTo>
                  <a:lnTo>
                    <a:pt x="5035" y="2188"/>
                  </a:lnTo>
                  <a:lnTo>
                    <a:pt x="5035" y="2134"/>
                  </a:lnTo>
                  <a:lnTo>
                    <a:pt x="0" y="0"/>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11281" name="任意多边形 13328"/>
            <p:cNvSpPr/>
            <p:nvPr/>
          </p:nvSpPr>
          <p:spPr>
            <a:xfrm>
              <a:off x="2294" y="0"/>
              <a:ext cx="3159" cy="2725"/>
            </a:xfrm>
            <a:custGeom>
              <a:avLst/>
              <a:gdLst/>
              <a:ahLst/>
              <a:cxnLst>
                <a:cxn ang="0">
                  <a:pos x="0" y="0"/>
                </a:cxn>
                <a:cxn ang="0">
                  <a:pos x="3141" y="2725"/>
                </a:cxn>
                <a:cxn ang="0">
                  <a:pos x="3159" y="2702"/>
                </a:cxn>
                <a:cxn ang="0">
                  <a:pos x="101" y="0"/>
                </a:cxn>
                <a:cxn ang="0">
                  <a:pos x="0" y="0"/>
                </a:cxn>
                <a:cxn ang="0">
                  <a:pos x="0" y="0"/>
                </a:cxn>
              </a:cxnLst>
              <a:pathLst>
                <a:path w="3163" h="2727">
                  <a:moveTo>
                    <a:pt x="0" y="0"/>
                  </a:moveTo>
                  <a:lnTo>
                    <a:pt x="3145" y="2727"/>
                  </a:lnTo>
                  <a:lnTo>
                    <a:pt x="3163" y="2704"/>
                  </a:lnTo>
                  <a:lnTo>
                    <a:pt x="102"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11282" name="任意多边形 13329"/>
            <p:cNvSpPr/>
            <p:nvPr/>
          </p:nvSpPr>
          <p:spPr>
            <a:xfrm>
              <a:off x="5435" y="2702"/>
              <a:ext cx="323" cy="299"/>
            </a:xfrm>
            <a:custGeom>
              <a:avLst/>
              <a:gdLst/>
              <a:ahLst/>
              <a:cxnLst>
                <a:cxn ang="0">
                  <a:pos x="323" y="299"/>
                </a:cxn>
                <a:cxn ang="0">
                  <a:pos x="323" y="263"/>
                </a:cxn>
                <a:cxn ang="0">
                  <a:pos x="18" y="0"/>
                </a:cxn>
                <a:cxn ang="0">
                  <a:pos x="0" y="23"/>
                </a:cxn>
                <a:cxn ang="0">
                  <a:pos x="323" y="299"/>
                </a:cxn>
                <a:cxn ang="0">
                  <a:pos x="323" y="299"/>
                </a:cxn>
              </a:cxnLst>
              <a:pathLst>
                <a:path w="323" h="299">
                  <a:moveTo>
                    <a:pt x="323" y="299"/>
                  </a:moveTo>
                  <a:lnTo>
                    <a:pt x="323" y="263"/>
                  </a:lnTo>
                  <a:lnTo>
                    <a:pt x="18" y="0"/>
                  </a:lnTo>
                  <a:lnTo>
                    <a:pt x="0" y="23"/>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11283" name="任意多边形 13330"/>
            <p:cNvSpPr/>
            <p:nvPr/>
          </p:nvSpPr>
          <p:spPr>
            <a:xfrm>
              <a:off x="5477" y="2588"/>
              <a:ext cx="281" cy="335"/>
            </a:xfrm>
            <a:custGeom>
              <a:avLst/>
              <a:gdLst/>
              <a:ahLst/>
              <a:cxnLst>
                <a:cxn ang="0">
                  <a:pos x="281" y="335"/>
                </a:cxn>
                <a:cxn ang="0">
                  <a:pos x="281" y="173"/>
                </a:cxn>
                <a:cxn ang="0">
                  <a:pos x="96" y="0"/>
                </a:cxn>
                <a:cxn ang="0">
                  <a:pos x="0" y="90"/>
                </a:cxn>
                <a:cxn ang="0">
                  <a:pos x="281" y="335"/>
                </a:cxn>
                <a:cxn ang="0">
                  <a:pos x="281" y="335"/>
                </a:cxn>
              </a:cxnLst>
              <a:pathLst>
                <a:path w="281" h="335">
                  <a:moveTo>
                    <a:pt x="281" y="335"/>
                  </a:moveTo>
                  <a:lnTo>
                    <a:pt x="281" y="173"/>
                  </a:lnTo>
                  <a:lnTo>
                    <a:pt x="96" y="0"/>
                  </a:lnTo>
                  <a:lnTo>
                    <a:pt x="0" y="90"/>
                  </a:lnTo>
                  <a:lnTo>
                    <a:pt x="281" y="335"/>
                  </a:lnTo>
                  <a:close/>
                </a:path>
              </a:pathLst>
            </a:custGeom>
            <a:solidFill>
              <a:schemeClr val="bg1"/>
            </a:solidFill>
            <a:ln w="9525">
              <a:noFill/>
            </a:ln>
          </p:spPr>
          <p:txBody>
            <a:bodyPr/>
            <a:p>
              <a:endParaRPr lang="en-US" sz="100"/>
            </a:p>
          </p:txBody>
        </p:sp>
        <p:sp>
          <p:nvSpPr>
            <p:cNvPr id="11284" name="任意多边形 13331"/>
            <p:cNvSpPr/>
            <p:nvPr/>
          </p:nvSpPr>
          <p:spPr>
            <a:xfrm>
              <a:off x="2454" y="0"/>
              <a:ext cx="3119" cy="2678"/>
            </a:xfrm>
            <a:custGeom>
              <a:avLst/>
              <a:gdLst/>
              <a:ahLst/>
              <a:cxnLst>
                <a:cxn ang="0">
                  <a:pos x="0" y="0"/>
                </a:cxn>
                <a:cxn ang="0">
                  <a:pos x="3023" y="2678"/>
                </a:cxn>
                <a:cxn ang="0">
                  <a:pos x="3119" y="2588"/>
                </a:cxn>
                <a:cxn ang="0">
                  <a:pos x="382" y="0"/>
                </a:cxn>
                <a:cxn ang="0">
                  <a:pos x="0" y="0"/>
                </a:cxn>
                <a:cxn ang="0">
                  <a:pos x="0" y="0"/>
                </a:cxn>
              </a:cxnLst>
              <a:pathLst>
                <a:path w="3122" h="2680">
                  <a:moveTo>
                    <a:pt x="0" y="0"/>
                  </a:moveTo>
                  <a:lnTo>
                    <a:pt x="3026" y="2680"/>
                  </a:lnTo>
                  <a:lnTo>
                    <a:pt x="3122" y="2590"/>
                  </a:lnTo>
                  <a:lnTo>
                    <a:pt x="383"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11285" name="任意多边形 13332"/>
            <p:cNvSpPr/>
            <p:nvPr/>
          </p:nvSpPr>
          <p:spPr>
            <a:xfrm>
              <a:off x="5626" y="2534"/>
              <a:ext cx="132" cy="132"/>
            </a:xfrm>
            <a:custGeom>
              <a:avLst/>
              <a:gdLst/>
              <a:ahLst/>
              <a:cxnLst>
                <a:cxn ang="0">
                  <a:pos x="132" y="132"/>
                </a:cxn>
                <a:cxn ang="0">
                  <a:pos x="0" y="0"/>
                </a:cxn>
                <a:cxn ang="0">
                  <a:pos x="0" y="0"/>
                </a:cxn>
                <a:cxn ang="0">
                  <a:pos x="132" y="132"/>
                </a:cxn>
                <a:cxn ang="0">
                  <a:pos x="132" y="132"/>
                </a:cxn>
              </a:cxnLst>
              <a:pathLst>
                <a:path w="132" h="132">
                  <a:moveTo>
                    <a:pt x="132" y="132"/>
                  </a:moveTo>
                  <a:lnTo>
                    <a:pt x="0" y="0"/>
                  </a:lnTo>
                  <a:lnTo>
                    <a:pt x="132" y="132"/>
                  </a:lnTo>
                  <a:close/>
                </a:path>
              </a:pathLst>
            </a:custGeom>
            <a:solidFill>
              <a:srgbClr val="FF9999"/>
            </a:solidFill>
            <a:ln w="9525">
              <a:noFill/>
            </a:ln>
          </p:spPr>
          <p:txBody>
            <a:bodyPr/>
            <a:p>
              <a:endParaRPr lang="en-US" sz="100"/>
            </a:p>
          </p:txBody>
        </p:sp>
        <p:sp>
          <p:nvSpPr>
            <p:cNvPr id="11286" name="任意多边形 13333"/>
            <p:cNvSpPr/>
            <p:nvPr/>
          </p:nvSpPr>
          <p:spPr>
            <a:xfrm>
              <a:off x="3112" y="0"/>
              <a:ext cx="2514" cy="2534"/>
            </a:xfrm>
            <a:custGeom>
              <a:avLst/>
              <a:gdLst/>
              <a:ahLst/>
              <a:cxnLst>
                <a:cxn ang="0">
                  <a:pos x="0" y="0"/>
                </a:cxn>
                <a:cxn ang="0">
                  <a:pos x="2514" y="2534"/>
                </a:cxn>
                <a:cxn ang="0">
                  <a:pos x="2514" y="2534"/>
                </a:cxn>
                <a:cxn ang="0">
                  <a:pos x="65" y="0"/>
                </a:cxn>
                <a:cxn ang="0">
                  <a:pos x="0" y="0"/>
                </a:cxn>
                <a:cxn ang="0">
                  <a:pos x="0" y="0"/>
                </a:cxn>
              </a:cxnLst>
              <a:pathLst>
                <a:path w="2517" h="2536">
                  <a:moveTo>
                    <a:pt x="0" y="0"/>
                  </a:moveTo>
                  <a:lnTo>
                    <a:pt x="2517" y="2536"/>
                  </a:lnTo>
                  <a:lnTo>
                    <a:pt x="66"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11287" name="任意多边形 13334"/>
            <p:cNvSpPr/>
            <p:nvPr/>
          </p:nvSpPr>
          <p:spPr>
            <a:xfrm>
              <a:off x="3488" y="0"/>
              <a:ext cx="2198" cy="2480"/>
            </a:xfrm>
            <a:custGeom>
              <a:avLst/>
              <a:gdLst/>
              <a:ahLst/>
              <a:cxnLst>
                <a:cxn ang="0">
                  <a:pos x="0" y="0"/>
                </a:cxn>
                <a:cxn ang="0">
                  <a:pos x="2186" y="2480"/>
                </a:cxn>
                <a:cxn ang="0">
                  <a:pos x="2198" y="2474"/>
                </a:cxn>
                <a:cxn ang="0">
                  <a:pos x="316" y="0"/>
                </a:cxn>
                <a:cxn ang="0">
                  <a:pos x="0" y="0"/>
                </a:cxn>
                <a:cxn ang="0">
                  <a:pos x="0" y="0"/>
                </a:cxn>
              </a:cxnLst>
              <a:pathLst>
                <a:path w="2200" h="2482">
                  <a:moveTo>
                    <a:pt x="0" y="0"/>
                  </a:moveTo>
                  <a:lnTo>
                    <a:pt x="2188" y="2482"/>
                  </a:lnTo>
                  <a:lnTo>
                    <a:pt x="2200" y="2476"/>
                  </a:lnTo>
                  <a:lnTo>
                    <a:pt x="317"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1288" name="任意多边形 13335"/>
            <p:cNvSpPr/>
            <p:nvPr/>
          </p:nvSpPr>
          <p:spPr>
            <a:xfrm>
              <a:off x="5674" y="2474"/>
              <a:ext cx="84" cy="96"/>
            </a:xfrm>
            <a:custGeom>
              <a:avLst/>
              <a:gdLst/>
              <a:ahLst/>
              <a:cxnLst>
                <a:cxn ang="0">
                  <a:pos x="84" y="96"/>
                </a:cxn>
                <a:cxn ang="0">
                  <a:pos x="84" y="90"/>
                </a:cxn>
                <a:cxn ang="0">
                  <a:pos x="12" y="0"/>
                </a:cxn>
                <a:cxn ang="0">
                  <a:pos x="0" y="6"/>
                </a:cxn>
                <a:cxn ang="0">
                  <a:pos x="84" y="96"/>
                </a:cxn>
                <a:cxn ang="0">
                  <a:pos x="84" y="96"/>
                </a:cxn>
              </a:cxnLst>
              <a:pathLst>
                <a:path w="84" h="96">
                  <a:moveTo>
                    <a:pt x="84" y="96"/>
                  </a:moveTo>
                  <a:lnTo>
                    <a:pt x="84" y="90"/>
                  </a:lnTo>
                  <a:lnTo>
                    <a:pt x="12" y="0"/>
                  </a:lnTo>
                  <a:lnTo>
                    <a:pt x="0" y="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11289" name="任意多边形 13336"/>
            <p:cNvSpPr/>
            <p:nvPr/>
          </p:nvSpPr>
          <p:spPr>
            <a:xfrm>
              <a:off x="5603" y="850"/>
              <a:ext cx="155" cy="516"/>
            </a:xfrm>
            <a:custGeom>
              <a:avLst/>
              <a:gdLst/>
              <a:ahLst/>
              <a:cxnLst>
                <a:cxn ang="0">
                  <a:pos x="155" y="516"/>
                </a:cxn>
                <a:cxn ang="0">
                  <a:pos x="155" y="204"/>
                </a:cxn>
                <a:cxn ang="0">
                  <a:pos x="77" y="0"/>
                </a:cxn>
                <a:cxn ang="0">
                  <a:pos x="0" y="192"/>
                </a:cxn>
                <a:cxn ang="0">
                  <a:pos x="155" y="516"/>
                </a:cxn>
                <a:cxn ang="0">
                  <a:pos x="155" y="516"/>
                </a:cxn>
              </a:cxnLst>
              <a:pathLst>
                <a:path w="155" h="516">
                  <a:moveTo>
                    <a:pt x="155" y="516"/>
                  </a:moveTo>
                  <a:lnTo>
                    <a:pt x="155" y="204"/>
                  </a:lnTo>
                  <a:lnTo>
                    <a:pt x="77" y="0"/>
                  </a:lnTo>
                  <a:lnTo>
                    <a:pt x="0" y="192"/>
                  </a:lnTo>
                  <a:lnTo>
                    <a:pt x="155" y="516"/>
                  </a:lnTo>
                  <a:close/>
                </a:path>
              </a:pathLst>
            </a:custGeom>
            <a:solidFill>
              <a:schemeClr val="bg2"/>
            </a:solidFill>
            <a:ln w="9525">
              <a:noFill/>
            </a:ln>
          </p:spPr>
          <p:txBody>
            <a:bodyPr/>
            <a:p>
              <a:endParaRPr lang="en-US" sz="100"/>
            </a:p>
          </p:txBody>
        </p:sp>
        <p:sp>
          <p:nvSpPr>
            <p:cNvPr id="11290" name="任意多边形 13337"/>
            <p:cNvSpPr/>
            <p:nvPr/>
          </p:nvSpPr>
          <p:spPr>
            <a:xfrm>
              <a:off x="5107" y="0"/>
              <a:ext cx="573" cy="1042"/>
            </a:xfrm>
            <a:custGeom>
              <a:avLst/>
              <a:gdLst/>
              <a:ahLst/>
              <a:cxnLst>
                <a:cxn ang="0">
                  <a:pos x="0" y="0"/>
                </a:cxn>
                <a:cxn ang="0">
                  <a:pos x="496" y="1042"/>
                </a:cxn>
                <a:cxn ang="0">
                  <a:pos x="573" y="850"/>
                </a:cxn>
                <a:cxn ang="0">
                  <a:pos x="250" y="0"/>
                </a:cxn>
                <a:cxn ang="0">
                  <a:pos x="0" y="0"/>
                </a:cxn>
                <a:cxn ang="0">
                  <a:pos x="0" y="0"/>
                </a:cxn>
              </a:cxnLst>
              <a:pathLst>
                <a:path w="574" h="1043">
                  <a:moveTo>
                    <a:pt x="0" y="0"/>
                  </a:moveTo>
                  <a:lnTo>
                    <a:pt x="497" y="1043"/>
                  </a:lnTo>
                  <a:lnTo>
                    <a:pt x="574" y="851"/>
                  </a:lnTo>
                  <a:lnTo>
                    <a:pt x="251"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11291" name="任意多边形 13338"/>
            <p:cNvSpPr/>
            <p:nvPr/>
          </p:nvSpPr>
          <p:spPr>
            <a:xfrm>
              <a:off x="5411" y="0"/>
              <a:ext cx="341" cy="796"/>
            </a:xfrm>
            <a:custGeom>
              <a:avLst/>
              <a:gdLst/>
              <a:ahLst/>
              <a:cxnLst>
                <a:cxn ang="0">
                  <a:pos x="144" y="0"/>
                </a:cxn>
                <a:cxn ang="0">
                  <a:pos x="0" y="0"/>
                </a:cxn>
                <a:cxn ang="0">
                  <a:pos x="287" y="796"/>
                </a:cxn>
                <a:cxn ang="0">
                  <a:pos x="341" y="652"/>
                </a:cxn>
                <a:cxn ang="0">
                  <a:pos x="144" y="0"/>
                </a:cxn>
                <a:cxn ang="0">
                  <a:pos x="144" y="0"/>
                </a:cxn>
              </a:cxnLst>
              <a:pathLst>
                <a:path w="341" h="797">
                  <a:moveTo>
                    <a:pt x="144" y="0"/>
                  </a:moveTo>
                  <a:lnTo>
                    <a:pt x="0" y="0"/>
                  </a:lnTo>
                  <a:lnTo>
                    <a:pt x="287" y="797"/>
                  </a:lnTo>
                  <a:lnTo>
                    <a:pt x="341" y="653"/>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11292" name="任意多边形 13339"/>
            <p:cNvSpPr/>
            <p:nvPr/>
          </p:nvSpPr>
          <p:spPr>
            <a:xfrm>
              <a:off x="5698" y="653"/>
              <a:ext cx="60" cy="311"/>
            </a:xfrm>
            <a:custGeom>
              <a:avLst/>
              <a:gdLst/>
              <a:ahLst/>
              <a:cxnLst>
                <a:cxn ang="0">
                  <a:pos x="0" y="143"/>
                </a:cxn>
                <a:cxn ang="0">
                  <a:pos x="60" y="311"/>
                </a:cxn>
                <a:cxn ang="0">
                  <a:pos x="60" y="5"/>
                </a:cxn>
                <a:cxn ang="0">
                  <a:pos x="54" y="0"/>
                </a:cxn>
                <a:cxn ang="0">
                  <a:pos x="0" y="143"/>
                </a:cxn>
                <a:cxn ang="0">
                  <a:pos x="0" y="143"/>
                </a:cxn>
              </a:cxnLst>
              <a:pathLst>
                <a:path w="60" h="312">
                  <a:moveTo>
                    <a:pt x="0" y="144"/>
                  </a:moveTo>
                  <a:lnTo>
                    <a:pt x="60" y="312"/>
                  </a:lnTo>
                  <a:lnTo>
                    <a:pt x="60" y="6"/>
                  </a:lnTo>
                  <a:lnTo>
                    <a:pt x="54" y="0"/>
                  </a:lnTo>
                  <a:lnTo>
                    <a:pt x="0" y="144"/>
                  </a:lnTo>
                  <a:close/>
                </a:path>
              </a:pathLst>
            </a:custGeom>
            <a:solidFill>
              <a:schemeClr val="bg2"/>
            </a:solidFill>
            <a:ln w="9525">
              <a:noFill/>
            </a:ln>
          </p:spPr>
          <p:txBody>
            <a:bodyPr/>
            <a:p>
              <a:endParaRPr lang="en-US" sz="100"/>
            </a:p>
          </p:txBody>
        </p:sp>
        <p:sp>
          <p:nvSpPr>
            <p:cNvPr id="11293" name="任意多边形 13340"/>
            <p:cNvSpPr/>
            <p:nvPr/>
          </p:nvSpPr>
          <p:spPr>
            <a:xfrm>
              <a:off x="2" y="1601"/>
              <a:ext cx="5752" cy="1864"/>
            </a:xfrm>
            <a:custGeom>
              <a:avLst/>
              <a:gdLst/>
              <a:ahLst/>
              <a:cxnLst>
                <a:cxn ang="0">
                  <a:pos x="0" y="371"/>
                </a:cxn>
                <a:cxn ang="0">
                  <a:pos x="5752" y="1864"/>
                </a:cxn>
                <a:cxn ang="0">
                  <a:pos x="5752" y="1834"/>
                </a:cxn>
                <a:cxn ang="0">
                  <a:pos x="0" y="0"/>
                </a:cxn>
                <a:cxn ang="0">
                  <a:pos x="0" y="371"/>
                </a:cxn>
                <a:cxn ang="0">
                  <a:pos x="0" y="371"/>
                </a:cxn>
              </a:cxnLst>
              <a:pathLst>
                <a:path w="5740" h="1864">
                  <a:moveTo>
                    <a:pt x="0" y="371"/>
                  </a:moveTo>
                  <a:lnTo>
                    <a:pt x="5740" y="1864"/>
                  </a:lnTo>
                  <a:lnTo>
                    <a:pt x="5740" y="1834"/>
                  </a:lnTo>
                  <a:lnTo>
                    <a:pt x="0" y="0"/>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11294" name="任意多边形 13341"/>
            <p:cNvSpPr/>
            <p:nvPr/>
          </p:nvSpPr>
          <p:spPr>
            <a:xfrm>
              <a:off x="5754" y="3483"/>
              <a:ext cx="6" cy="6"/>
            </a:xfrm>
            <a:custGeom>
              <a:avLst/>
              <a:gdLst/>
              <a:ahLst/>
              <a:cxnLst>
                <a:cxn ang="0">
                  <a:pos x="6" y="6"/>
                </a:cxn>
                <a:cxn ang="0">
                  <a:pos x="0" y="0"/>
                </a:cxn>
                <a:cxn ang="0">
                  <a:pos x="0" y="6"/>
                </a:cxn>
                <a:cxn ang="0">
                  <a:pos x="6" y="6"/>
                </a:cxn>
                <a:cxn ang="0">
                  <a:pos x="6" y="6"/>
                </a:cxn>
              </a:cxnLst>
              <a:pathLst>
                <a:path w="6" h="6">
                  <a:moveTo>
                    <a:pt x="6" y="6"/>
                  </a:moveTo>
                  <a:lnTo>
                    <a:pt x="0" y="0"/>
                  </a:lnTo>
                  <a:lnTo>
                    <a:pt x="0" y="6"/>
                  </a:lnTo>
                  <a:lnTo>
                    <a:pt x="6" y="6"/>
                  </a:lnTo>
                  <a:close/>
                </a:path>
              </a:pathLst>
            </a:custGeom>
            <a:solidFill>
              <a:srgbClr val="18FF00"/>
            </a:solidFill>
            <a:ln w="9525">
              <a:noFill/>
            </a:ln>
          </p:spPr>
          <p:txBody>
            <a:bodyPr/>
            <a:p>
              <a:endParaRPr lang="en-US" sz="100"/>
            </a:p>
          </p:txBody>
        </p:sp>
        <p:sp>
          <p:nvSpPr>
            <p:cNvPr id="11295" name="任意多边形 13342"/>
            <p:cNvSpPr/>
            <p:nvPr/>
          </p:nvSpPr>
          <p:spPr>
            <a:xfrm>
              <a:off x="2" y="2152"/>
              <a:ext cx="5752" cy="1337"/>
            </a:xfrm>
            <a:custGeom>
              <a:avLst/>
              <a:gdLst/>
              <a:ahLst/>
              <a:cxnLst>
                <a:cxn ang="0">
                  <a:pos x="0" y="366"/>
                </a:cxn>
                <a:cxn ang="0">
                  <a:pos x="5752" y="1337"/>
                </a:cxn>
                <a:cxn ang="0">
                  <a:pos x="5752" y="1331"/>
                </a:cxn>
                <a:cxn ang="0">
                  <a:pos x="0" y="0"/>
                </a:cxn>
                <a:cxn ang="0">
                  <a:pos x="0" y="366"/>
                </a:cxn>
                <a:cxn ang="0">
                  <a:pos x="0" y="366"/>
                </a:cxn>
              </a:cxnLst>
              <a:pathLst>
                <a:path w="5740" h="1337">
                  <a:moveTo>
                    <a:pt x="0" y="366"/>
                  </a:moveTo>
                  <a:lnTo>
                    <a:pt x="5740" y="1337"/>
                  </a:lnTo>
                  <a:lnTo>
                    <a:pt x="5740" y="1331"/>
                  </a:lnTo>
                  <a:lnTo>
                    <a:pt x="0" y="0"/>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1296" name="任意多边形 13343"/>
            <p:cNvSpPr/>
            <p:nvPr/>
          </p:nvSpPr>
          <p:spPr>
            <a:xfrm>
              <a:off x="2" y="3177"/>
              <a:ext cx="5752" cy="414"/>
            </a:xfrm>
            <a:custGeom>
              <a:avLst/>
              <a:gdLst/>
              <a:ahLst/>
              <a:cxnLst>
                <a:cxn ang="0">
                  <a:pos x="0" y="48"/>
                </a:cxn>
                <a:cxn ang="0">
                  <a:pos x="5752" y="414"/>
                </a:cxn>
                <a:cxn ang="0">
                  <a:pos x="5752" y="402"/>
                </a:cxn>
                <a:cxn ang="0">
                  <a:pos x="0" y="0"/>
                </a:cxn>
                <a:cxn ang="0">
                  <a:pos x="0" y="48"/>
                </a:cxn>
                <a:cxn ang="0">
                  <a:pos x="0" y="48"/>
                </a:cxn>
              </a:cxnLst>
              <a:pathLst>
                <a:path w="5740" h="414">
                  <a:moveTo>
                    <a:pt x="0" y="48"/>
                  </a:moveTo>
                  <a:lnTo>
                    <a:pt x="5740" y="414"/>
                  </a:lnTo>
                  <a:lnTo>
                    <a:pt x="5740" y="402"/>
                  </a:lnTo>
                  <a:lnTo>
                    <a:pt x="0" y="0"/>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11297" name="任意多边形 13344"/>
            <p:cNvSpPr/>
            <p:nvPr/>
          </p:nvSpPr>
          <p:spPr>
            <a:xfrm>
              <a:off x="1297" y="0"/>
              <a:ext cx="4457" cy="3177"/>
            </a:xfrm>
            <a:custGeom>
              <a:avLst/>
              <a:gdLst/>
              <a:ahLst/>
              <a:cxnLst>
                <a:cxn ang="0">
                  <a:pos x="0" y="0"/>
                </a:cxn>
                <a:cxn ang="0">
                  <a:pos x="4457" y="3177"/>
                </a:cxn>
                <a:cxn ang="0">
                  <a:pos x="4457" y="3153"/>
                </a:cxn>
                <a:cxn ang="0">
                  <a:pos x="125" y="0"/>
                </a:cxn>
                <a:cxn ang="0">
                  <a:pos x="0" y="0"/>
                </a:cxn>
                <a:cxn ang="0">
                  <a:pos x="0" y="0"/>
                </a:cxn>
              </a:cxnLst>
              <a:pathLst>
                <a:path w="4448" h="3177">
                  <a:moveTo>
                    <a:pt x="0" y="0"/>
                  </a:moveTo>
                  <a:lnTo>
                    <a:pt x="4448" y="3177"/>
                  </a:lnTo>
                  <a:lnTo>
                    <a:pt x="4448" y="3153"/>
                  </a:lnTo>
                  <a:lnTo>
                    <a:pt x="125"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11298" name="任意多边形 13345"/>
            <p:cNvSpPr/>
            <p:nvPr/>
          </p:nvSpPr>
          <p:spPr>
            <a:xfrm>
              <a:off x="3321" y="0"/>
              <a:ext cx="2433" cy="2614"/>
            </a:xfrm>
            <a:custGeom>
              <a:avLst/>
              <a:gdLst/>
              <a:ahLst/>
              <a:cxnLst>
                <a:cxn ang="0">
                  <a:pos x="0" y="0"/>
                </a:cxn>
                <a:cxn ang="0">
                  <a:pos x="2433" y="2614"/>
                </a:cxn>
                <a:cxn ang="0">
                  <a:pos x="2433" y="2608"/>
                </a:cxn>
                <a:cxn ang="0">
                  <a:pos x="66" y="0"/>
                </a:cxn>
                <a:cxn ang="0">
                  <a:pos x="0" y="0"/>
                </a:cxn>
                <a:cxn ang="0">
                  <a:pos x="0" y="0"/>
                </a:cxn>
              </a:cxnLst>
              <a:pathLst>
                <a:path w="2428" h="2614">
                  <a:moveTo>
                    <a:pt x="0" y="0"/>
                  </a:moveTo>
                  <a:lnTo>
                    <a:pt x="2428" y="2614"/>
                  </a:lnTo>
                  <a:lnTo>
                    <a:pt x="2428" y="2608"/>
                  </a:lnTo>
                  <a:lnTo>
                    <a:pt x="66"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11299" name="任意多边形 13346"/>
            <p:cNvSpPr/>
            <p:nvPr/>
          </p:nvSpPr>
          <p:spPr>
            <a:xfrm>
              <a:off x="3950" y="0"/>
              <a:ext cx="1804" cy="2464"/>
            </a:xfrm>
            <a:custGeom>
              <a:avLst/>
              <a:gdLst/>
              <a:ahLst/>
              <a:cxnLst>
                <a:cxn ang="0">
                  <a:pos x="486" y="0"/>
                </a:cxn>
                <a:cxn ang="0">
                  <a:pos x="0" y="0"/>
                </a:cxn>
                <a:cxn ang="0">
                  <a:pos x="1804" y="2464"/>
                </a:cxn>
                <a:cxn ang="0">
                  <a:pos x="1804" y="2248"/>
                </a:cxn>
                <a:cxn ang="0">
                  <a:pos x="1797" y="2248"/>
                </a:cxn>
                <a:cxn ang="0">
                  <a:pos x="486" y="0"/>
                </a:cxn>
                <a:cxn ang="0">
                  <a:pos x="486" y="0"/>
                </a:cxn>
              </a:cxnLst>
              <a:pathLst>
                <a:path w="1800" h="2464">
                  <a:moveTo>
                    <a:pt x="485" y="0"/>
                  </a:moveTo>
                  <a:lnTo>
                    <a:pt x="0" y="0"/>
                  </a:lnTo>
                  <a:lnTo>
                    <a:pt x="1800" y="2464"/>
                  </a:lnTo>
                  <a:lnTo>
                    <a:pt x="1800" y="2248"/>
                  </a:lnTo>
                  <a:lnTo>
                    <a:pt x="1794" y="2248"/>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1300" name="任意多边形 13347"/>
            <p:cNvSpPr/>
            <p:nvPr/>
          </p:nvSpPr>
          <p:spPr>
            <a:xfrm>
              <a:off x="4519" y="0"/>
              <a:ext cx="1235" cy="2074"/>
            </a:xfrm>
            <a:custGeom>
              <a:avLst/>
              <a:gdLst/>
              <a:ahLst/>
              <a:cxnLst>
                <a:cxn ang="0">
                  <a:pos x="0" y="0"/>
                </a:cxn>
                <a:cxn ang="0">
                  <a:pos x="1235" y="2074"/>
                </a:cxn>
                <a:cxn ang="0">
                  <a:pos x="1235" y="2038"/>
                </a:cxn>
                <a:cxn ang="0">
                  <a:pos x="42" y="0"/>
                </a:cxn>
                <a:cxn ang="0">
                  <a:pos x="0" y="0"/>
                </a:cxn>
                <a:cxn ang="0">
                  <a:pos x="0" y="0"/>
                </a:cxn>
              </a:cxnLst>
              <a:pathLst>
                <a:path w="1232" h="2074">
                  <a:moveTo>
                    <a:pt x="0" y="0"/>
                  </a:moveTo>
                  <a:lnTo>
                    <a:pt x="1232" y="2074"/>
                  </a:lnTo>
                  <a:lnTo>
                    <a:pt x="1232" y="2038"/>
                  </a:lnTo>
                  <a:lnTo>
                    <a:pt x="42"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11301" name="任意多边形 13348"/>
            <p:cNvSpPr/>
            <p:nvPr/>
          </p:nvSpPr>
          <p:spPr>
            <a:xfrm>
              <a:off x="4694" y="0"/>
              <a:ext cx="1060" cy="1936"/>
            </a:xfrm>
            <a:custGeom>
              <a:avLst/>
              <a:gdLst/>
              <a:ahLst/>
              <a:cxnLst>
                <a:cxn ang="0">
                  <a:pos x="0" y="0"/>
                </a:cxn>
                <a:cxn ang="0">
                  <a:pos x="1060" y="1936"/>
                </a:cxn>
                <a:cxn ang="0">
                  <a:pos x="1060" y="1930"/>
                </a:cxn>
                <a:cxn ang="0">
                  <a:pos x="54" y="0"/>
                </a:cxn>
                <a:cxn ang="0">
                  <a:pos x="0" y="0"/>
                </a:cxn>
                <a:cxn ang="0">
                  <a:pos x="0" y="0"/>
                </a:cxn>
              </a:cxnLst>
              <a:pathLst>
                <a:path w="1058" h="1936">
                  <a:moveTo>
                    <a:pt x="0" y="0"/>
                  </a:moveTo>
                  <a:lnTo>
                    <a:pt x="1058" y="1936"/>
                  </a:lnTo>
                  <a:lnTo>
                    <a:pt x="1058" y="1930"/>
                  </a:lnTo>
                  <a:lnTo>
                    <a:pt x="54"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11302" name="任意多边形 13349"/>
            <p:cNvSpPr/>
            <p:nvPr/>
          </p:nvSpPr>
          <p:spPr>
            <a:xfrm>
              <a:off x="4981" y="0"/>
              <a:ext cx="773" cy="1487"/>
            </a:xfrm>
            <a:custGeom>
              <a:avLst/>
              <a:gdLst/>
              <a:ahLst/>
              <a:cxnLst>
                <a:cxn ang="0">
                  <a:pos x="773" y="1433"/>
                </a:cxn>
                <a:cxn ang="0">
                  <a:pos x="42" y="0"/>
                </a:cxn>
                <a:cxn ang="0">
                  <a:pos x="0" y="0"/>
                </a:cxn>
                <a:cxn ang="0">
                  <a:pos x="773" y="1487"/>
                </a:cxn>
                <a:cxn ang="0">
                  <a:pos x="773" y="1433"/>
                </a:cxn>
                <a:cxn ang="0">
                  <a:pos x="773" y="1433"/>
                </a:cxn>
              </a:cxnLst>
              <a:pathLst>
                <a:path w="771" h="1487">
                  <a:moveTo>
                    <a:pt x="771" y="1433"/>
                  </a:moveTo>
                  <a:lnTo>
                    <a:pt x="42" y="0"/>
                  </a:lnTo>
                  <a:lnTo>
                    <a:pt x="0" y="0"/>
                  </a:lnTo>
                  <a:lnTo>
                    <a:pt x="771" y="1487"/>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11303" name="组合 13350"/>
            <p:cNvGrpSpPr/>
            <p:nvPr userDrawn="1"/>
          </p:nvGrpSpPr>
          <p:grpSpPr>
            <a:xfrm>
              <a:off x="0" y="1632"/>
              <a:ext cx="5758" cy="1858"/>
              <a:chOff x="0" y="0"/>
              <a:chExt cx="5758" cy="1858"/>
            </a:xfrm>
          </p:grpSpPr>
          <p:sp>
            <p:nvSpPr>
              <p:cNvPr id="11304" name="任意多边形 13351"/>
              <p:cNvSpPr/>
              <p:nvPr/>
            </p:nvSpPr>
            <p:spPr>
              <a:xfrm>
                <a:off x="0" y="0"/>
                <a:ext cx="3670" cy="1313"/>
              </a:xfrm>
              <a:custGeom>
                <a:avLst/>
                <a:gdLst/>
                <a:ahLst/>
                <a:cxnLst>
                  <a:cxn ang="0">
                    <a:pos x="0" y="0"/>
                  </a:cxn>
                  <a:cxn ang="0">
                    <a:pos x="0" y="366"/>
                  </a:cxn>
                  <a:cxn ang="0">
                    <a:pos x="3645" y="1313"/>
                  </a:cxn>
                  <a:cxn ang="0">
                    <a:pos x="3657" y="1235"/>
                  </a:cxn>
                  <a:cxn ang="0">
                    <a:pos x="3670" y="1163"/>
                  </a:cxn>
                  <a:cxn ang="0">
                    <a:pos x="0" y="0"/>
                  </a:cxn>
                  <a:cxn ang="0">
                    <a:pos x="0" y="0"/>
                  </a:cxn>
                </a:cxnLst>
                <a:pathLst>
                  <a:path w="3659" h="1313">
                    <a:moveTo>
                      <a:pt x="0" y="0"/>
                    </a:moveTo>
                    <a:lnTo>
                      <a:pt x="0" y="366"/>
                    </a:lnTo>
                    <a:lnTo>
                      <a:pt x="3635" y="1313"/>
                    </a:lnTo>
                    <a:lnTo>
                      <a:pt x="3647" y="1235"/>
                    </a:lnTo>
                    <a:lnTo>
                      <a:pt x="3659" y="1163"/>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1305" name="任意多边形 13352"/>
              <p:cNvSpPr/>
              <p:nvPr/>
            </p:nvSpPr>
            <p:spPr>
              <a:xfrm>
                <a:off x="3646" y="1163"/>
                <a:ext cx="2112" cy="695"/>
              </a:xfrm>
              <a:custGeom>
                <a:avLst/>
                <a:gdLst/>
                <a:ahLst/>
                <a:cxnLst>
                  <a:cxn ang="0">
                    <a:pos x="2112" y="665"/>
                  </a:cxn>
                  <a:cxn ang="0">
                    <a:pos x="24" y="0"/>
                  </a:cxn>
                  <a:cxn ang="0">
                    <a:pos x="12" y="72"/>
                  </a:cxn>
                  <a:cxn ang="0">
                    <a:pos x="0" y="150"/>
                  </a:cxn>
                  <a:cxn ang="0">
                    <a:pos x="2112" y="695"/>
                  </a:cxn>
                  <a:cxn ang="0">
                    <a:pos x="2112" y="665"/>
                  </a:cxn>
                  <a:cxn ang="0">
                    <a:pos x="2112" y="665"/>
                  </a:cxn>
                </a:cxnLst>
                <a:pathLst>
                  <a:path w="2105" h="695">
                    <a:moveTo>
                      <a:pt x="2105" y="665"/>
                    </a:moveTo>
                    <a:lnTo>
                      <a:pt x="24" y="0"/>
                    </a:lnTo>
                    <a:lnTo>
                      <a:pt x="12" y="72"/>
                    </a:lnTo>
                    <a:lnTo>
                      <a:pt x="0" y="150"/>
                    </a:lnTo>
                    <a:lnTo>
                      <a:pt x="2105" y="69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11306" name="标题 13353"/>
          <p:cNvSpPr>
            <a:spLocks noGrp="1"/>
          </p:cNvSpPr>
          <p:nvPr>
            <p:ph type="title"/>
          </p:nvPr>
        </p:nvSpPr>
        <p:spPr>
          <a:xfrm>
            <a:off x="457200" y="208396"/>
            <a:ext cx="8229600" cy="857400"/>
          </a:xfrm>
          <a:prstGeom prst="rect">
            <a:avLst/>
          </a:prstGeom>
          <a:noFill/>
          <a:ln w="9525">
            <a:noFill/>
          </a:ln>
        </p:spPr>
        <p:txBody>
          <a:bodyPr wrap="square" lIns="91440" tIns="45720" rIns="91440" bIns="45720" anchor="ctr"/>
          <a:p>
            <a:pPr lvl="0"/>
            <a:r>
              <a:rPr lang="zh-CN" altLang="en-US"/>
              <a:t>单击此处编辑母版标题样式</a:t>
            </a:r>
            <a:endParaRPr lang="zh-CN" altLang="en-US"/>
          </a:p>
        </p:txBody>
      </p:sp>
      <p:sp>
        <p:nvSpPr>
          <p:cNvPr id="13355" name="文本占位符 13354"/>
          <p:cNvSpPr>
            <a:spLocks noGrp="1"/>
          </p:cNvSpPr>
          <p:nvPr>
            <p:ph type="body" idx="1"/>
          </p:nvPr>
        </p:nvSpPr>
        <p:spPr>
          <a:xfrm>
            <a:off x="457200" y="1200360"/>
            <a:ext cx="8229600" cy="3398638"/>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3356" name="日期占位符 13355"/>
          <p:cNvSpPr>
            <a:spLocks noGrp="1"/>
          </p:cNvSpPr>
          <p:nvPr>
            <p:ph type="dt" sz="half" idx="2"/>
          </p:nvPr>
        </p:nvSpPr>
        <p:spPr>
          <a:xfrm>
            <a:off x="457200" y="4683547"/>
            <a:ext cx="2133600" cy="342960"/>
          </a:xfrm>
          <a:prstGeom prst="rect">
            <a:avLst/>
          </a:prstGeom>
          <a:noFill/>
          <a:ln w="9525">
            <a:noFill/>
            <a:miter/>
          </a:ln>
        </p:spPr>
        <p:txBody>
          <a:bodyPr anchor="b"/>
          <a:lstStyle>
            <a:lvl1pPr>
              <a:defRPr sz="900" noProof="1" dirty="0">
                <a:cs typeface="+mn-ea"/>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13357" name="页脚占位符 13356"/>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noProof="1" dirty="0"/>
            </a:lvl1pPr>
          </a:lstStyle>
          <a:p>
            <a:pPr fontAlgn="base"/>
            <a:endParaRPr lang="zh-CN" altLang="en-US" strike="noStrike" noProof="1"/>
          </a:p>
        </p:txBody>
      </p:sp>
      <p:sp>
        <p:nvSpPr>
          <p:cNvPr id="13358" name="灯片编号占位符 13357"/>
          <p:cNvSpPr>
            <a:spLocks noGrp="1"/>
          </p:cNvSpPr>
          <p:nvPr>
            <p:ph type="sldNum" sz="quarter" idx="4"/>
          </p:nvPr>
        </p:nvSpPr>
        <p:spPr>
          <a:xfrm>
            <a:off x="6553200" y="4683547"/>
            <a:ext cx="2133600" cy="342960"/>
          </a:xfrm>
          <a:prstGeom prst="rect">
            <a:avLst/>
          </a:prstGeom>
          <a:noFill/>
          <a:ln w="9525">
            <a:noFill/>
            <a:miter/>
          </a:ln>
        </p:spPr>
        <p:txBody>
          <a:bodyPr vert="horz" wrap="square" lIns="91440" tIns="45720" rIns="91440" bIns="45720" numCol="1" anchor="b" anchorCtr="0" compatLnSpc="1"/>
          <a:lstStyle>
            <a:lvl1pPr algn="r">
              <a:defRPr sz="900"/>
            </a:lvl1pPr>
          </a:lstStyle>
          <a:p>
            <a:pPr fontAlgn="base"/>
            <a:fld id="{9D9AD45D-AA78-43E7-8139-F28EFC3AF000}"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Lst>
  <p:hf sldNum="0" hdr="0" ftr="0" dt="0"/>
  <p:txStyles>
    <p:titleStyle>
      <a:lvl1pPr algn="ctr" rtl="0" fontAlgn="base">
        <a:spcBef>
          <a:spcPct val="0"/>
        </a:spcBef>
        <a:spcAft>
          <a:spcPct val="0"/>
        </a:spcAft>
        <a:defRPr sz="33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fontAlgn="base">
        <a:spcBef>
          <a:spcPct val="15000"/>
        </a:spcBef>
        <a:spcAft>
          <a:spcPct val="0"/>
        </a:spcAft>
        <a:buClr>
          <a:schemeClr val="hlink"/>
        </a:buClr>
        <a:buSzPct val="90000"/>
        <a:buFont typeface="Wingdings" panose="05000000000000000000" pitchFamily="2" charset="2"/>
        <a:buBlip>
          <a:blip r:embed="rId13"/>
        </a:buBlip>
        <a:defRPr sz="2400" kern="1200">
          <a:solidFill>
            <a:schemeClr val="tx1"/>
          </a:solidFill>
          <a:latin typeface="+mn-lt"/>
          <a:ea typeface="+mn-ea"/>
          <a:cs typeface="+mn-cs"/>
        </a:defRPr>
      </a:lvl1pPr>
      <a:lvl2pPr marL="557530" lvl="1" indent="-214630" algn="l" rtl="0" fontAlgn="base">
        <a:spcBef>
          <a:spcPct val="15000"/>
        </a:spcBef>
        <a:spcAft>
          <a:spcPct val="0"/>
        </a:spcAft>
        <a:buFont typeface="Wingdings" panose="05000000000000000000" pitchFamily="2" charset="2"/>
        <a:buChar char="–"/>
        <a:defRPr sz="2100" kern="1200">
          <a:solidFill>
            <a:schemeClr val="tx1"/>
          </a:solidFill>
          <a:effectLst>
            <a:outerShdw blurRad="38100" dist="38100" dir="2700000">
              <a:srgbClr val="C0C0C0"/>
            </a:outerShdw>
          </a:effectLst>
          <a:latin typeface="+mn-lt"/>
          <a:ea typeface="+mn-ea"/>
          <a:cs typeface="+mn-cs"/>
        </a:defRPr>
      </a:lvl2pPr>
      <a:lvl3pPr marL="857250" lvl="2" indent="-171450" algn="l" rtl="0" fontAlgn="base">
        <a:spcBef>
          <a:spcPct val="15000"/>
        </a:spcBef>
        <a:spcAft>
          <a:spcPct val="0"/>
        </a:spcAft>
        <a:buClr>
          <a:schemeClr val="accent2"/>
        </a:buClr>
        <a:buSzPct val="90000"/>
        <a:buFont typeface="Wingdings" panose="05000000000000000000" pitchFamily="2" charset="2"/>
        <a:buBlip>
          <a:blip r:embed="rId14"/>
        </a:buBlip>
        <a:defRPr sz="1800" kern="1200">
          <a:solidFill>
            <a:schemeClr val="tx1"/>
          </a:solidFill>
          <a:effectLst>
            <a:outerShdw blurRad="38100" dist="38100" dir="2700000">
              <a:srgbClr val="C0C0C0"/>
            </a:outerShdw>
          </a:effectLst>
          <a:latin typeface="+mn-lt"/>
          <a:ea typeface="+mn-ea"/>
          <a:cs typeface="+mn-cs"/>
        </a:defRPr>
      </a:lvl3pPr>
      <a:lvl4pPr marL="1200150" lvl="3" indent="-171450" algn="l" rtl="0" fontAlgn="base">
        <a:spcBef>
          <a:spcPct val="15000"/>
        </a:spcBef>
        <a:spcAft>
          <a:spcPct val="0"/>
        </a:spcAft>
        <a:buFont typeface="Wingdings" panose="05000000000000000000" pitchFamily="2" charset="2"/>
        <a:buChar char="–"/>
        <a:defRPr sz="1500" kern="1200">
          <a:solidFill>
            <a:schemeClr val="tx1"/>
          </a:solidFill>
          <a:effectLst>
            <a:outerShdw blurRad="38100" dist="38100" dir="2700000">
              <a:srgbClr val="C0C0C0"/>
            </a:outerShdw>
          </a:effectLst>
          <a:latin typeface="+mn-lt"/>
          <a:ea typeface="+mn-ea"/>
          <a:cs typeface="+mn-cs"/>
        </a:defRPr>
      </a:lvl4pPr>
      <a:lvl5pPr marL="1543050" lvl="4" indent="-171450" algn="l" rtl="0" fontAlgn="base">
        <a:spcBef>
          <a:spcPct val="15000"/>
        </a:spcBef>
        <a:spcAft>
          <a:spcPct val="0"/>
        </a:spcAft>
        <a:buClr>
          <a:schemeClr val="folHlink"/>
        </a:buClr>
        <a:buSzPct val="90000"/>
        <a:buFont typeface="Wingdings" panose="05000000000000000000" pitchFamily="2" charset="2"/>
        <a:buBlip>
          <a:blip r:embed="rId15"/>
        </a:buBlip>
        <a:defRPr sz="1500" kern="120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lnSpc>
          <a:spcPct val="100000"/>
        </a:lnSpc>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5362" name="日期占位符 15361"/>
          <p:cNvSpPr>
            <a:spLocks noGrp="1"/>
          </p:cNvSpPr>
          <p:nvPr>
            <p:ph type="dt" sz="half" idx="2"/>
          </p:nvPr>
        </p:nvSpPr>
        <p:spPr>
          <a:xfrm>
            <a:off x="457200" y="4689501"/>
            <a:ext cx="2133600" cy="357250"/>
          </a:xfrm>
          <a:prstGeom prst="rect">
            <a:avLst/>
          </a:prstGeom>
          <a:noFill/>
          <a:ln w="9525">
            <a:noFill/>
            <a:miter/>
          </a:ln>
        </p:spPr>
        <p:txBody>
          <a:bodyPr anchor="b"/>
          <a:lstStyle>
            <a:lvl1pPr>
              <a:defRPr sz="900" noProof="1">
                <a:effectLst/>
                <a:cs typeface="+mn-ea"/>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ea"/>
              </a:rPr>
            </a:fld>
            <a:endParaRPr lang="zh-CN" altLang="en-US" strike="noStrike" noProof="1">
              <a:cs typeface="+mn-cs"/>
            </a:endParaRPr>
          </a:p>
        </p:txBody>
      </p:sp>
      <p:sp>
        <p:nvSpPr>
          <p:cNvPr id="15363" name="灯片编号占位符 15362"/>
          <p:cNvSpPr>
            <a:spLocks noGrp="1"/>
          </p:cNvSpPr>
          <p:nvPr>
            <p:ph type="sldNum" sz="quarter" idx="4"/>
          </p:nvPr>
        </p:nvSpPr>
        <p:spPr>
          <a:xfrm>
            <a:off x="6553200" y="4687120"/>
            <a:ext cx="2133600" cy="357250"/>
          </a:xfrm>
          <a:prstGeom prst="rect">
            <a:avLst/>
          </a:prstGeom>
          <a:noFill/>
          <a:ln w="9525">
            <a:noFill/>
            <a:miter/>
          </a:ln>
        </p:spPr>
        <p:txBody>
          <a:bodyPr vert="horz" wrap="square" lIns="91440" tIns="45720" rIns="91440" bIns="45720" numCol="1" anchor="b" anchorCtr="0" compatLnSpc="1"/>
          <a:lstStyle>
            <a:lvl1pPr algn="r">
              <a:defRPr sz="900"/>
            </a:lvl1pPr>
          </a:lstStyle>
          <a:p>
            <a:pPr fontAlgn="base"/>
            <a:fld id="{976518CB-8026-43E3-B911-1233CAB4CE45}" type="slidenum">
              <a:rPr lang="zh-CN" altLang="zh-CN" strike="noStrike" noProof="1">
                <a:latin typeface="Arial" panose="020B0604020202020204" pitchFamily="34" charset="0"/>
                <a:ea typeface="宋体" panose="02010600030101010101" pitchFamily="2" charset="-122"/>
                <a:cs typeface="+mn-cs"/>
              </a:rPr>
            </a:fld>
            <a:endParaRPr lang="zh-CN" altLang="zh-CN" strike="noStrike" noProof="1"/>
          </a:p>
        </p:txBody>
      </p:sp>
      <p:grpSp>
        <p:nvGrpSpPr>
          <p:cNvPr id="12292" name="组合 15363"/>
          <p:cNvGrpSpPr/>
          <p:nvPr/>
        </p:nvGrpSpPr>
        <p:grpSpPr>
          <a:xfrm>
            <a:off x="0" y="0"/>
            <a:ext cx="9140825" cy="5138446"/>
            <a:chOff x="0" y="0"/>
            <a:chExt cx="5758" cy="4315"/>
          </a:xfrm>
        </p:grpSpPr>
        <p:grpSp>
          <p:nvGrpSpPr>
            <p:cNvPr id="12293" name="组合 15364"/>
            <p:cNvGrpSpPr/>
            <p:nvPr userDrawn="1"/>
          </p:nvGrpSpPr>
          <p:grpSpPr>
            <a:xfrm>
              <a:off x="1728" y="2230"/>
              <a:ext cx="4027" cy="2085"/>
              <a:chOff x="0" y="0"/>
              <a:chExt cx="4027" cy="2085"/>
            </a:xfrm>
          </p:grpSpPr>
          <p:sp>
            <p:nvSpPr>
              <p:cNvPr id="12294" name="任意多边形 15365"/>
              <p:cNvSpPr/>
              <p:nvPr/>
            </p:nvSpPr>
            <p:spPr>
              <a:xfrm>
                <a:off x="0" y="41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close/>
                  </a:path>
                </a:pathLst>
              </a:custGeom>
              <a:gradFill rotWithShape="0">
                <a:gsLst>
                  <a:gs pos="0">
                    <a:schemeClr val="bg1"/>
                  </a:gs>
                  <a:gs pos="100000">
                    <a:srgbClr val="002E8B"/>
                  </a:gs>
                </a:gsLst>
                <a:lin ang="0" scaled="1"/>
                <a:tileRect/>
              </a:gradFill>
              <a:ln w="9525">
                <a:noFill/>
              </a:ln>
            </p:spPr>
            <p:txBody>
              <a:bodyPr/>
              <a:p>
                <a:endParaRPr lang="en-US" sz="100"/>
              </a:p>
            </p:txBody>
          </p:sp>
          <p:sp>
            <p:nvSpPr>
              <p:cNvPr id="12295" name="任意多边形 15366"/>
              <p:cNvSpPr/>
              <p:nvPr/>
            </p:nvSpPr>
            <p:spPr>
              <a:xfrm>
                <a:off x="2442" y="44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close/>
                  </a:path>
                </a:pathLst>
              </a:custGeom>
              <a:gradFill rotWithShape="0">
                <a:gsLst>
                  <a:gs pos="0">
                    <a:schemeClr val="bg1"/>
                  </a:gs>
                  <a:gs pos="100000">
                    <a:srgbClr val="002E8B"/>
                  </a:gs>
                </a:gsLst>
                <a:lin ang="2700000" scaled="1"/>
                <a:tileRect/>
              </a:gradFill>
              <a:ln w="9525">
                <a:noFill/>
              </a:ln>
            </p:spPr>
            <p:txBody>
              <a:bodyPr/>
              <a:p>
                <a:endParaRPr lang="en-US" sz="100"/>
              </a:p>
            </p:txBody>
          </p:sp>
          <p:sp>
            <p:nvSpPr>
              <p:cNvPr id="12296" name="任意多边形 15367"/>
              <p:cNvSpPr/>
              <p:nvPr/>
            </p:nvSpPr>
            <p:spPr>
              <a:xfrm>
                <a:off x="1172" y="111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close/>
                  </a:path>
                </a:pathLst>
              </a:custGeom>
              <a:gradFill rotWithShape="0">
                <a:gsLst>
                  <a:gs pos="0">
                    <a:srgbClr val="002A7D"/>
                  </a:gs>
                  <a:gs pos="100000">
                    <a:schemeClr val="bg1"/>
                  </a:gs>
                </a:gsLst>
                <a:lin ang="5400000" scaled="1"/>
                <a:tileRect/>
              </a:gradFill>
              <a:ln w="9525">
                <a:noFill/>
              </a:ln>
            </p:spPr>
            <p:txBody>
              <a:bodyPr/>
              <a:p>
                <a:endParaRPr lang="en-US" sz="100"/>
              </a:p>
            </p:txBody>
          </p:sp>
          <p:sp>
            <p:nvSpPr>
              <p:cNvPr id="12297" name="任意多边形 15368"/>
              <p:cNvSpPr/>
              <p:nvPr/>
            </p:nvSpPr>
            <p:spPr>
              <a:xfrm>
                <a:off x="1020" y="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bg1"/>
              </a:solidFill>
              <a:ln w="9525">
                <a:noFill/>
              </a:ln>
            </p:spPr>
            <p:txBody>
              <a:bodyPr/>
              <a:p>
                <a:endParaRPr lang="en-US" sz="100"/>
              </a:p>
            </p:txBody>
          </p:sp>
          <p:sp>
            <p:nvSpPr>
              <p:cNvPr id="12298" name="任意多边形 15369"/>
              <p:cNvSpPr/>
              <p:nvPr/>
            </p:nvSpPr>
            <p:spPr>
              <a:xfrm>
                <a:off x="2773" y="8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close/>
                  </a:path>
                </a:pathLst>
              </a:custGeom>
              <a:gradFill rotWithShape="0">
                <a:gsLst>
                  <a:gs pos="0">
                    <a:srgbClr val="002D86"/>
                  </a:gs>
                  <a:gs pos="100000">
                    <a:schemeClr val="bg1"/>
                  </a:gs>
                </a:gsLst>
                <a:lin ang="2700000" scaled="1"/>
                <a:tileRect/>
              </a:gradFill>
              <a:ln w="9525">
                <a:noFill/>
              </a:ln>
            </p:spPr>
            <p:txBody>
              <a:bodyPr/>
              <a:p>
                <a:endParaRPr lang="en-US" sz="100"/>
              </a:p>
            </p:txBody>
          </p:sp>
        </p:grpSp>
        <p:sp>
          <p:nvSpPr>
            <p:cNvPr id="12299" name="任意多边形 15370"/>
            <p:cNvSpPr/>
            <p:nvPr/>
          </p:nvSpPr>
          <p:spPr>
            <a:xfrm>
              <a:off x="3322" y="1341"/>
              <a:ext cx="1825" cy="1537"/>
            </a:xfrm>
            <a:custGeom>
              <a:avLst/>
              <a:gdLst/>
              <a:ahLst/>
              <a:cxnLst>
                <a:cxn ang="0">
                  <a:pos x="780" y="1110"/>
                </a:cxn>
                <a:cxn ang="0">
                  <a:pos x="1078" y="1058"/>
                </a:cxn>
                <a:cxn ang="0">
                  <a:pos x="1324" y="1001"/>
                </a:cxn>
                <a:cxn ang="0">
                  <a:pos x="1522" y="938"/>
                </a:cxn>
                <a:cxn ang="0">
                  <a:pos x="1669" y="870"/>
                </a:cxn>
                <a:cxn ang="0">
                  <a:pos x="1764" y="790"/>
                </a:cxn>
                <a:cxn ang="0">
                  <a:pos x="1816" y="699"/>
                </a:cxn>
                <a:cxn ang="0">
                  <a:pos x="1820" y="585"/>
                </a:cxn>
                <a:cxn ang="0">
                  <a:pos x="1781" y="478"/>
                </a:cxn>
                <a:cxn ang="0">
                  <a:pos x="1704" y="380"/>
                </a:cxn>
                <a:cxn ang="0">
                  <a:pos x="1596" y="289"/>
                </a:cxn>
                <a:cxn ang="0">
                  <a:pos x="1406" y="164"/>
                </a:cxn>
                <a:cxn ang="0">
                  <a:pos x="1281" y="96"/>
                </a:cxn>
                <a:cxn ang="0">
                  <a:pos x="1173" y="44"/>
                </a:cxn>
                <a:cxn ang="0">
                  <a:pos x="1100" y="10"/>
                </a:cxn>
                <a:cxn ang="0">
                  <a:pos x="1069" y="0"/>
                </a:cxn>
                <a:cxn ang="0">
                  <a:pos x="1315" y="124"/>
                </a:cxn>
                <a:cxn ang="0">
                  <a:pos x="1548" y="266"/>
                </a:cxn>
                <a:cxn ang="0">
                  <a:pos x="1643" y="341"/>
                </a:cxn>
                <a:cxn ang="0">
                  <a:pos x="1725" y="420"/>
                </a:cxn>
                <a:cxn ang="0">
                  <a:pos x="1777" y="500"/>
                </a:cxn>
                <a:cxn ang="0">
                  <a:pos x="1798" y="585"/>
                </a:cxn>
                <a:cxn ang="0">
                  <a:pos x="1781" y="665"/>
                </a:cxn>
                <a:cxn ang="0">
                  <a:pos x="1725" y="734"/>
                </a:cxn>
                <a:cxn ang="0">
                  <a:pos x="1639" y="790"/>
                </a:cxn>
                <a:cxn ang="0">
                  <a:pos x="1526" y="837"/>
                </a:cxn>
                <a:cxn ang="0">
                  <a:pos x="1389" y="882"/>
                </a:cxn>
                <a:cxn ang="0">
                  <a:pos x="1073" y="950"/>
                </a:cxn>
                <a:cxn ang="0">
                  <a:pos x="733" y="1012"/>
                </a:cxn>
                <a:cxn ang="0">
                  <a:pos x="414" y="1075"/>
                </a:cxn>
                <a:cxn ang="0">
                  <a:pos x="280" y="1115"/>
                </a:cxn>
                <a:cxn ang="0">
                  <a:pos x="163" y="1155"/>
                </a:cxn>
                <a:cxn ang="0">
                  <a:pos x="73" y="1201"/>
                </a:cxn>
                <a:cxn ang="0">
                  <a:pos x="17" y="1257"/>
                </a:cxn>
                <a:cxn ang="0">
                  <a:pos x="0" y="1320"/>
                </a:cxn>
                <a:cxn ang="0">
                  <a:pos x="21" y="1388"/>
                </a:cxn>
                <a:cxn ang="0">
                  <a:pos x="77" y="1445"/>
                </a:cxn>
                <a:cxn ang="0">
                  <a:pos x="155" y="1490"/>
                </a:cxn>
                <a:cxn ang="0">
                  <a:pos x="259" y="1537"/>
                </a:cxn>
                <a:cxn ang="0">
                  <a:pos x="172" y="1479"/>
                </a:cxn>
                <a:cxn ang="0">
                  <a:pos x="116" y="1422"/>
                </a:cxn>
                <a:cxn ang="0">
                  <a:pos x="95" y="1366"/>
                </a:cxn>
                <a:cxn ang="0">
                  <a:pos x="112" y="1315"/>
                </a:cxn>
                <a:cxn ang="0">
                  <a:pos x="168" y="1263"/>
                </a:cxn>
                <a:cxn ang="0">
                  <a:pos x="271" y="1217"/>
                </a:cxn>
                <a:cxn ang="0">
                  <a:pos x="418" y="1172"/>
                </a:cxn>
                <a:cxn ang="0">
                  <a:pos x="612" y="1138"/>
                </a:cxn>
              </a:cxnLst>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close/>
                </a:path>
              </a:pathLst>
            </a:custGeom>
            <a:gradFill rotWithShape="0">
              <a:gsLst>
                <a:gs pos="0">
                  <a:srgbClr val="002B82"/>
                </a:gs>
                <a:gs pos="100000">
                  <a:schemeClr val="bg1"/>
                </a:gs>
              </a:gsLst>
              <a:lin ang="2700000" scaled="1"/>
              <a:tileRect/>
            </a:gradFill>
            <a:ln w="9525">
              <a:noFill/>
            </a:ln>
          </p:spPr>
          <p:txBody>
            <a:bodyPr/>
            <a:p>
              <a:endParaRPr lang="en-US" sz="100"/>
            </a:p>
          </p:txBody>
        </p:sp>
        <p:sp>
          <p:nvSpPr>
            <p:cNvPr id="12300" name="任意多边形 15371"/>
            <p:cNvSpPr/>
            <p:nvPr/>
          </p:nvSpPr>
          <p:spPr>
            <a:xfrm>
              <a:off x="0" y="0"/>
              <a:ext cx="5758" cy="1776"/>
            </a:xfrm>
            <a:custGeom>
              <a:avLst/>
              <a:gdLst/>
              <a:ahLst/>
              <a:cxnLst>
                <a:cxn ang="0">
                  <a:pos x="0" y="0"/>
                </a:cxn>
                <a:cxn ang="0">
                  <a:pos x="0" y="1776"/>
                </a:cxn>
                <a:cxn ang="0">
                  <a:pos x="5758" y="1776"/>
                </a:cxn>
                <a:cxn ang="0">
                  <a:pos x="5758" y="0"/>
                </a:cxn>
                <a:cxn ang="0">
                  <a:pos x="0" y="0"/>
                </a:cxn>
                <a:cxn ang="0">
                  <a:pos x="0" y="0"/>
                </a:cxn>
              </a:cxnLst>
              <a:pathLst>
                <a:path w="5740" h="1906">
                  <a:moveTo>
                    <a:pt x="0" y="0"/>
                  </a:moveTo>
                  <a:lnTo>
                    <a:pt x="0" y="1906"/>
                  </a:lnTo>
                  <a:lnTo>
                    <a:pt x="5740" y="1906"/>
                  </a:lnTo>
                  <a:lnTo>
                    <a:pt x="5740" y="0"/>
                  </a:lnTo>
                  <a:lnTo>
                    <a:pt x="0" y="0"/>
                  </a:lnTo>
                  <a:close/>
                </a:path>
              </a:pathLst>
            </a:custGeom>
            <a:gradFill rotWithShape="0">
              <a:gsLst>
                <a:gs pos="0">
                  <a:schemeClr val="bg2"/>
                </a:gs>
                <a:gs pos="100000">
                  <a:schemeClr val="bg1"/>
                </a:gs>
              </a:gsLst>
              <a:lin ang="5400000" scaled="1"/>
              <a:tileRect/>
            </a:gradFill>
            <a:ln w="9525">
              <a:noFill/>
            </a:ln>
          </p:spPr>
          <p:txBody>
            <a:bodyPr/>
            <a:p>
              <a:endParaRPr lang="en-US" sz="100"/>
            </a:p>
          </p:txBody>
        </p:sp>
      </p:grpSp>
      <p:sp>
        <p:nvSpPr>
          <p:cNvPr id="12301" name="标题 15372"/>
          <p:cNvSpPr>
            <a:spLocks noGrp="1" noRot="1"/>
          </p:cNvSpPr>
          <p:nvPr>
            <p:ph type="title"/>
          </p:nvPr>
        </p:nvSpPr>
        <p:spPr>
          <a:xfrm>
            <a:off x="457200" y="206015"/>
            <a:ext cx="8229600" cy="857400"/>
          </a:xfrm>
          <a:prstGeom prst="rect">
            <a:avLst/>
          </a:prstGeom>
          <a:noFill/>
          <a:ln w="9525">
            <a:noFill/>
          </a:ln>
        </p:spPr>
        <p:txBody>
          <a:bodyPr wrap="square" lIns="91440" tIns="45720" rIns="91440" bIns="45720" anchor="ctr"/>
          <a:p>
            <a:pPr lvl="0"/>
            <a:r>
              <a:rPr lang="zh-CN" altLang="en-US"/>
              <a:t>单击此处编辑母版标题样式</a:t>
            </a:r>
            <a:endParaRPr lang="zh-CN" altLang="en-US"/>
          </a:p>
        </p:txBody>
      </p:sp>
      <p:sp>
        <p:nvSpPr>
          <p:cNvPr id="15374" name="页脚占位符 15373"/>
          <p:cNvSpPr>
            <a:spLocks noGrp="1"/>
          </p:cNvSpPr>
          <p:nvPr>
            <p:ph type="ftr" sz="quarter" idx="3"/>
          </p:nvPr>
        </p:nvSpPr>
        <p:spPr>
          <a:xfrm>
            <a:off x="3124200" y="4687120"/>
            <a:ext cx="2895600" cy="357250"/>
          </a:xfrm>
          <a:prstGeom prst="rect">
            <a:avLst/>
          </a:prstGeom>
          <a:noFill/>
          <a:ln w="9525">
            <a:noFill/>
            <a:miter/>
          </a:ln>
        </p:spPr>
        <p:txBody>
          <a:bodyPr anchor="b"/>
          <a:lstStyle>
            <a:lvl1pPr algn="ctr">
              <a:defRPr sz="900" noProof="1">
                <a:effectLst/>
              </a:defRPr>
            </a:lvl1pPr>
          </a:lstStyle>
          <a:p>
            <a:pPr fontAlgn="base"/>
            <a:endParaRPr lang="zh-CN" strike="noStrike" noProof="1"/>
          </a:p>
        </p:txBody>
      </p:sp>
      <p:sp>
        <p:nvSpPr>
          <p:cNvPr id="12303" name="文本占位符 15374"/>
          <p:cNvSpPr>
            <a:spLocks noGrp="1"/>
          </p:cNvSpPr>
          <p:nvPr>
            <p:ph type="body"/>
          </p:nvPr>
        </p:nvSpPr>
        <p:spPr>
          <a:xfrm>
            <a:off x="457200" y="1200360"/>
            <a:ext cx="8229600" cy="3395066"/>
          </a:xfrm>
          <a:prstGeom prst="rect">
            <a:avLst/>
          </a:prstGeom>
          <a:noFill/>
          <a:ln w="9525">
            <a:noFill/>
          </a:ln>
        </p:spPr>
        <p:txBody>
          <a:bodyPr wrap="square" lIns="91440" tIns="45720" rIns="91440" bIns="45720"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hf sldNum="0" hdr="0" ftr="0" dt="0"/>
  <p:txStyles>
    <p:titleStyle>
      <a:lvl1pPr algn="ctr" rtl="0" fontAlgn="base">
        <a:spcBef>
          <a:spcPct val="0"/>
        </a:spcBef>
        <a:spcAft>
          <a:spcPct val="0"/>
        </a:spcAft>
        <a:defRPr sz="3300" b="1" kern="1200">
          <a:solidFill>
            <a:schemeClr val="tx2"/>
          </a:solidFill>
          <a:latin typeface="+mj-lt"/>
          <a:ea typeface="+mj-ea"/>
          <a:cs typeface="+mj-cs"/>
        </a:defRPr>
      </a:lvl1pPr>
      <a:lvl2pPr algn="ctr" rtl="0" fontAlgn="base">
        <a:spcBef>
          <a:spcPct val="0"/>
        </a:spcBef>
        <a:spcAft>
          <a:spcPct val="0"/>
        </a:spcAft>
        <a:defRPr sz="4400" b="1">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b="1">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b="1">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b="1">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chemeClr val="tx2"/>
          </a:solidFill>
          <a:latin typeface="Arial" panose="020B0604020202020204" pitchFamily="34" charset="0"/>
          <a:ea typeface="宋体" panose="02010600030101010101" pitchFamily="2" charset="-122"/>
        </a:defRPr>
      </a:lvl9pPr>
    </p:titleStyle>
    <p:bodyStyle>
      <a:lvl1pPr marL="257175" indent="-257175" algn="l" rtl="0" fontAlgn="base">
        <a:spcBef>
          <a:spcPct val="15000"/>
        </a:spcBef>
        <a:spcAft>
          <a:spcPct val="0"/>
        </a:spcAft>
        <a:buClr>
          <a:schemeClr val="hlink"/>
        </a:buClr>
        <a:buSzPct val="70000"/>
        <a:buFont typeface="Wingdings" panose="05000000000000000000" pitchFamily="2" charset="2"/>
        <a:buChar char="n"/>
        <a:defRPr sz="2400" kern="1200">
          <a:solidFill>
            <a:schemeClr val="tx1"/>
          </a:solidFill>
          <a:latin typeface="+mn-lt"/>
          <a:ea typeface="+mn-ea"/>
          <a:cs typeface="+mn-cs"/>
        </a:defRPr>
      </a:lvl1pPr>
      <a:lvl2pPr marL="557530" lvl="1" indent="-214630" algn="l" rtl="0" fontAlgn="base">
        <a:spcBef>
          <a:spcPct val="15000"/>
        </a:spcBef>
        <a:spcAft>
          <a:spcPct val="0"/>
        </a:spcAft>
        <a:buClr>
          <a:schemeClr val="accent2"/>
        </a:buClr>
        <a:buSzPct val="70000"/>
        <a:buFont typeface="Wingdings" panose="05000000000000000000" pitchFamily="2" charset="2"/>
        <a:buChar char="n"/>
        <a:defRPr sz="2100" kern="1200">
          <a:solidFill>
            <a:schemeClr val="tx1"/>
          </a:solidFill>
          <a:latin typeface="+mn-lt"/>
          <a:ea typeface="+mn-ea"/>
          <a:cs typeface="+mn-cs"/>
        </a:defRPr>
      </a:lvl2pPr>
      <a:lvl3pPr marL="857250" lvl="2" indent="-171450" algn="l" rtl="0" fontAlgn="base">
        <a:spcBef>
          <a:spcPct val="15000"/>
        </a:spcBef>
        <a:spcAft>
          <a:spcPct val="0"/>
        </a:spcAft>
        <a:buClr>
          <a:schemeClr val="tx2"/>
        </a:buClr>
        <a:buSzPct val="70000"/>
        <a:buFont typeface="Wingdings" panose="05000000000000000000" pitchFamily="2" charset="2"/>
        <a:buChar char="n"/>
        <a:defRPr sz="1800" kern="1200">
          <a:solidFill>
            <a:schemeClr val="tx1"/>
          </a:solidFill>
          <a:latin typeface="+mn-lt"/>
          <a:ea typeface="+mn-ea"/>
          <a:cs typeface="+mn-cs"/>
        </a:defRPr>
      </a:lvl3pPr>
      <a:lvl4pPr marL="1200150" lvl="3" indent="-171450" algn="l" rtl="0" fontAlgn="base">
        <a:spcBef>
          <a:spcPct val="15000"/>
        </a:spcBef>
        <a:spcAft>
          <a:spcPct val="0"/>
        </a:spcAft>
        <a:buClr>
          <a:schemeClr val="accent2"/>
        </a:buClr>
        <a:buSzPct val="70000"/>
        <a:buFont typeface="Wingdings" panose="05000000000000000000" pitchFamily="2" charset="2"/>
        <a:buChar char="n"/>
        <a:defRPr sz="1500" kern="1200">
          <a:solidFill>
            <a:schemeClr val="tx1"/>
          </a:solidFill>
          <a:latin typeface="+mn-lt"/>
          <a:ea typeface="+mn-ea"/>
          <a:cs typeface="+mn-cs"/>
        </a:defRPr>
      </a:lvl4pPr>
      <a:lvl5pPr marL="1543050" lvl="4" indent="-171450" algn="l" rtl="0" fontAlgn="base">
        <a:spcBef>
          <a:spcPct val="15000"/>
        </a:spcBef>
        <a:spcAft>
          <a:spcPct val="0"/>
        </a:spcAft>
        <a:buClr>
          <a:schemeClr val="hlink"/>
        </a:buClr>
        <a:buSzPct val="70000"/>
        <a:buFont typeface="Wingdings" panose="05000000000000000000" pitchFamily="2" charset="2"/>
        <a:buChar char="n"/>
        <a:defRPr sz="1500" kern="1200">
          <a:solidFill>
            <a:schemeClr val="tx1"/>
          </a:solidFill>
          <a:latin typeface="+mn-lt"/>
          <a:ea typeface="+mn-ea"/>
          <a:cs typeface="+mn-cs"/>
        </a:defRPr>
      </a:lvl5pPr>
      <a:lvl6pPr marL="1886585" lvl="5" indent="-171450" algn="l" defTabSz="685800" eaLnBrk="1" fontAlgn="base" latinLnBrk="0" hangingPunct="1">
        <a:lnSpc>
          <a:spcPct val="100000"/>
        </a:lnSpc>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latin typeface="+mn-lt"/>
          <a:ea typeface="+mn-ea"/>
          <a:cs typeface="+mn-cs"/>
        </a:defRPr>
      </a:lvl6pPr>
      <a:lvl7pPr marL="2229485" lvl="6" indent="-171450" algn="l" defTabSz="685800" eaLnBrk="1" fontAlgn="base" latinLnBrk="0" hangingPunct="1">
        <a:lnSpc>
          <a:spcPct val="100000"/>
        </a:lnSpc>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latin typeface="+mn-lt"/>
          <a:ea typeface="+mn-ea"/>
          <a:cs typeface="+mn-cs"/>
        </a:defRPr>
      </a:lvl7pPr>
      <a:lvl8pPr marL="2572385" lvl="7" indent="-171450" algn="l" defTabSz="685800" eaLnBrk="1" fontAlgn="base" latinLnBrk="0" hangingPunct="1">
        <a:lnSpc>
          <a:spcPct val="100000"/>
        </a:lnSpc>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latin typeface="+mn-lt"/>
          <a:ea typeface="+mn-ea"/>
          <a:cs typeface="+mn-cs"/>
        </a:defRPr>
      </a:lvl8pPr>
      <a:lvl9pPr marL="2915285" lvl="8" indent="-171450" algn="l" defTabSz="685800" eaLnBrk="1" fontAlgn="base" latinLnBrk="0" hangingPunct="1">
        <a:lnSpc>
          <a:spcPct val="100000"/>
        </a:lnSpc>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FindLongestReuse.py" TargetMode="Externa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wmf"/><Relationship Id="rId1" Type="http://schemas.openxmlformats.org/officeDocument/2006/relationships/oleObject" Target="../embeddings/oleObject1.bin"/></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5.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Excel2007_MaxGrade.py"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kousuan.pyw"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8433"/>
          <p:cNvSpPr>
            <a:spLocks noGrp="1"/>
          </p:cNvSpPr>
          <p:nvPr>
            <p:ph type="ctrTitle"/>
          </p:nvPr>
        </p:nvSpPr>
        <p:spPr>
          <a:xfrm>
            <a:off x="1999800" y="1644541"/>
            <a:ext cx="5144400" cy="1791013"/>
          </a:xfrm>
        </p:spPr>
        <p:txBody>
          <a:bodyPr wrap="square" lIns="68591" tIns="34295" rIns="68591" bIns="34295" anchor="ctr"/>
          <a:p>
            <a:r>
              <a:rPr lang="zh-CN" altLang="en-US" kern="1200">
                <a:latin typeface="+mj-lt"/>
                <a:ea typeface="+mj-ea"/>
                <a:cs typeface="+mj-cs"/>
              </a:rPr>
              <a:t>第7章 文件操作</a:t>
            </a:r>
            <a:br>
              <a:rPr lang="zh-CN" altLang="en-US" kern="1200">
                <a:latin typeface="+mj-lt"/>
                <a:ea typeface="+mj-ea"/>
                <a:cs typeface="+mj-cs"/>
              </a:rPr>
            </a:br>
            <a:br>
              <a:rPr lang="zh-CN" altLang="en-US" kern="1200">
                <a:latin typeface="+mj-lt"/>
                <a:ea typeface="+mj-ea"/>
                <a:cs typeface="+mj-cs"/>
              </a:rPr>
            </a:br>
            <a:endParaRPr lang="zh-CN" altLang="en-US" sz="2400" kern="1200">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19457"/>
          <p:cNvSpPr>
            <a:spLocks noGrp="1"/>
          </p:cNvSpPr>
          <p:nvPr>
            <p:ph type="title"/>
          </p:nvPr>
        </p:nvSpPr>
        <p:spPr/>
        <p:txBody>
          <a:bodyPr/>
          <a:lstStyle/>
          <a:p>
            <a:pPr fontAlgn="base"/>
            <a:r>
              <a:rPr lang="zh-CN" altLang="en-US" strike="noStrike" noProof="1"/>
              <a:t>文件操作</a:t>
            </a:r>
            <a:endParaRPr lang="zh-CN" altLang="en-US" strike="noStrike" noProof="1"/>
          </a:p>
        </p:txBody>
      </p:sp>
      <p:sp>
        <p:nvSpPr>
          <p:cNvPr id="26626" name="文本占位符 19458"/>
          <p:cNvSpPr>
            <a:spLocks noGrp="1"/>
          </p:cNvSpPr>
          <p:nvPr>
            <p:ph idx="1"/>
          </p:nvPr>
        </p:nvSpPr>
        <p:spPr/>
        <p:txBody>
          <a:bodyPr/>
          <a:lstStyle/>
          <a:p>
            <a:pPr fontAlgn="base">
              <a:lnSpc>
                <a:spcPct val="130000"/>
              </a:lnSpc>
              <a:spcBef>
                <a:spcPts val="600"/>
              </a:spcBef>
              <a:spcAft>
                <a:spcPts val="600"/>
              </a:spcAft>
              <a:buSzPct val="90000"/>
              <a:buFont typeface="Wingdings" panose="05000000000000000000" charset="0"/>
              <a:buChar char="§"/>
            </a:pPr>
            <a:r>
              <a:rPr lang="zh-CN" altLang="en-US" sz="1800" strike="noStrike" noProof="1"/>
              <a:t>为了长期保存数据以便重复使用、修改和共享，必须将数据以文件的形式存储到外部存储介质</a:t>
            </a:r>
            <a:r>
              <a:rPr lang="en-US" altLang="zh-CN" sz="1800" strike="noStrike" noProof="1"/>
              <a:t>(</a:t>
            </a:r>
            <a:r>
              <a:rPr lang="zh-CN" altLang="en-US" sz="1800" strike="noStrike" noProof="1"/>
              <a:t>如磁盘、</a:t>
            </a:r>
            <a:r>
              <a:rPr lang="en-US" altLang="zh-CN" sz="1800" strike="noStrike" noProof="1"/>
              <a:t>U</a:t>
            </a:r>
            <a:r>
              <a:rPr lang="zh-CN" altLang="en-US" sz="1800" strike="noStrike" noProof="1"/>
              <a:t>盘、光盘或云盘、网盘、快盘等</a:t>
            </a:r>
            <a:r>
              <a:rPr lang="en-US" altLang="zh-CN" sz="1800" strike="noStrike" noProof="1"/>
              <a:t>)</a:t>
            </a:r>
            <a:r>
              <a:rPr lang="zh-CN" altLang="en-US" sz="1800" strike="noStrike" noProof="1"/>
              <a:t>中。</a:t>
            </a:r>
            <a:endParaRPr lang="zh-CN" altLang="en-US" sz="1800" strike="noStrike" noProof="1"/>
          </a:p>
          <a:p>
            <a:pPr fontAlgn="base">
              <a:lnSpc>
                <a:spcPct val="130000"/>
              </a:lnSpc>
              <a:spcBef>
                <a:spcPts val="600"/>
              </a:spcBef>
              <a:spcAft>
                <a:spcPts val="600"/>
              </a:spcAft>
              <a:buSzPct val="90000"/>
              <a:buFont typeface="Wingdings" panose="05000000000000000000" charset="0"/>
              <a:buChar char="§"/>
            </a:pPr>
            <a:r>
              <a:rPr lang="zh-CN" altLang="en-US" sz="1800" strike="noStrike" noProof="1"/>
              <a:t>文件操作在各类应用软件的开发中均占有重要的地位：</a:t>
            </a:r>
            <a:endParaRPr lang="zh-CN" altLang="en-US" sz="1800" strike="noStrike" noProof="1"/>
          </a:p>
          <a:p>
            <a:pPr marL="686435" indent="-342265" fontAlgn="base">
              <a:lnSpc>
                <a:spcPct val="130000"/>
              </a:lnSpc>
              <a:spcBef>
                <a:spcPts val="1200"/>
              </a:spcBef>
              <a:spcAft>
                <a:spcPts val="600"/>
              </a:spcAft>
              <a:buSzPct val="90000"/>
              <a:buFont typeface="Wingdings" panose="05000000000000000000" charset="0"/>
              <a:buChar char="ü"/>
            </a:pPr>
            <a:r>
              <a:rPr lang="zh-CN" altLang="en-US" sz="1600" strike="noStrike" noProof="1"/>
              <a:t>管理信息系统是使用数据库来存储数据的，而数据库最终还是要以文件的形式存储到硬盘或其他存储介质上。</a:t>
            </a:r>
            <a:endParaRPr lang="zh-CN" altLang="en-US" sz="1600" strike="noStrike" noProof="1"/>
          </a:p>
          <a:p>
            <a:pPr marL="686435" indent="-342265" fontAlgn="base">
              <a:lnSpc>
                <a:spcPct val="130000"/>
              </a:lnSpc>
              <a:spcBef>
                <a:spcPts val="1200"/>
              </a:spcBef>
              <a:spcAft>
                <a:spcPts val="600"/>
              </a:spcAft>
              <a:buSzPct val="90000"/>
              <a:buFont typeface="Wingdings" panose="05000000000000000000" charset="0"/>
              <a:buChar char="ü"/>
            </a:pPr>
            <a:r>
              <a:rPr lang="zh-CN" altLang="en-US" sz="1600" strike="noStrike" noProof="1"/>
              <a:t>应用程序的配置信息往往也是使用文件来存储的，图形、图像、音频、视频、可执行文件等等也都是以文件的形式存储在磁盘上的。</a:t>
            </a:r>
            <a:endParaRPr lang="zh-CN" altLang="en-US" sz="1600" strike="noStrike" noProof="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20481"/>
          <p:cNvSpPr>
            <a:spLocks noGrp="1"/>
          </p:cNvSpPr>
          <p:nvPr>
            <p:ph type="title"/>
          </p:nvPr>
        </p:nvSpPr>
        <p:spPr>
          <a:xfrm>
            <a:off x="-1270" y="4287"/>
            <a:ext cx="9140825" cy="924563"/>
          </a:xfrm>
        </p:spPr>
        <p:txBody>
          <a:bodyPr/>
          <a:lstStyle/>
          <a:p>
            <a:pPr fontAlgn="base"/>
            <a:r>
              <a:rPr lang="zh-CN" altLang="en-US" strike="noStrike" noProof="1"/>
              <a:t>文件操作</a:t>
            </a:r>
            <a:endParaRPr lang="zh-CN" altLang="en-US" strike="noStrike" noProof="1"/>
          </a:p>
        </p:txBody>
      </p:sp>
      <p:sp>
        <p:nvSpPr>
          <p:cNvPr id="27650" name="文本占位符 20482"/>
          <p:cNvSpPr>
            <a:spLocks noGrp="1"/>
          </p:cNvSpPr>
          <p:nvPr>
            <p:ph idx="1"/>
          </p:nvPr>
        </p:nvSpPr>
        <p:spPr/>
        <p:txBody>
          <a:bodyPr/>
          <a:lstStyle/>
          <a:p>
            <a:pPr fontAlgn="base">
              <a:spcBef>
                <a:spcPct val="0"/>
              </a:spcBef>
              <a:buSzPct val="90000"/>
              <a:buFont typeface="Wingdings" panose="05000000000000000000" charset="0"/>
              <a:buChar char="§"/>
            </a:pPr>
            <a:r>
              <a:rPr lang="zh-CN" altLang="en-US" sz="1800" strike="noStrike" noProof="1"/>
              <a:t>按文件中数据的组织形式把文件分为文本文件和二进制文件两类。</a:t>
            </a:r>
            <a:endParaRPr lang="zh-CN" altLang="en-US" sz="1800" strike="noStrike" noProof="1"/>
          </a:p>
          <a:p>
            <a:pPr marL="619760" indent="-287020" fontAlgn="base">
              <a:lnSpc>
                <a:spcPct val="130000"/>
              </a:lnSpc>
              <a:spcBef>
                <a:spcPts val="1200"/>
              </a:spcBef>
              <a:spcAft>
                <a:spcPts val="600"/>
              </a:spcAft>
              <a:buSzPct val="90000"/>
              <a:buFont typeface="Wingdings" panose="05000000000000000000" charset="0"/>
              <a:buChar char="ü"/>
            </a:pPr>
            <a:r>
              <a:rPr lang="zh-CN" altLang="en-US" sz="1600" b="1" strike="noStrike" noProof="1"/>
              <a:t>文本文件</a:t>
            </a:r>
            <a:r>
              <a:rPr lang="zh-CN" altLang="en-US" sz="1600" strike="noStrike" noProof="1"/>
              <a:t>：文本文件存储的是常规字符串，由若干文本行组成，通常每行以换行符'\n'结尾。</a:t>
            </a:r>
            <a:r>
              <a:rPr lang="zh-CN" altLang="en-US" sz="1600" strike="noStrike" noProof="1">
                <a:solidFill>
                  <a:srgbClr val="FF0000"/>
                </a:solidFill>
              </a:rPr>
              <a:t>常规字符串是指记事本或其他文本编辑器能正常显示、编辑并且人类能够直接阅读和理解的字符串</a:t>
            </a:r>
            <a:r>
              <a:rPr lang="zh-CN" altLang="en-US" sz="1600" strike="noStrike" noProof="1"/>
              <a:t>，如英文字母、汉字、数字字符串。文本文件可以使用字处理软件如gedit、记事本进行编辑。</a:t>
            </a:r>
            <a:endParaRPr lang="zh-CN" altLang="en-US" sz="1600" strike="noStrike" noProof="1"/>
          </a:p>
          <a:p>
            <a:pPr marL="619760" indent="-287020" fontAlgn="base">
              <a:lnSpc>
                <a:spcPct val="130000"/>
              </a:lnSpc>
              <a:spcBef>
                <a:spcPts val="1200"/>
              </a:spcBef>
              <a:spcAft>
                <a:spcPts val="600"/>
              </a:spcAft>
              <a:buSzPct val="90000"/>
              <a:buFont typeface="Wingdings" panose="05000000000000000000" charset="0"/>
              <a:buChar char="ü"/>
            </a:pPr>
            <a:r>
              <a:rPr lang="zh-CN" altLang="en-US" sz="1600" b="1" strike="noStrike" noProof="1"/>
              <a:t>二进制文件</a:t>
            </a:r>
            <a:r>
              <a:rPr lang="zh-CN" altLang="en-US" sz="1600" strike="noStrike" noProof="1"/>
              <a:t>：</a:t>
            </a:r>
            <a:r>
              <a:rPr lang="zh-CN" altLang="en-US" sz="1600" strike="noStrike" noProof="1">
                <a:solidFill>
                  <a:srgbClr val="FF0000"/>
                </a:solidFill>
              </a:rPr>
              <a:t>二进制文件把对象内容以字节串(bytes)进行存储</a:t>
            </a:r>
            <a:r>
              <a:rPr lang="zh-CN" altLang="en-US" sz="1600" strike="noStrike" noProof="1"/>
              <a:t>，无法用记事本或其他普通字处理软件直接进行编辑，通常也无法被人类直接阅读和理解，</a:t>
            </a:r>
            <a:r>
              <a:rPr lang="zh-CN" altLang="en-US" sz="1600" strike="noStrike" noProof="1">
                <a:solidFill>
                  <a:srgbClr val="FF0000"/>
                </a:solidFill>
              </a:rPr>
              <a:t>需要使用专门的软件</a:t>
            </a:r>
            <a:r>
              <a:rPr lang="zh-CN" altLang="en-US" sz="1600" strike="noStrike" noProof="1"/>
              <a:t>进行解码后读取、显示、修改或执行。常见的如图形图像文件、音视频文件、可执行文件、资源文件、各种数据库文件、各类office文档等都属于二进制文件。</a:t>
            </a:r>
            <a:endParaRPr lang="zh-CN" altLang="en-US" sz="1600" strike="noStrike" noProof="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21505"/>
          <p:cNvSpPr>
            <a:spLocks noGrp="1"/>
          </p:cNvSpPr>
          <p:nvPr>
            <p:ph type="title"/>
          </p:nvPr>
        </p:nvSpPr>
        <p:spPr>
          <a:xfrm>
            <a:off x="-1270" y="4287"/>
            <a:ext cx="9140825" cy="924563"/>
          </a:xfrm>
        </p:spPr>
        <p:txBody>
          <a:bodyPr/>
          <a:lstStyle/>
          <a:p>
            <a:pPr fontAlgn="base"/>
            <a:r>
              <a:rPr lang="zh-CN" altLang="en-US" strike="noStrike" noProof="1"/>
              <a:t>7.1  文件基本操作</a:t>
            </a:r>
            <a:endParaRPr lang="zh-CN" altLang="en-US" strike="noStrike" noProof="1"/>
          </a:p>
        </p:txBody>
      </p:sp>
      <p:sp>
        <p:nvSpPr>
          <p:cNvPr id="29698" name="文本占位符 21506"/>
          <p:cNvSpPr>
            <a:spLocks noGrp="1"/>
          </p:cNvSpPr>
          <p:nvPr>
            <p:ph idx="1"/>
          </p:nvPr>
        </p:nvSpPr>
        <p:spPr/>
        <p:txBody>
          <a:bodyPr wrap="square" lIns="68591" tIns="34295" rIns="68591" bIns="34295" anchor="t"/>
          <a:p>
            <a:pPr>
              <a:buSzPct val="90000"/>
              <a:buFont typeface="Wingdings" panose="05000000000000000000" pitchFamily="2" charset="2"/>
              <a:buChar char="n"/>
            </a:pPr>
            <a:r>
              <a:rPr lang="zh-CN" altLang="en-US" sz="1800">
                <a:latin typeface="Times New Roman" panose="02020603050405020304" pitchFamily="18" charset="0"/>
              </a:rPr>
              <a:t>文件内容操作三步走：打开、读写、关闭。</a:t>
            </a:r>
            <a:endParaRPr lang="zh-CN" altLang="en-US" sz="1800">
              <a:latin typeface="Times New Roman" panose="02020603050405020304" pitchFamily="18" charset="0"/>
            </a:endParaRPr>
          </a:p>
          <a:p>
            <a:pPr>
              <a:buSzPct val="90000"/>
              <a:buFont typeface="Wingdings" panose="05000000000000000000" pitchFamily="2" charset="2"/>
              <a:buNone/>
            </a:pPr>
            <a:endParaRPr lang="zh-CN" altLang="en-US" sz="1500">
              <a:latin typeface="Times New Roman" panose="02020603050405020304" pitchFamily="18" charset="0"/>
            </a:endParaRPr>
          </a:p>
          <a:p>
            <a:pPr eaLnBrk="1" latinLnBrk="0" hangingPunct="1">
              <a:spcBef>
                <a:spcPts val="0"/>
              </a:spcBef>
              <a:buSzPct val="90000"/>
              <a:buFont typeface="Wingdings" panose="05000000000000000000" pitchFamily="2" charset="2"/>
              <a:buNone/>
            </a:pPr>
            <a:r>
              <a:rPr lang="zh-CN" altLang="en-US" sz="1600">
                <a:latin typeface="Consolas" panose="020B0609020204030204" pitchFamily="49" charset="0"/>
              </a:rPr>
              <a:t>open(file, mode='r', buffering=-1, encoding=None, errors=None,</a:t>
            </a:r>
            <a:endParaRPr lang="zh-CN" altLang="en-US" sz="1600">
              <a:latin typeface="Consolas" panose="020B0609020204030204" pitchFamily="49" charset="0"/>
            </a:endParaRPr>
          </a:p>
          <a:p>
            <a:pPr eaLnBrk="1" latinLnBrk="0" hangingPunct="1">
              <a:spcBef>
                <a:spcPts val="0"/>
              </a:spcBef>
              <a:buSzPct val="90000"/>
              <a:buFont typeface="Wingdings" panose="05000000000000000000" pitchFamily="2" charset="2"/>
              <a:buNone/>
            </a:pPr>
            <a:r>
              <a:rPr lang="zh-CN" altLang="en-US" sz="1600">
                <a:latin typeface="Consolas" panose="020B0609020204030204" pitchFamily="49" charset="0"/>
              </a:rPr>
              <a:t>     newline=None, closefd=True, opener=None)</a:t>
            </a:r>
            <a:endParaRPr lang="zh-CN" altLang="en-US" sz="1600">
              <a:latin typeface="Consolas" panose="020B0609020204030204" pitchFamily="49" charset="0"/>
            </a:endParaRPr>
          </a:p>
          <a:p>
            <a:pPr>
              <a:buSzPct val="90000"/>
              <a:buFont typeface="Wingdings" panose="05000000000000000000" charset="0"/>
              <a:buChar char=""/>
            </a:pPr>
            <a:r>
              <a:rPr lang="en-US" altLang="zh-CN" sz="1600">
                <a:solidFill>
                  <a:srgbClr val="FF0000"/>
                </a:solidFill>
                <a:latin typeface="Times New Roman" panose="02020603050405020304" pitchFamily="18" charset="0"/>
              </a:rPr>
              <a:t>file</a:t>
            </a:r>
            <a:r>
              <a:rPr lang="zh-CN" altLang="en-US" sz="1600">
                <a:solidFill>
                  <a:srgbClr val="FF0000"/>
                </a:solidFill>
                <a:latin typeface="Times New Roman" panose="02020603050405020304" pitchFamily="18" charset="0"/>
              </a:rPr>
              <a:t>参数</a:t>
            </a:r>
            <a:r>
              <a:rPr lang="zh-CN" altLang="en-US" sz="1600">
                <a:latin typeface="Times New Roman" panose="02020603050405020304" pitchFamily="18" charset="0"/>
              </a:rPr>
              <a:t>指定了被打开的文件名称。</a:t>
            </a:r>
            <a:endParaRPr lang="zh-CN" altLang="en-US" sz="1600">
              <a:latin typeface="Times New Roman" panose="02020603050405020304" pitchFamily="18" charset="0"/>
            </a:endParaRPr>
          </a:p>
          <a:p>
            <a:pPr>
              <a:spcBef>
                <a:spcPts val="600"/>
              </a:spcBef>
              <a:spcAft>
                <a:spcPts val="600"/>
              </a:spcAft>
              <a:buFont typeface="Wingdings" panose="05000000000000000000" pitchFamily="2" charset="2"/>
              <a:buChar char="ü"/>
            </a:pPr>
            <a:r>
              <a:rPr lang="en-US" altLang="zh-CN" sz="1600">
                <a:solidFill>
                  <a:srgbClr val="FF0000"/>
                </a:solidFill>
                <a:latin typeface="Times New Roman" panose="02020603050405020304" pitchFamily="18" charset="0"/>
              </a:rPr>
              <a:t>mode</a:t>
            </a:r>
            <a:r>
              <a:rPr lang="zh-CN" altLang="en-US" sz="1600">
                <a:solidFill>
                  <a:srgbClr val="FF0000"/>
                </a:solidFill>
                <a:latin typeface="Times New Roman" panose="02020603050405020304" pitchFamily="18" charset="0"/>
              </a:rPr>
              <a:t>参数</a:t>
            </a:r>
            <a:r>
              <a:rPr lang="zh-CN" altLang="en-US" sz="1600">
                <a:latin typeface="Times New Roman" panose="02020603050405020304" pitchFamily="18" charset="0"/>
              </a:rPr>
              <a:t>指定了打开文件后的处理方式。</a:t>
            </a:r>
            <a:endParaRPr lang="zh-CN" altLang="en-US" sz="1600">
              <a:latin typeface="Times New Roman" panose="02020603050405020304" pitchFamily="18" charset="0"/>
            </a:endParaRPr>
          </a:p>
          <a:p>
            <a:pPr>
              <a:lnSpc>
                <a:spcPct val="150000"/>
              </a:lnSpc>
              <a:spcBef>
                <a:spcPts val="600"/>
              </a:spcBef>
              <a:spcAft>
                <a:spcPts val="600"/>
              </a:spcAft>
              <a:buFont typeface="Wingdings" panose="05000000000000000000" pitchFamily="2" charset="2"/>
              <a:buChar char="ü"/>
            </a:pPr>
            <a:r>
              <a:rPr lang="en-US" altLang="zh-CN" sz="1600">
                <a:solidFill>
                  <a:srgbClr val="FF0000"/>
                </a:solidFill>
                <a:latin typeface="Times New Roman" panose="02020603050405020304" pitchFamily="18" charset="0"/>
              </a:rPr>
              <a:t>buffering</a:t>
            </a:r>
            <a:r>
              <a:rPr lang="zh-CN" altLang="en-US" sz="1600">
                <a:solidFill>
                  <a:srgbClr val="FF0000"/>
                </a:solidFill>
                <a:latin typeface="Times New Roman" panose="02020603050405020304" pitchFamily="18" charset="0"/>
              </a:rPr>
              <a:t>参数</a:t>
            </a:r>
            <a:r>
              <a:rPr lang="zh-CN" altLang="en-US" sz="1600">
                <a:latin typeface="Times New Roman" panose="02020603050405020304" pitchFamily="18" charset="0"/>
              </a:rPr>
              <a:t>指定了读写文件的缓存模式。</a:t>
            </a:r>
            <a:r>
              <a:rPr lang="en-US" altLang="zh-CN" sz="1600">
                <a:latin typeface="Times New Roman" panose="02020603050405020304" pitchFamily="18" charset="0"/>
              </a:rPr>
              <a:t>0</a:t>
            </a:r>
            <a:r>
              <a:rPr lang="zh-CN" altLang="en-US" sz="1600">
                <a:latin typeface="Times New Roman" panose="02020603050405020304" pitchFamily="18" charset="0"/>
              </a:rPr>
              <a:t>表示不缓存，</a:t>
            </a:r>
            <a:r>
              <a:rPr lang="en-US" altLang="zh-CN" sz="1600">
                <a:latin typeface="Times New Roman" panose="02020603050405020304" pitchFamily="18" charset="0"/>
              </a:rPr>
              <a:t>1</a:t>
            </a:r>
            <a:r>
              <a:rPr lang="zh-CN" altLang="en-US" sz="1600">
                <a:latin typeface="Times New Roman" panose="02020603050405020304" pitchFamily="18" charset="0"/>
              </a:rPr>
              <a:t>表示缓存，如大于</a:t>
            </a:r>
            <a:r>
              <a:rPr lang="en-US" altLang="zh-CN" sz="1600">
                <a:latin typeface="Times New Roman" panose="02020603050405020304" pitchFamily="18" charset="0"/>
              </a:rPr>
              <a:t>1</a:t>
            </a:r>
            <a:r>
              <a:rPr lang="zh-CN" altLang="en-US" sz="1600">
                <a:latin typeface="Times New Roman" panose="02020603050405020304" pitchFamily="18" charset="0"/>
              </a:rPr>
              <a:t>则表示缓冲区的大小。默认值</a:t>
            </a:r>
            <a:r>
              <a:rPr lang="en-US" altLang="zh-CN" sz="1600">
                <a:latin typeface="Times New Roman" panose="02020603050405020304" pitchFamily="18" charset="0"/>
              </a:rPr>
              <a:t>-1</a:t>
            </a:r>
            <a:r>
              <a:rPr lang="zh-CN" altLang="en-US" sz="1600">
                <a:latin typeface="Times New Roman" panose="02020603050405020304" pitchFamily="18" charset="0"/>
              </a:rPr>
              <a:t>表示</a:t>
            </a:r>
            <a:r>
              <a:rPr lang="zh-CN" altLang="en-US" sz="1600">
                <a:latin typeface="Times New Roman" panose="02020603050405020304" pitchFamily="18" charset="0"/>
              </a:rPr>
              <a:t>由系统管理</a:t>
            </a:r>
            <a:r>
              <a:rPr lang="zh-CN" altLang="en-US" sz="1600">
                <a:latin typeface="Times New Roman" panose="02020603050405020304" pitchFamily="18" charset="0"/>
              </a:rPr>
              <a:t>缓存。</a:t>
            </a:r>
            <a:endParaRPr lang="zh-CN" altLang="en-US" sz="1600">
              <a:latin typeface="Times New Roman" panose="02020603050405020304" pitchFamily="18" charset="0"/>
            </a:endParaRPr>
          </a:p>
          <a:p>
            <a:pPr>
              <a:lnSpc>
                <a:spcPct val="150000"/>
              </a:lnSpc>
              <a:spcBef>
                <a:spcPts val="600"/>
              </a:spcBef>
              <a:spcAft>
                <a:spcPts val="600"/>
              </a:spcAft>
              <a:buFont typeface="Wingdings" panose="05000000000000000000" pitchFamily="2" charset="2"/>
              <a:buChar char="ü"/>
            </a:pPr>
            <a:r>
              <a:rPr lang="zh-CN" altLang="en-US" sz="1600">
                <a:solidFill>
                  <a:srgbClr val="FF0000"/>
                </a:solidFill>
                <a:latin typeface="Times New Roman" panose="02020603050405020304" pitchFamily="18" charset="0"/>
              </a:rPr>
              <a:t>encoding参数</a:t>
            </a:r>
            <a:r>
              <a:rPr lang="zh-CN" altLang="en-US" sz="1600">
                <a:latin typeface="Times New Roman" panose="02020603050405020304" pitchFamily="18" charset="0"/>
              </a:rPr>
              <a:t>指定对文本进行编码和解码的方式，只适用于文本模式，可以使用Python支持的任何格式，如GBK、utf8、CP936等等。</a:t>
            </a:r>
            <a:endParaRPr lang="en-US" altLang="zh-CN"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lstStyle/>
          <a:p>
            <a:pPr fontAlgn="base">
              <a:buFont typeface="Wingdings" panose="05000000000000000000" charset="0"/>
              <a:buChar char="§"/>
            </a:pPr>
            <a:r>
              <a:rPr lang="en-US" sz="1800" strike="noStrike" noProof="1"/>
              <a:t>如果执行正常，open()函数返回1个文件对象，通过该文件对象可以对文件进行读写操作</a:t>
            </a:r>
            <a:r>
              <a:rPr lang="zh-CN" altLang="en-US" sz="1800" strike="noStrike" noProof="1"/>
              <a:t>。</a:t>
            </a:r>
            <a:r>
              <a:rPr lang="en-US" sz="1800" strike="noStrike" noProof="1"/>
              <a:t>如果指定</a:t>
            </a:r>
            <a:r>
              <a:rPr lang="en-US" sz="1800" strike="noStrike" noProof="1">
                <a:solidFill>
                  <a:srgbClr val="FF0000"/>
                </a:solidFill>
              </a:rPr>
              <a:t>文件不存在</a:t>
            </a:r>
            <a:r>
              <a:rPr lang="en-US" sz="1800" strike="noStrike" noProof="1"/>
              <a:t>、</a:t>
            </a:r>
            <a:r>
              <a:rPr lang="en-US" sz="1800" strike="noStrike" noProof="1">
                <a:solidFill>
                  <a:srgbClr val="FF0000"/>
                </a:solidFill>
              </a:rPr>
              <a:t>访问权限不够</a:t>
            </a:r>
            <a:r>
              <a:rPr lang="en-US" sz="1800" strike="noStrike" noProof="1"/>
              <a:t>、</a:t>
            </a:r>
            <a:r>
              <a:rPr lang="en-US" sz="1800" strike="noStrike" noProof="1">
                <a:solidFill>
                  <a:srgbClr val="FF0000"/>
                </a:solidFill>
              </a:rPr>
              <a:t>磁盘空间不</a:t>
            </a:r>
            <a:r>
              <a:rPr lang="zh-CN" altLang="en-US" sz="1800" strike="noStrike" noProof="1">
                <a:solidFill>
                  <a:srgbClr val="FF0000"/>
                </a:solidFill>
              </a:rPr>
              <a:t>足</a:t>
            </a:r>
            <a:r>
              <a:rPr lang="en-US" sz="1800" strike="noStrike" noProof="1"/>
              <a:t>或其他原因导致创建文件对象失败则抛出异常。</a:t>
            </a:r>
            <a:endParaRPr lang="en-US" sz="1800" strike="noStrike" noProof="1"/>
          </a:p>
          <a:p>
            <a:pPr marL="0" indent="0" fontAlgn="base">
              <a:buFont typeface="Wingdings" panose="05000000000000000000" charset="0"/>
              <a:buNone/>
            </a:pPr>
            <a:endParaRPr lang="en-US" sz="1800" strike="noStrike" noProof="1"/>
          </a:p>
          <a:p>
            <a:pPr marL="0" indent="0" fontAlgn="base">
              <a:buFontTx/>
              <a:buNone/>
            </a:pPr>
            <a:r>
              <a:rPr lang="en-US" sz="1600" strike="noStrike" noProof="1">
                <a:latin typeface="Consolas" panose="020B0609020204030204" pitchFamily="49" charset="0"/>
              </a:rPr>
              <a:t>f1 = open('file1.txt', 'r')     # </a:t>
            </a:r>
            <a:r>
              <a:rPr lang="zh-CN" altLang="en-US" sz="1600" strike="noStrike" noProof="1">
                <a:latin typeface="Consolas" panose="020B0609020204030204" pitchFamily="49" charset="0"/>
              </a:rPr>
              <a:t>以读模式打开文件</a:t>
            </a:r>
            <a:endParaRPr lang="zh-CN" altLang="en-US" sz="1600" strike="noStrike" noProof="1">
              <a:latin typeface="Consolas" panose="020B0609020204030204" pitchFamily="49" charset="0"/>
            </a:endParaRPr>
          </a:p>
          <a:p>
            <a:pPr marL="0" indent="0" fontAlgn="base">
              <a:buFontTx/>
              <a:buNone/>
            </a:pPr>
            <a:r>
              <a:rPr lang="en-US" sz="1600" strike="noStrike" noProof="1">
                <a:latin typeface="Consolas" panose="020B0609020204030204" pitchFamily="49" charset="0"/>
              </a:rPr>
              <a:t>f2 = open('file2.txt', 'w')      # </a:t>
            </a:r>
            <a:r>
              <a:rPr lang="zh-CN" altLang="en-US" sz="1600" strike="noStrike" noProof="1">
                <a:latin typeface="Consolas" panose="020B0609020204030204" pitchFamily="49" charset="0"/>
              </a:rPr>
              <a:t>以写模式打开文件</a:t>
            </a:r>
            <a:endParaRPr lang="zh-CN" altLang="en-US" sz="1350" strike="noStrike" noProof="1">
              <a:latin typeface="Consolas" panose="020B0609020204030204" pitchFamily="49" charset="0"/>
            </a:endParaRPr>
          </a:p>
          <a:p>
            <a:pPr marL="0" indent="0" fontAlgn="base">
              <a:buFontTx/>
              <a:buNone/>
            </a:pPr>
            <a:endParaRPr lang="en-US" sz="1350" strike="noStrike" noProof="1"/>
          </a:p>
          <a:p>
            <a:pPr fontAlgn="base">
              <a:buFont typeface="Wingdings" panose="05000000000000000000" charset="0"/>
              <a:buChar char="§"/>
            </a:pPr>
            <a:r>
              <a:rPr lang="en-US" sz="1800" strike="noStrike" noProof="1"/>
              <a:t>当对文件内容操作完以后，</a:t>
            </a:r>
            <a:r>
              <a:rPr lang="en-US" sz="1800" strike="noStrike" noProof="1">
                <a:solidFill>
                  <a:srgbClr val="FF0000"/>
                </a:solidFill>
              </a:rPr>
              <a:t>一定要关闭文件对象</a:t>
            </a:r>
            <a:r>
              <a:rPr lang="en-US" sz="1800" strike="noStrike" noProof="1"/>
              <a:t>，这样才能保证所做的任何修改都确实被保存到文件中。</a:t>
            </a:r>
            <a:endParaRPr lang="en-US" sz="1800" strike="noStrike" noProof="1"/>
          </a:p>
          <a:p>
            <a:pPr marL="0" indent="0" fontAlgn="base">
              <a:buFontTx/>
              <a:buNone/>
            </a:pPr>
            <a:r>
              <a:rPr lang="en-US" sz="1600" strike="noStrike" noProof="1">
                <a:latin typeface="Consolas" panose="020B0609020204030204" pitchFamily="49" charset="0"/>
              </a:rPr>
              <a:t>f1.close()</a:t>
            </a:r>
            <a:endParaRPr lang="en-US" sz="1600" strike="noStrike" noProof="1">
              <a:latin typeface="Consolas" panose="020B0609020204030204" pitchFamily="49" charset="0"/>
            </a:endParaRPr>
          </a:p>
        </p:txBody>
      </p:sp>
      <p:sp>
        <p:nvSpPr>
          <p:cNvPr id="26625" name="标题 21505"/>
          <p:cNvSpPr>
            <a:spLocks noGrp="1"/>
          </p:cNvSpPr>
          <p:nvPr>
            <p:ph type="title"/>
          </p:nvPr>
        </p:nvSpPr>
        <p:spPr>
          <a:xfrm>
            <a:off x="-1270" y="4287"/>
            <a:ext cx="9140825" cy="924563"/>
          </a:xfrm>
        </p:spPr>
        <p:txBody>
          <a:bodyPr/>
          <a:lstStyle/>
          <a:p>
            <a:pPr fontAlgn="base"/>
            <a:r>
              <a:rPr lang="zh-CN" altLang="en-US" strike="noStrike" noProof="1"/>
              <a:t>7.1  文件基本操作</a:t>
            </a:r>
            <a:endParaRPr lang="zh-CN" altLang="en-US" strike="noStrike" noProof="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Content Placeholder 2"/>
          <p:cNvSpPr>
            <a:spLocks noGrp="1"/>
          </p:cNvSpPr>
          <p:nvPr>
            <p:ph idx="1"/>
          </p:nvPr>
        </p:nvSpPr>
        <p:spPr/>
        <p:txBody>
          <a:bodyPr wrap="square" lIns="68591" tIns="34295" rIns="68591" bIns="34295" anchor="t"/>
          <a:p>
            <a:pPr>
              <a:lnSpc>
                <a:spcPct val="150000"/>
              </a:lnSpc>
              <a:spcBef>
                <a:spcPct val="0"/>
              </a:spcBef>
              <a:buFont typeface="Wingdings" panose="05000000000000000000" pitchFamily="2" charset="2"/>
              <a:buChar char="§"/>
            </a:pPr>
            <a:r>
              <a:rPr lang="zh-CN" altLang="en-US" sz="1800"/>
              <a:t>但是</a:t>
            </a:r>
            <a:r>
              <a:rPr lang="en-US" altLang="en-US" sz="1800"/>
              <a:t>，</a:t>
            </a:r>
            <a:r>
              <a:rPr lang="en-US" altLang="en-US" sz="1800">
                <a:solidFill>
                  <a:srgbClr val="FF0000"/>
                </a:solidFill>
              </a:rPr>
              <a:t>即使写了关闭文件的代码，也无法保证文件一定能够正常关闭</a:t>
            </a:r>
            <a:r>
              <a:rPr lang="en-US" altLang="en-US" sz="1800"/>
              <a:t>。例如，如果在打开文件之后和关闭文件之前发生了错误导致程序崩溃，这时文件就无法正常关闭。在管理文件对象时</a:t>
            </a:r>
            <a:r>
              <a:rPr lang="en-US" altLang="en-US" sz="1800">
                <a:solidFill>
                  <a:srgbClr val="FF0000"/>
                </a:solidFill>
              </a:rPr>
              <a:t>推荐</a:t>
            </a:r>
            <a:r>
              <a:rPr lang="zh-CN" altLang="en-US" sz="1800">
                <a:solidFill>
                  <a:srgbClr val="FF0000"/>
                </a:solidFill>
              </a:rPr>
              <a:t>使用</a:t>
            </a:r>
            <a:r>
              <a:rPr lang="en-US" altLang="en-US" sz="1800">
                <a:solidFill>
                  <a:srgbClr val="FF0000"/>
                </a:solidFill>
              </a:rPr>
              <a:t>with关键字</a:t>
            </a:r>
            <a:r>
              <a:rPr lang="en-US" altLang="en-US" sz="1800"/>
              <a:t>，可以有效地避免这个问题。</a:t>
            </a:r>
            <a:endParaRPr lang="en-US" altLang="en-US" sz="1800"/>
          </a:p>
        </p:txBody>
      </p:sp>
      <p:sp>
        <p:nvSpPr>
          <p:cNvPr id="26625" name="标题 21505"/>
          <p:cNvSpPr>
            <a:spLocks noGrp="1"/>
          </p:cNvSpPr>
          <p:nvPr>
            <p:ph type="title"/>
          </p:nvPr>
        </p:nvSpPr>
        <p:spPr>
          <a:xfrm>
            <a:off x="-1270" y="4287"/>
            <a:ext cx="9140825" cy="924563"/>
          </a:xfrm>
        </p:spPr>
        <p:txBody>
          <a:bodyPr/>
          <a:lstStyle/>
          <a:p>
            <a:pPr fontAlgn="base"/>
            <a:r>
              <a:rPr lang="zh-CN" altLang="en-US" strike="noStrike" noProof="1"/>
              <a:t>7.1  文件基本操作</a:t>
            </a:r>
            <a:endParaRPr lang="zh-CN" altLang="en-US" strike="noStrike" noProof="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lstStyle/>
          <a:p>
            <a:pPr fontAlgn="base">
              <a:buFont typeface="Wingdings" panose="05000000000000000000" charset="0"/>
              <a:buChar char="§"/>
            </a:pPr>
            <a:r>
              <a:rPr lang="en-US" sz="1800" strike="noStrike" noProof="1"/>
              <a:t>with语句的用法如下：</a:t>
            </a:r>
            <a:endParaRPr lang="en-US" sz="1800" strike="noStrike" noProof="1"/>
          </a:p>
          <a:p>
            <a:pPr marL="0" indent="0" fontAlgn="base">
              <a:buFontTx/>
              <a:buNone/>
            </a:pPr>
            <a:endParaRPr lang="en-US" sz="1350" strike="noStrike" noProof="1"/>
          </a:p>
          <a:p>
            <a:pPr marL="0" indent="0" fontAlgn="base">
              <a:buFontTx/>
              <a:buNone/>
            </a:pPr>
            <a:r>
              <a:rPr lang="en-US" sz="1600" strike="noStrike" noProof="1">
                <a:latin typeface="Consolas" panose="020B0609020204030204" pitchFamily="49" charset="0"/>
              </a:rPr>
              <a:t>with open(filename, mode, encoding) as fp:</a:t>
            </a:r>
            <a:endParaRPr lang="en-US" sz="1600" strike="noStrike" noProof="1">
              <a:latin typeface="Consolas" panose="020B0609020204030204" pitchFamily="49" charset="0"/>
            </a:endParaRPr>
          </a:p>
          <a:p>
            <a:pPr marL="0" indent="0" fontAlgn="base">
              <a:buFontTx/>
              <a:buNone/>
            </a:pPr>
            <a:r>
              <a:rPr lang="en-US" sz="1600" strike="noStrike" noProof="1">
                <a:latin typeface="Consolas" panose="020B0609020204030204" pitchFamily="49" charset="0"/>
              </a:rPr>
              <a:t>    #这里写通过文件对象fp读写文件内容的语句</a:t>
            </a:r>
            <a:endParaRPr lang="en-US" sz="1350" strike="noStrike" noProof="1">
              <a:latin typeface="Consolas" panose="020B0609020204030204" pitchFamily="49" charset="0"/>
            </a:endParaRPr>
          </a:p>
          <a:p>
            <a:pPr marL="0" indent="0" fontAlgn="base">
              <a:buFontTx/>
              <a:buNone/>
            </a:pPr>
            <a:endParaRPr lang="en-US" sz="1350" strike="noStrike" noProof="1"/>
          </a:p>
          <a:p>
            <a:pPr fontAlgn="base">
              <a:buFont typeface="Wingdings" panose="05000000000000000000" charset="0"/>
              <a:buChar char="§"/>
            </a:pPr>
            <a:r>
              <a:rPr lang="en-US" sz="1800" strike="noStrike" noProof="1"/>
              <a:t>上下文管理语句with还支持下面的用法</a:t>
            </a:r>
            <a:r>
              <a:rPr lang="zh-CN" altLang="en-US" sz="1800" strike="noStrike" noProof="1"/>
              <a:t>：</a:t>
            </a:r>
            <a:endParaRPr lang="zh-CN" altLang="en-US" sz="1800" strike="noStrike" noProof="1"/>
          </a:p>
          <a:p>
            <a:pPr marL="0" indent="0" fontAlgn="base">
              <a:buFontTx/>
              <a:buNone/>
            </a:pPr>
            <a:endParaRPr lang="en-US" sz="1350" strike="noStrike" noProof="1"/>
          </a:p>
          <a:p>
            <a:pPr marL="0" indent="0" fontAlgn="base">
              <a:buFontTx/>
              <a:buNone/>
            </a:pPr>
            <a:r>
              <a:rPr lang="en-US" sz="1600" strike="noStrike" noProof="1">
                <a:latin typeface="Consolas" panose="020B0609020204030204" pitchFamily="49" charset="0"/>
              </a:rPr>
              <a:t>with open('test.txt', 'r') as src, open('test_new.txt', 'w') as dst:</a:t>
            </a:r>
            <a:endParaRPr lang="en-US" sz="1600" strike="noStrike" noProof="1">
              <a:latin typeface="Consolas" panose="020B0609020204030204" pitchFamily="49" charset="0"/>
            </a:endParaRPr>
          </a:p>
          <a:p>
            <a:pPr marL="0" indent="0" fontAlgn="base">
              <a:buFontTx/>
              <a:buNone/>
            </a:pPr>
            <a:r>
              <a:rPr lang="en-US" sz="1600" strike="noStrike" noProof="1">
                <a:latin typeface="Consolas" panose="020B0609020204030204" pitchFamily="49" charset="0"/>
              </a:rPr>
              <a:t>    dst.write(src.read())</a:t>
            </a:r>
            <a:endParaRPr lang="en-US" sz="1600" strike="noStrike" noProof="1">
              <a:latin typeface="Consolas" panose="020B0609020204030204" pitchFamily="49" charset="0"/>
            </a:endParaRPr>
          </a:p>
        </p:txBody>
      </p:sp>
      <p:sp>
        <p:nvSpPr>
          <p:cNvPr id="26625" name="标题 21505"/>
          <p:cNvSpPr>
            <a:spLocks noGrp="1"/>
          </p:cNvSpPr>
          <p:nvPr>
            <p:ph type="title"/>
          </p:nvPr>
        </p:nvSpPr>
        <p:spPr>
          <a:xfrm>
            <a:off x="-1270" y="4287"/>
            <a:ext cx="9140825" cy="924563"/>
          </a:xfrm>
        </p:spPr>
        <p:txBody>
          <a:bodyPr/>
          <a:lstStyle/>
          <a:p>
            <a:pPr fontAlgn="base"/>
            <a:r>
              <a:rPr lang="zh-CN" altLang="en-US" strike="noStrike" noProof="1"/>
              <a:t>7.1  文件基本操作</a:t>
            </a:r>
            <a:endParaRPr lang="zh-CN" altLang="en-US" strike="noStrike" noProof="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22529"/>
          <p:cNvSpPr>
            <a:spLocks noGrp="1"/>
          </p:cNvSpPr>
          <p:nvPr>
            <p:ph type="title"/>
          </p:nvPr>
        </p:nvSpPr>
        <p:spPr>
          <a:xfrm>
            <a:off x="-1270" y="4287"/>
            <a:ext cx="9140825" cy="924563"/>
          </a:xfrm>
        </p:spPr>
        <p:txBody>
          <a:bodyPr/>
          <a:lstStyle/>
          <a:p>
            <a:pPr fontAlgn="base"/>
            <a:r>
              <a:rPr lang="zh-CN" altLang="en-US" strike="noStrike" noProof="1"/>
              <a:t>7.1  文件基本操作</a:t>
            </a:r>
            <a:endParaRPr lang="zh-CN" altLang="en-US" strike="noStrike" noProof="1"/>
          </a:p>
        </p:txBody>
      </p:sp>
      <p:sp>
        <p:nvSpPr>
          <p:cNvPr id="33794" name="文本占位符 22530"/>
          <p:cNvSpPr>
            <a:spLocks noGrp="1"/>
          </p:cNvSpPr>
          <p:nvPr>
            <p:ph idx="1"/>
          </p:nvPr>
        </p:nvSpPr>
        <p:spPr/>
        <p:txBody>
          <a:bodyPr wrap="square" lIns="68591" tIns="34295" rIns="68591" bIns="34295" anchor="t"/>
          <a:p>
            <a:pPr>
              <a:buSzPct val="90000"/>
              <a:buFont typeface="Wingdings" panose="05000000000000000000" pitchFamily="2" charset="2"/>
              <a:buChar char="§"/>
            </a:pPr>
            <a:r>
              <a:rPr lang="zh-CN" altLang="en-US" sz="1800"/>
              <a:t>文件打开方式</a:t>
            </a:r>
            <a:endParaRPr lang="zh-CN" altLang="en-US" sz="1800"/>
          </a:p>
        </p:txBody>
      </p:sp>
      <p:graphicFrame>
        <p:nvGraphicFramePr>
          <p:cNvPr id="2" name="表格 -1"/>
          <p:cNvGraphicFramePr/>
          <p:nvPr/>
        </p:nvGraphicFramePr>
        <p:xfrm>
          <a:off x="1024890" y="1851025"/>
          <a:ext cx="6111875" cy="1983740"/>
        </p:xfrm>
        <a:graphic>
          <a:graphicData uri="http://schemas.openxmlformats.org/drawingml/2006/table">
            <a:tbl>
              <a:tblPr firstRow="1" bandRow="1">
                <a:tableStyleId>{5940675A-B579-460E-94D1-54222C63F5DA}</a:tableStyleId>
              </a:tblPr>
              <a:tblGrid>
                <a:gridCol w="760095"/>
                <a:gridCol w="5351780"/>
              </a:tblGrid>
              <a:tr h="274320">
                <a:tc>
                  <a:txBody>
                    <a:bodyPr/>
                    <a:lstStyle/>
                    <a:p>
                      <a:pPr marL="0" indent="0" algn="ctr">
                        <a:buNone/>
                      </a:pPr>
                      <a:r>
                        <a:rPr lang="zh-CN" altLang="en-US" sz="1600" b="1" u="none">
                          <a:ln>
                            <a:noFill/>
                          </a:ln>
                          <a:latin typeface="宋体" panose="02010600030101010101" pitchFamily="2" charset="-122"/>
                          <a:ea typeface="宋体" panose="02010600030101010101" pitchFamily="2" charset="-122"/>
                          <a:cs typeface="宋体" panose="02010600030101010101" pitchFamily="2" charset="-122"/>
                        </a:rPr>
                        <a:t>模式</a:t>
                      </a:r>
                      <a:endParaRPr lang="zh-CN" altLang="en-US" sz="1600" b="1" u="none">
                        <a:ln>
                          <a:noFill/>
                        </a:ln>
                        <a:latin typeface="宋体" panose="02010600030101010101" pitchFamily="2" charset="-122"/>
                        <a:ea typeface="宋体" panose="02010600030101010101" pitchFamily="2" charset="-122"/>
                        <a:cs typeface="宋体" panose="02010600030101010101" pitchFamily="2" charset="-122"/>
                      </a:endParaRPr>
                    </a:p>
                  </a:txBody>
                  <a:tcPr marL="0"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ctr">
                        <a:buNone/>
                      </a:pPr>
                      <a:r>
                        <a:rPr lang="zh-CN" altLang="en-US" sz="1600" b="1" u="none">
                          <a:ln>
                            <a:noFill/>
                          </a:ln>
                          <a:latin typeface="宋体" panose="02010600030101010101" pitchFamily="2" charset="-122"/>
                          <a:ea typeface="宋体" panose="02010600030101010101" pitchFamily="2" charset="-122"/>
                          <a:cs typeface="宋体" panose="02010600030101010101" pitchFamily="2" charset="-122"/>
                        </a:rPr>
                        <a:t>说明</a:t>
                      </a:r>
                      <a:endParaRPr lang="zh-CN" altLang="en-US" sz="1600" b="1" u="none">
                        <a:ln>
                          <a:noFill/>
                        </a:ln>
                        <a:latin typeface="宋体" panose="02010600030101010101" pitchFamily="2" charset="-122"/>
                        <a:ea typeface="宋体" panose="02010600030101010101" pitchFamily="2" charset="-122"/>
                        <a:cs typeface="宋体" panose="02010600030101010101" pitchFamily="2" charset="-122"/>
                      </a:endParaRPr>
                    </a:p>
                  </a:txBody>
                  <a:tcPr marL="0"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243840">
                <a:tc>
                  <a:txBody>
                    <a:bodyPr/>
                    <a:lstStyle/>
                    <a:p>
                      <a:pPr marL="0" indent="0" algn="ctr">
                        <a:buNone/>
                      </a:pPr>
                      <a:r>
                        <a:rPr lang="en-US" altLang="zh-CN" sz="1600" b="0" u="none">
                          <a:ln>
                            <a:noFill/>
                          </a:ln>
                          <a:latin typeface="宋体" panose="02010600030101010101" pitchFamily="2" charset="-122"/>
                          <a:ea typeface="宋体" panose="02010600030101010101" pitchFamily="2" charset="-122"/>
                          <a:cs typeface="宋体" panose="02010600030101010101" pitchFamily="2" charset="-122"/>
                        </a:rPr>
                        <a:t>r</a:t>
                      </a:r>
                      <a:endParaRPr lang="en-US" altLang="zh-CN"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600" b="0" u="none">
                          <a:ln>
                            <a:noFill/>
                          </a:ln>
                          <a:latin typeface="宋体" panose="02010600030101010101" pitchFamily="2" charset="-122"/>
                          <a:ea typeface="宋体" panose="02010600030101010101" pitchFamily="2" charset="-122"/>
                          <a:cs typeface="宋体" panose="02010600030101010101" pitchFamily="2" charset="-122"/>
                        </a:rPr>
                        <a:t>读模式（</a:t>
                      </a:r>
                      <a:r>
                        <a:rPr lang="zh-CN" altLang="en-US" sz="1600" b="0" u="none">
                          <a:ln>
                            <a:noFill/>
                          </a:ln>
                          <a:solidFill>
                            <a:srgbClr val="FF0000"/>
                          </a:solidFill>
                          <a:latin typeface="宋体" panose="02010600030101010101" pitchFamily="2" charset="-122"/>
                          <a:ea typeface="宋体" panose="02010600030101010101" pitchFamily="2" charset="-122"/>
                          <a:cs typeface="宋体" panose="02010600030101010101" pitchFamily="2" charset="-122"/>
                        </a:rPr>
                        <a:t>默认模式</a:t>
                      </a:r>
                      <a:r>
                        <a:rPr lang="zh-CN" altLang="en-US" sz="1600" b="0" u="none">
                          <a:ln>
                            <a:noFill/>
                          </a:ln>
                          <a:latin typeface="宋体" panose="02010600030101010101" pitchFamily="2" charset="-122"/>
                          <a:ea typeface="宋体" panose="02010600030101010101" pitchFamily="2" charset="-122"/>
                          <a:cs typeface="宋体" panose="02010600030101010101" pitchFamily="2" charset="-122"/>
                        </a:rPr>
                        <a:t>，可省略），如果文件不存在则抛出异常</a:t>
                      </a:r>
                      <a:endParaRPr lang="zh-CN" altLang="en-US"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indent="0" algn="ctr">
                        <a:buNone/>
                      </a:pPr>
                      <a:r>
                        <a:rPr lang="en-US" altLang="zh-CN" sz="1600" b="0" u="none">
                          <a:ln>
                            <a:noFill/>
                          </a:ln>
                          <a:latin typeface="宋体" panose="02010600030101010101" pitchFamily="2" charset="-122"/>
                          <a:ea typeface="宋体" panose="02010600030101010101" pitchFamily="2" charset="-122"/>
                          <a:cs typeface="宋体" panose="02010600030101010101" pitchFamily="2" charset="-122"/>
                        </a:rPr>
                        <a:t>w</a:t>
                      </a:r>
                      <a:endParaRPr lang="en-US" altLang="zh-CN"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600" b="0" u="none">
                          <a:ln>
                            <a:noFill/>
                          </a:ln>
                          <a:latin typeface="宋体" panose="02010600030101010101" pitchFamily="2" charset="-122"/>
                          <a:ea typeface="宋体" panose="02010600030101010101" pitchFamily="2" charset="-122"/>
                          <a:cs typeface="宋体" panose="02010600030101010101" pitchFamily="2" charset="-122"/>
                        </a:rPr>
                        <a:t>写模式，如果文件已存在，先清空原有内容</a:t>
                      </a:r>
                      <a:endParaRPr lang="zh-CN" altLang="en-US"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indent="0" algn="ctr">
                        <a:buNone/>
                      </a:pPr>
                      <a:r>
                        <a:rPr lang="en-US" altLang="zh-CN" sz="1600" b="0" u="none">
                          <a:ln>
                            <a:noFill/>
                          </a:ln>
                          <a:latin typeface="宋体" panose="02010600030101010101" pitchFamily="2" charset="-122"/>
                          <a:ea typeface="宋体" panose="02010600030101010101" pitchFamily="2" charset="-122"/>
                          <a:cs typeface="宋体" panose="02010600030101010101" pitchFamily="2" charset="-122"/>
                        </a:rPr>
                        <a:t>x</a:t>
                      </a:r>
                      <a:endParaRPr lang="en-US" altLang="zh-CN"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600" b="0" u="none">
                          <a:ln>
                            <a:noFill/>
                          </a:ln>
                          <a:latin typeface="宋体" panose="02010600030101010101" pitchFamily="2" charset="-122"/>
                          <a:ea typeface="宋体" panose="02010600030101010101" pitchFamily="2" charset="-122"/>
                          <a:cs typeface="宋体" panose="02010600030101010101" pitchFamily="2" charset="-122"/>
                        </a:rPr>
                        <a:t>写模式，创建新文件，如果文件已存在则抛出异常</a:t>
                      </a:r>
                      <a:endParaRPr lang="zh-CN" altLang="en-US"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243840">
                <a:tc>
                  <a:txBody>
                    <a:bodyPr/>
                    <a:lstStyle/>
                    <a:p>
                      <a:pPr marL="0" indent="0" algn="ctr">
                        <a:buNone/>
                      </a:pPr>
                      <a:r>
                        <a:rPr lang="en-US" altLang="zh-CN" sz="1600" b="0" u="none">
                          <a:ln>
                            <a:noFill/>
                          </a:ln>
                          <a:latin typeface="宋体" panose="02010600030101010101" pitchFamily="2" charset="-122"/>
                          <a:ea typeface="宋体" panose="02010600030101010101" pitchFamily="2" charset="-122"/>
                          <a:cs typeface="宋体" panose="02010600030101010101" pitchFamily="2" charset="-122"/>
                        </a:rPr>
                        <a:t>a</a:t>
                      </a:r>
                      <a:endParaRPr lang="en-US" altLang="zh-CN"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600" b="0" u="none">
                          <a:ln>
                            <a:noFill/>
                          </a:ln>
                          <a:latin typeface="宋体" panose="02010600030101010101" pitchFamily="2" charset="-122"/>
                          <a:ea typeface="宋体" panose="02010600030101010101" pitchFamily="2" charset="-122"/>
                          <a:cs typeface="宋体" panose="02010600030101010101" pitchFamily="2" charset="-122"/>
                        </a:rPr>
                        <a:t>追加模式，不覆盖文件中原有内容</a:t>
                      </a:r>
                      <a:endParaRPr lang="zh-CN" altLang="en-US"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indent="0" algn="ctr">
                        <a:buNone/>
                      </a:pPr>
                      <a:r>
                        <a:rPr lang="en-US" altLang="zh-CN" sz="1600" b="0" u="none">
                          <a:ln>
                            <a:noFill/>
                          </a:ln>
                          <a:latin typeface="宋体" panose="02010600030101010101" pitchFamily="2" charset="-122"/>
                          <a:ea typeface="宋体" panose="02010600030101010101" pitchFamily="2" charset="-122"/>
                          <a:cs typeface="宋体" panose="02010600030101010101" pitchFamily="2" charset="-122"/>
                        </a:rPr>
                        <a:t>b</a:t>
                      </a:r>
                      <a:endParaRPr lang="en-US" altLang="zh-CN"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600" b="0" u="none">
                          <a:ln>
                            <a:noFill/>
                          </a:ln>
                          <a:latin typeface="宋体" panose="02010600030101010101" pitchFamily="2" charset="-122"/>
                          <a:ea typeface="宋体" panose="02010600030101010101" pitchFamily="2" charset="-122"/>
                          <a:cs typeface="宋体" panose="02010600030101010101" pitchFamily="2" charset="-122"/>
                        </a:rPr>
                        <a:t>二进制模式（可与其他模式组合使用）</a:t>
                      </a:r>
                      <a:endParaRPr lang="zh-CN" altLang="en-US"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243840">
                <a:tc>
                  <a:txBody>
                    <a:bodyPr/>
                    <a:lstStyle/>
                    <a:p>
                      <a:pPr marL="0" indent="0" algn="ctr">
                        <a:buNone/>
                      </a:pPr>
                      <a:r>
                        <a:rPr lang="en-US" altLang="zh-CN" sz="1600" b="0" u="none">
                          <a:ln>
                            <a:noFill/>
                          </a:ln>
                          <a:latin typeface="宋体" panose="02010600030101010101" pitchFamily="2" charset="-122"/>
                          <a:ea typeface="宋体" panose="02010600030101010101" pitchFamily="2" charset="-122"/>
                          <a:cs typeface="宋体" panose="02010600030101010101" pitchFamily="2" charset="-122"/>
                        </a:rPr>
                        <a:t>t</a:t>
                      </a:r>
                      <a:endParaRPr lang="en-US" altLang="zh-CN"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600" b="0" u="none">
                          <a:ln>
                            <a:noFill/>
                          </a:ln>
                          <a:latin typeface="宋体" panose="02010600030101010101" pitchFamily="2" charset="-122"/>
                          <a:ea typeface="宋体" panose="02010600030101010101" pitchFamily="2" charset="-122"/>
                          <a:cs typeface="宋体" panose="02010600030101010101" pitchFamily="2" charset="-122"/>
                        </a:rPr>
                        <a:t>文本模式（</a:t>
                      </a:r>
                      <a:r>
                        <a:rPr lang="zh-CN" altLang="en-US" sz="1600" b="0" u="none">
                          <a:ln>
                            <a:noFill/>
                          </a:ln>
                          <a:solidFill>
                            <a:srgbClr val="FF0000"/>
                          </a:solidFill>
                          <a:latin typeface="宋体" panose="02010600030101010101" pitchFamily="2" charset="-122"/>
                          <a:ea typeface="宋体" panose="02010600030101010101" pitchFamily="2" charset="-122"/>
                          <a:cs typeface="宋体" panose="02010600030101010101" pitchFamily="2" charset="-122"/>
                        </a:rPr>
                        <a:t>默认模式</a:t>
                      </a:r>
                      <a:r>
                        <a:rPr lang="zh-CN" altLang="en-US" sz="1600" b="0" u="none">
                          <a:ln>
                            <a:noFill/>
                          </a:ln>
                          <a:latin typeface="宋体" panose="02010600030101010101" pitchFamily="2" charset="-122"/>
                          <a:ea typeface="宋体" panose="02010600030101010101" pitchFamily="2" charset="-122"/>
                          <a:cs typeface="宋体" panose="02010600030101010101" pitchFamily="2" charset="-122"/>
                        </a:rPr>
                        <a:t>，可省略）</a:t>
                      </a:r>
                      <a:endParaRPr lang="zh-CN" altLang="en-US"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indent="0" algn="ctr">
                        <a:buNone/>
                      </a:pPr>
                      <a:r>
                        <a:rPr lang="en-US" altLang="zh-CN" sz="1600" b="0" u="none">
                          <a:ln>
                            <a:noFill/>
                          </a:ln>
                          <a:latin typeface="宋体" panose="02010600030101010101" pitchFamily="2" charset="-122"/>
                          <a:ea typeface="宋体" panose="02010600030101010101" pitchFamily="2" charset="-122"/>
                          <a:cs typeface="宋体" panose="02010600030101010101" pitchFamily="2" charset="-122"/>
                        </a:rPr>
                        <a:t>+</a:t>
                      </a:r>
                      <a:endParaRPr lang="en-US" altLang="zh-CN"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600" b="0" u="none">
                          <a:ln>
                            <a:noFill/>
                          </a:ln>
                          <a:latin typeface="宋体" panose="02010600030101010101" pitchFamily="2" charset="-122"/>
                          <a:ea typeface="宋体" panose="02010600030101010101" pitchFamily="2" charset="-122"/>
                          <a:cs typeface="宋体" panose="02010600030101010101" pitchFamily="2" charset="-122"/>
                        </a:rPr>
                        <a:t>读、写模式（可与其他模式组合使用）</a:t>
                      </a:r>
                      <a:endParaRPr lang="zh-CN" altLang="en-US" sz="1600" b="0" u="none">
                        <a:ln>
                          <a:noFill/>
                        </a:ln>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Content Placeholder 2"/>
          <p:cNvSpPr>
            <a:spLocks noGrp="1"/>
          </p:cNvSpPr>
          <p:nvPr>
            <p:ph idx="1"/>
          </p:nvPr>
        </p:nvSpPr>
        <p:spPr/>
        <p:txBody>
          <a:bodyPr wrap="square" lIns="68591" tIns="34295" rIns="68591" bIns="34295" anchor="t"/>
          <a:p>
            <a:r>
              <a:rPr lang="zh-CN" altLang="en-US" sz="1800"/>
              <a:t>文件对象常用属性</a:t>
            </a:r>
            <a:endParaRPr lang="zh-CN" altLang="en-US" sz="1800"/>
          </a:p>
        </p:txBody>
      </p:sp>
      <p:graphicFrame>
        <p:nvGraphicFramePr>
          <p:cNvPr id="2" name="Table -1"/>
          <p:cNvGraphicFramePr/>
          <p:nvPr/>
        </p:nvGraphicFramePr>
        <p:xfrm>
          <a:off x="1759252" y="1764815"/>
          <a:ext cx="5354955" cy="1851660"/>
        </p:xfrm>
        <a:graphic>
          <a:graphicData uri="http://schemas.openxmlformats.org/drawingml/2006/table">
            <a:tbl>
              <a:tblPr firstRow="1" bandRow="1">
                <a:tableStyleId>{5940675A-B579-460E-94D1-54222C63F5DA}</a:tableStyleId>
              </a:tblPr>
              <a:tblGrid>
                <a:gridCol w="899160"/>
                <a:gridCol w="4455795"/>
              </a:tblGrid>
              <a:tr h="308610">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属性</a:t>
                      </a:r>
                      <a:endParaRPr lang="zh-CN" altLang="en-US"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说明</a:t>
                      </a:r>
                      <a:endParaRPr lang="zh-CN" altLang="en-US"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861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buffer</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2"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返回当前文件的缓冲区对象</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2"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861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closed</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2"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判断文件是否关闭，若文件已关闭则返回</a:t>
                      </a:r>
                      <a:r>
                        <a:rPr lang="en-US" altLang="zh-CN" sz="1600" b="0" u="none">
                          <a:latin typeface="宋体" panose="02010600030101010101" pitchFamily="2" charset="-122"/>
                          <a:ea typeface="宋体" panose="02010600030101010101" pitchFamily="2" charset="-122"/>
                          <a:cs typeface="宋体" panose="02010600030101010101" pitchFamily="2" charset="-122"/>
                        </a:rPr>
                        <a:t>True</a:t>
                      </a:r>
                      <a:endParaRPr lang="en-US" sz="1600" b="0" u="none">
                        <a:latin typeface="宋体" panose="02010600030101010101" pitchFamily="2" charset="-122"/>
                        <a:ea typeface="宋体" panose="02010600030101010101" pitchFamily="2" charset="-122"/>
                        <a:cs typeface="宋体" panose="02010600030101010101" pitchFamily="2" charset="-122"/>
                      </a:endParaRPr>
                    </a:p>
                  </a:txBody>
                  <a:tcPr marL="27152"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861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fileno</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2"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文件号，一般不需要太关心这个数字</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2"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861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mode</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2"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返回文件的打开模式</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2"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861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name</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2"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返回文件的名称</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2"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27649" name="标题 22529"/>
          <p:cNvSpPr>
            <a:spLocks noGrp="1"/>
          </p:cNvSpPr>
          <p:nvPr>
            <p:ph type="title"/>
          </p:nvPr>
        </p:nvSpPr>
        <p:spPr>
          <a:xfrm>
            <a:off x="-1270" y="4287"/>
            <a:ext cx="9140825" cy="924563"/>
          </a:xfrm>
        </p:spPr>
        <p:txBody>
          <a:bodyPr/>
          <a:lstStyle/>
          <a:p>
            <a:pPr fontAlgn="base"/>
            <a:r>
              <a:rPr lang="zh-CN" altLang="en-US" strike="noStrike" noProof="1"/>
              <a:t>7.1  文件基本操作</a:t>
            </a:r>
            <a:endParaRPr lang="zh-CN" altLang="en-US" strike="noStrike" noProof="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Content Placeholder 2"/>
          <p:cNvSpPr>
            <a:spLocks noGrp="1"/>
          </p:cNvSpPr>
          <p:nvPr>
            <p:ph idx="1"/>
          </p:nvPr>
        </p:nvSpPr>
        <p:spPr/>
        <p:txBody>
          <a:bodyPr wrap="square" lIns="68591" tIns="34295" rIns="68591" bIns="34295" anchor="t"/>
          <a:p>
            <a:pPr>
              <a:buFont typeface="Wingdings" panose="05000000000000000000" pitchFamily="2" charset="2"/>
              <a:buChar char="§"/>
            </a:pPr>
            <a:r>
              <a:rPr lang="zh-CN" altLang="en-US" sz="1800"/>
              <a:t>文件对象常用方法</a:t>
            </a:r>
            <a:endParaRPr lang="zh-CN" altLang="en-US" sz="1800"/>
          </a:p>
        </p:txBody>
      </p:sp>
      <p:graphicFrame>
        <p:nvGraphicFramePr>
          <p:cNvPr id="2" name="Table -1"/>
          <p:cNvGraphicFramePr/>
          <p:nvPr/>
        </p:nvGraphicFramePr>
        <p:xfrm>
          <a:off x="431165" y="1512570"/>
          <a:ext cx="8141970" cy="3673475"/>
        </p:xfrm>
        <a:graphic>
          <a:graphicData uri="http://schemas.openxmlformats.org/drawingml/2006/table">
            <a:tbl>
              <a:tblPr firstRow="1" bandRow="1">
                <a:tableStyleId>{5940675A-B579-460E-94D1-54222C63F5DA}</a:tableStyleId>
              </a:tblPr>
              <a:tblGrid>
                <a:gridCol w="2043430"/>
                <a:gridCol w="6098540"/>
              </a:tblGrid>
              <a:tr h="160020">
                <a:tc>
                  <a:txBody>
                    <a:bodyPr/>
                    <a:lstStyle/>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方法</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6002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close()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把缓冲区的内容写入文件，同时关闭文件，并释放文件对象</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read([size])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从文本文件中读取</a:t>
                      </a:r>
                      <a:r>
                        <a:rPr lang="en-US" altLang="zh-CN" sz="1400" b="0" u="none">
                          <a:latin typeface="宋体" panose="02010600030101010101" pitchFamily="2" charset="-122"/>
                          <a:ea typeface="宋体" panose="02010600030101010101" pitchFamily="2" charset="-122"/>
                          <a:cs typeface="宋体" panose="02010600030101010101" pitchFamily="2" charset="-122"/>
                        </a:rPr>
                        <a:t>size</a:t>
                      </a:r>
                      <a:r>
                        <a:rPr lang="zh-CN" altLang="en-US" sz="1400" b="0" u="none">
                          <a:latin typeface="宋体" panose="02010600030101010101" pitchFamily="2" charset="-122"/>
                          <a:ea typeface="宋体" panose="02010600030101010101" pitchFamily="2" charset="-122"/>
                          <a:cs typeface="宋体" panose="02010600030101010101" pitchFamily="2" charset="-122"/>
                        </a:rPr>
                        <a:t>个</a:t>
                      </a:r>
                      <a:r>
                        <a:rPr lang="zh-CN" altLang="en-US" sz="1400" b="0" u="none">
                          <a:solidFill>
                            <a:srgbClr val="FF0000"/>
                          </a:solidFill>
                          <a:latin typeface="宋体" panose="02010600030101010101" pitchFamily="2" charset="-122"/>
                          <a:ea typeface="宋体" panose="02010600030101010101" pitchFamily="2" charset="-122"/>
                          <a:cs typeface="宋体" panose="02010600030101010101" pitchFamily="2" charset="-122"/>
                        </a:rPr>
                        <a:t>字符</a:t>
                      </a:r>
                      <a:r>
                        <a:rPr lang="zh-CN" altLang="en-US" sz="1400" b="0" u="none">
                          <a:latin typeface="宋体" panose="02010600030101010101" pitchFamily="2" charset="-122"/>
                          <a:ea typeface="宋体" panose="02010600030101010101" pitchFamily="2" charset="-122"/>
                          <a:cs typeface="宋体" panose="02010600030101010101" pitchFamily="2" charset="-122"/>
                        </a:rPr>
                        <a:t>（</a:t>
                      </a:r>
                      <a:r>
                        <a:rPr lang="en-US" altLang="zh-CN" sz="1400" b="0" u="none">
                          <a:latin typeface="宋体" panose="02010600030101010101" pitchFamily="2" charset="-122"/>
                          <a:ea typeface="宋体" panose="02010600030101010101" pitchFamily="2" charset="-122"/>
                          <a:cs typeface="宋体" panose="02010600030101010101" pitchFamily="2" charset="-122"/>
                        </a:rPr>
                        <a:t>Python 3.x</a:t>
                      </a:r>
                      <a:r>
                        <a:rPr lang="zh-CN" altLang="en-US" sz="1400" b="0" u="none">
                          <a:latin typeface="宋体" panose="02010600030101010101" pitchFamily="2" charset="-122"/>
                          <a:ea typeface="宋体" panose="02010600030101010101" pitchFamily="2" charset="-122"/>
                          <a:cs typeface="宋体" panose="02010600030101010101" pitchFamily="2" charset="-122"/>
                        </a:rPr>
                        <a:t>）的内容作为结果返回，或从二进制文件中读取指定数量的</a:t>
                      </a:r>
                      <a:r>
                        <a:rPr lang="zh-CN" altLang="en-US" sz="1400" b="0" u="none">
                          <a:solidFill>
                            <a:srgbClr val="FF0000"/>
                          </a:solidFill>
                          <a:latin typeface="宋体" panose="02010600030101010101" pitchFamily="2" charset="-122"/>
                          <a:ea typeface="宋体" panose="02010600030101010101" pitchFamily="2" charset="-122"/>
                          <a:cs typeface="宋体" panose="02010600030101010101" pitchFamily="2" charset="-122"/>
                        </a:rPr>
                        <a:t>字节</a:t>
                      </a:r>
                      <a:r>
                        <a:rPr lang="zh-CN" altLang="en-US" sz="1400" b="0" u="none">
                          <a:latin typeface="宋体" panose="02010600030101010101" pitchFamily="2" charset="-122"/>
                          <a:ea typeface="宋体" panose="02010600030101010101" pitchFamily="2" charset="-122"/>
                          <a:cs typeface="宋体" panose="02010600030101010101" pitchFamily="2" charset="-122"/>
                        </a:rPr>
                        <a:t>并返回，</a:t>
                      </a:r>
                      <a:r>
                        <a:rPr lang="zh-CN" altLang="en-US" sz="1400" b="0" u="none">
                          <a:solidFill>
                            <a:srgbClr val="FF0000"/>
                          </a:solidFill>
                          <a:latin typeface="宋体" panose="02010600030101010101" pitchFamily="2" charset="-122"/>
                          <a:ea typeface="宋体" panose="02010600030101010101" pitchFamily="2" charset="-122"/>
                          <a:cs typeface="宋体" panose="02010600030101010101" pitchFamily="2" charset="-122"/>
                        </a:rPr>
                        <a:t>如果省略</a:t>
                      </a:r>
                      <a:r>
                        <a:rPr lang="en-US" altLang="zh-CN" sz="1400" b="0" u="none">
                          <a:solidFill>
                            <a:srgbClr val="FF0000"/>
                          </a:solidFill>
                          <a:latin typeface="宋体" panose="02010600030101010101" pitchFamily="2" charset="-122"/>
                          <a:ea typeface="宋体" panose="02010600030101010101" pitchFamily="2" charset="-122"/>
                          <a:cs typeface="宋体" panose="02010600030101010101" pitchFamily="2" charset="-122"/>
                        </a:rPr>
                        <a:t>size</a:t>
                      </a:r>
                      <a:r>
                        <a:rPr lang="zh-CN" altLang="en-US" sz="1400" b="0" u="none">
                          <a:solidFill>
                            <a:srgbClr val="FF0000"/>
                          </a:solidFill>
                          <a:latin typeface="宋体" panose="02010600030101010101" pitchFamily="2" charset="-122"/>
                          <a:ea typeface="宋体" panose="02010600030101010101" pitchFamily="2" charset="-122"/>
                          <a:cs typeface="宋体" panose="02010600030101010101" pitchFamily="2" charset="-122"/>
                        </a:rPr>
                        <a:t>则表示读取所有内容</a:t>
                      </a:r>
                      <a:endParaRPr lang="zh-CN" altLang="en-US" sz="14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6002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readable()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测试当前文件是否可读</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6002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readline()	</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从</a:t>
                      </a:r>
                      <a:r>
                        <a:rPr lang="zh-CN" altLang="en-US" sz="1400" b="0" u="none">
                          <a:solidFill>
                            <a:srgbClr val="FF0000"/>
                          </a:solidFill>
                          <a:latin typeface="宋体" panose="02010600030101010101" pitchFamily="2" charset="-122"/>
                          <a:ea typeface="宋体" panose="02010600030101010101" pitchFamily="2" charset="-122"/>
                          <a:cs typeface="宋体" panose="02010600030101010101" pitchFamily="2" charset="-122"/>
                        </a:rPr>
                        <a:t>文本文件</a:t>
                      </a:r>
                      <a:r>
                        <a:rPr lang="zh-CN" altLang="en-US" sz="1400" b="0" u="none">
                          <a:latin typeface="宋体" panose="02010600030101010101" pitchFamily="2" charset="-122"/>
                          <a:ea typeface="宋体" panose="02010600030101010101" pitchFamily="2" charset="-122"/>
                          <a:cs typeface="宋体" panose="02010600030101010101" pitchFamily="2" charset="-122"/>
                        </a:rPr>
                        <a:t>中读取一行内容作为结果返回</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004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readlines()</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把</a:t>
                      </a:r>
                      <a:r>
                        <a:rPr lang="zh-CN" altLang="en-US" sz="1400" b="0" u="none">
                          <a:solidFill>
                            <a:srgbClr val="FF0000"/>
                          </a:solidFill>
                          <a:latin typeface="宋体" panose="02010600030101010101" pitchFamily="2" charset="-122"/>
                          <a:ea typeface="宋体" panose="02010600030101010101" pitchFamily="2" charset="-122"/>
                          <a:cs typeface="宋体" panose="02010600030101010101" pitchFamily="2" charset="-122"/>
                        </a:rPr>
                        <a:t>文本文件</a:t>
                      </a:r>
                      <a:r>
                        <a:rPr lang="zh-CN" altLang="en-US" sz="1400" b="0" u="none">
                          <a:latin typeface="宋体" panose="02010600030101010101" pitchFamily="2" charset="-122"/>
                          <a:ea typeface="宋体" panose="02010600030101010101" pitchFamily="2" charset="-122"/>
                          <a:cs typeface="宋体" panose="02010600030101010101" pitchFamily="2" charset="-122"/>
                        </a:rPr>
                        <a:t>中的每行文本作为一个字符串存入列表中，返回该列表，对于大文件会占用较多内存，不建议使用</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6555">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seek(offset[, whence])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把文件指针移动到新的</a:t>
                      </a:r>
                      <a:r>
                        <a:rPr lang="zh-CN" altLang="en-US" sz="1400" b="0" u="none">
                          <a:solidFill>
                            <a:srgbClr val="FF0000"/>
                          </a:solidFill>
                          <a:latin typeface="宋体" panose="02010600030101010101" pitchFamily="2" charset="-122"/>
                          <a:ea typeface="宋体" panose="02010600030101010101" pitchFamily="2" charset="-122"/>
                          <a:cs typeface="宋体" panose="02010600030101010101" pitchFamily="2" charset="-122"/>
                        </a:rPr>
                        <a:t>字节</a:t>
                      </a:r>
                      <a:r>
                        <a:rPr lang="zh-CN" altLang="en-US" sz="1400" b="0" u="none">
                          <a:latin typeface="宋体" panose="02010600030101010101" pitchFamily="2" charset="-122"/>
                          <a:ea typeface="宋体" panose="02010600030101010101" pitchFamily="2" charset="-122"/>
                          <a:cs typeface="宋体" panose="02010600030101010101" pitchFamily="2" charset="-122"/>
                        </a:rPr>
                        <a:t>位置，</a:t>
                      </a:r>
                      <a:r>
                        <a:rPr lang="en-US" altLang="zh-CN" sz="1400" b="0" u="none">
                          <a:latin typeface="宋体" panose="02010600030101010101" pitchFamily="2" charset="-122"/>
                          <a:ea typeface="宋体" panose="02010600030101010101" pitchFamily="2" charset="-122"/>
                          <a:cs typeface="宋体" panose="02010600030101010101" pitchFamily="2" charset="-122"/>
                        </a:rPr>
                        <a:t>offset</a:t>
                      </a:r>
                      <a:r>
                        <a:rPr lang="zh-CN" altLang="en-US" sz="1400" b="0" u="none">
                          <a:latin typeface="宋体" panose="02010600030101010101" pitchFamily="2" charset="-122"/>
                          <a:ea typeface="宋体" panose="02010600030101010101" pitchFamily="2" charset="-122"/>
                          <a:cs typeface="宋体" panose="02010600030101010101" pitchFamily="2" charset="-122"/>
                        </a:rPr>
                        <a:t>表示相对于</a:t>
                      </a:r>
                      <a:r>
                        <a:rPr lang="en-US" altLang="zh-CN" sz="1400" b="0" u="none">
                          <a:latin typeface="宋体" panose="02010600030101010101" pitchFamily="2" charset="-122"/>
                          <a:ea typeface="宋体" panose="02010600030101010101" pitchFamily="2" charset="-122"/>
                          <a:cs typeface="宋体" panose="02010600030101010101" pitchFamily="2" charset="-122"/>
                        </a:rPr>
                        <a:t>whence</a:t>
                      </a:r>
                      <a:r>
                        <a:rPr lang="zh-CN" altLang="en-US" sz="1400" b="0" u="none">
                          <a:latin typeface="宋体" panose="02010600030101010101" pitchFamily="2" charset="-122"/>
                          <a:ea typeface="宋体" panose="02010600030101010101" pitchFamily="2" charset="-122"/>
                          <a:cs typeface="宋体" panose="02010600030101010101" pitchFamily="2" charset="-122"/>
                        </a:rPr>
                        <a:t>的位置。</a:t>
                      </a:r>
                      <a:r>
                        <a:rPr lang="en-US" altLang="zh-CN" sz="1400" b="0" u="none">
                          <a:latin typeface="宋体" panose="02010600030101010101" pitchFamily="2" charset="-122"/>
                          <a:ea typeface="宋体" panose="02010600030101010101" pitchFamily="2" charset="-122"/>
                          <a:cs typeface="宋体" panose="02010600030101010101" pitchFamily="2" charset="-122"/>
                        </a:rPr>
                        <a:t>whence</a:t>
                      </a:r>
                      <a:r>
                        <a:rPr lang="zh-CN" altLang="en-US" sz="1400" b="0" u="none">
                          <a:latin typeface="宋体" panose="02010600030101010101" pitchFamily="2" charset="-122"/>
                          <a:ea typeface="宋体" panose="02010600030101010101" pitchFamily="2" charset="-122"/>
                          <a:cs typeface="宋体" panose="02010600030101010101" pitchFamily="2" charset="-122"/>
                        </a:rPr>
                        <a:t>为</a:t>
                      </a:r>
                      <a:r>
                        <a:rPr lang="en-US" altLang="zh-CN" sz="1400" b="0" u="none">
                          <a:latin typeface="宋体" panose="02010600030101010101" pitchFamily="2" charset="-122"/>
                          <a:ea typeface="宋体" panose="02010600030101010101" pitchFamily="2" charset="-122"/>
                          <a:cs typeface="宋体" panose="02010600030101010101" pitchFamily="2" charset="-122"/>
                        </a:rPr>
                        <a:t>0</a:t>
                      </a:r>
                      <a:r>
                        <a:rPr lang="zh-CN" altLang="en-US" sz="1400" b="0" u="none">
                          <a:latin typeface="宋体" panose="02010600030101010101" pitchFamily="2" charset="-122"/>
                          <a:ea typeface="宋体" panose="02010600030101010101" pitchFamily="2" charset="-122"/>
                          <a:cs typeface="宋体" panose="02010600030101010101" pitchFamily="2" charset="-122"/>
                        </a:rPr>
                        <a:t>表示从文件头开始计算，</a:t>
                      </a:r>
                      <a:r>
                        <a:rPr lang="en-US" altLang="zh-CN" sz="1400" b="0" u="none">
                          <a:latin typeface="宋体" panose="02010600030101010101" pitchFamily="2" charset="-122"/>
                          <a:ea typeface="宋体" panose="02010600030101010101" pitchFamily="2" charset="-122"/>
                          <a:cs typeface="宋体" panose="02010600030101010101" pitchFamily="2" charset="-122"/>
                        </a:rPr>
                        <a:t>1</a:t>
                      </a:r>
                      <a:r>
                        <a:rPr lang="zh-CN" altLang="en-US" sz="1400" b="0" u="none">
                          <a:latin typeface="宋体" panose="02010600030101010101" pitchFamily="2" charset="-122"/>
                          <a:ea typeface="宋体" panose="02010600030101010101" pitchFamily="2" charset="-122"/>
                          <a:cs typeface="宋体" panose="02010600030101010101" pitchFamily="2" charset="-122"/>
                        </a:rPr>
                        <a:t>表示从当前位置开始计算，</a:t>
                      </a:r>
                      <a:r>
                        <a:rPr lang="en-US" altLang="zh-CN" sz="1400" b="0" u="none">
                          <a:latin typeface="宋体" panose="02010600030101010101" pitchFamily="2" charset="-122"/>
                          <a:ea typeface="宋体" panose="02010600030101010101" pitchFamily="2" charset="-122"/>
                          <a:cs typeface="宋体" panose="02010600030101010101" pitchFamily="2" charset="-122"/>
                        </a:rPr>
                        <a:t>2</a:t>
                      </a:r>
                      <a:r>
                        <a:rPr lang="zh-CN" altLang="en-US" sz="1400" b="0" u="none">
                          <a:latin typeface="宋体" panose="02010600030101010101" pitchFamily="2" charset="-122"/>
                          <a:ea typeface="宋体" panose="02010600030101010101" pitchFamily="2" charset="-122"/>
                          <a:cs typeface="宋体" panose="02010600030101010101" pitchFamily="2" charset="-122"/>
                        </a:rPr>
                        <a:t>表示从文件尾开始计算，默认为</a:t>
                      </a:r>
                      <a:r>
                        <a:rPr lang="en-US" altLang="zh-CN" sz="1400" b="0" u="none">
                          <a:latin typeface="宋体" panose="02010600030101010101" pitchFamily="2" charset="-122"/>
                          <a:ea typeface="宋体" panose="02010600030101010101" pitchFamily="2" charset="-122"/>
                          <a:cs typeface="宋体" panose="02010600030101010101" pitchFamily="2" charset="-122"/>
                        </a:rPr>
                        <a:t>0</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6002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write(s)</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把</a:t>
                      </a:r>
                      <a:r>
                        <a:rPr lang="en-US" altLang="zh-CN" sz="1400" b="0" u="none">
                          <a:latin typeface="宋体" panose="02010600030101010101" pitchFamily="2" charset="-122"/>
                          <a:ea typeface="宋体" panose="02010600030101010101" pitchFamily="2" charset="-122"/>
                          <a:cs typeface="宋体" panose="02010600030101010101" pitchFamily="2" charset="-122"/>
                        </a:rPr>
                        <a:t>s</a:t>
                      </a:r>
                      <a:r>
                        <a:rPr lang="zh-CN" altLang="en-US" sz="1400" b="0" u="none">
                          <a:latin typeface="宋体" panose="02010600030101010101" pitchFamily="2" charset="-122"/>
                          <a:ea typeface="宋体" panose="02010600030101010101" pitchFamily="2" charset="-122"/>
                          <a:cs typeface="宋体" panose="02010600030101010101" pitchFamily="2" charset="-122"/>
                        </a:rPr>
                        <a:t>的内容写入文件</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6002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writable()</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测试当前文件是否可写</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60020">
                <a:tc>
                  <a:txBody>
                    <a:bodyPr/>
                    <a:lstStyle/>
                    <a:p>
                      <a:pPr marL="0" indent="0" algn="l">
                        <a:buNone/>
                      </a:pPr>
                      <a:r>
                        <a:rPr lang="en-US" altLang="zh-CN" sz="1400" b="0" u="none">
                          <a:latin typeface="宋体" panose="02010600030101010101" pitchFamily="2" charset="-122"/>
                          <a:ea typeface="宋体" panose="02010600030101010101" pitchFamily="2" charset="-122"/>
                          <a:cs typeface="宋体" panose="02010600030101010101" pitchFamily="2" charset="-122"/>
                        </a:rPr>
                        <a:t>writelines(s)</a:t>
                      </a:r>
                      <a:endParaRPr lang="en-US" altLang="zh-CN"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把字符串列表写入</a:t>
                      </a:r>
                      <a:r>
                        <a:rPr lang="zh-CN" altLang="en-US" sz="1400" b="0" u="none">
                          <a:solidFill>
                            <a:srgbClr val="FF0000"/>
                          </a:solidFill>
                          <a:latin typeface="宋体" panose="02010600030101010101" pitchFamily="2" charset="-122"/>
                          <a:ea typeface="宋体" panose="02010600030101010101" pitchFamily="2" charset="-122"/>
                          <a:cs typeface="宋体" panose="02010600030101010101" pitchFamily="2" charset="-122"/>
                        </a:rPr>
                        <a:t>文本文件</a:t>
                      </a:r>
                      <a:r>
                        <a:rPr lang="zh-CN" altLang="en-US" sz="1400" b="0" u="none">
                          <a:latin typeface="宋体" panose="02010600030101010101" pitchFamily="2" charset="-122"/>
                          <a:ea typeface="宋体" panose="02010600030101010101" pitchFamily="2" charset="-122"/>
                          <a:cs typeface="宋体" panose="02010600030101010101" pitchFamily="2" charset="-122"/>
                        </a:rPr>
                        <a:t>，不添加换行符</a:t>
                      </a:r>
                      <a:endParaRPr lang="zh-CN" altLang="en-US" sz="140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27649" name="标题 22529"/>
          <p:cNvSpPr>
            <a:spLocks noGrp="1"/>
          </p:cNvSpPr>
          <p:nvPr>
            <p:ph type="title"/>
          </p:nvPr>
        </p:nvSpPr>
        <p:spPr>
          <a:xfrm>
            <a:off x="-1270" y="4287"/>
            <a:ext cx="9140825" cy="924563"/>
          </a:xfrm>
        </p:spPr>
        <p:txBody>
          <a:bodyPr/>
          <a:lstStyle/>
          <a:p>
            <a:pPr fontAlgn="base"/>
            <a:r>
              <a:rPr lang="zh-CN" altLang="en-US" strike="noStrike" noProof="1"/>
              <a:t>7.1  文件基本操作</a:t>
            </a:r>
            <a:endParaRPr lang="zh-CN" altLang="en-US" strike="noStrike" noProof="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25601"/>
          <p:cNvSpPr>
            <a:spLocks noGrp="1"/>
          </p:cNvSpPr>
          <p:nvPr>
            <p:ph type="title"/>
          </p:nvPr>
        </p:nvSpPr>
        <p:spPr>
          <a:xfrm>
            <a:off x="-1270" y="4287"/>
            <a:ext cx="9140825" cy="924563"/>
          </a:xfrm>
        </p:spPr>
        <p:txBody>
          <a:bodyPr/>
          <a:lstStyle/>
          <a:p>
            <a:pPr fontAlgn="base"/>
            <a:r>
              <a:rPr lang="zh-CN" altLang="en-US" strike="noStrike" noProof="1"/>
              <a:t>7.2  文本文件操作案例精选</a:t>
            </a:r>
            <a:endParaRPr lang="zh-CN" altLang="en-US" strike="noStrike" noProof="1"/>
          </a:p>
        </p:txBody>
      </p:sp>
      <p:sp>
        <p:nvSpPr>
          <p:cNvPr id="36866" name="文本占位符 25602"/>
          <p:cNvSpPr>
            <a:spLocks noGrp="1"/>
          </p:cNvSpPr>
          <p:nvPr>
            <p:ph idx="1"/>
          </p:nvPr>
        </p:nvSpPr>
        <p:spPr/>
        <p:txBody>
          <a:bodyPr wrap="square" lIns="68591" tIns="34295" rIns="68591" bIns="34295" anchor="t"/>
          <a:p>
            <a:pPr>
              <a:buSzPct val="90000"/>
              <a:buFont typeface="Wingdings" panose="05000000000000000000" pitchFamily="2" charset="2"/>
              <a:buChar char="§"/>
            </a:pPr>
            <a:r>
              <a:rPr lang="zh-CN" altLang="en-US" sz="1800" b="1"/>
              <a:t>例</a:t>
            </a:r>
            <a:r>
              <a:rPr lang="en-US" altLang="zh-CN" sz="1800" b="1"/>
              <a:t>7-</a:t>
            </a:r>
            <a:r>
              <a:rPr lang="zh-CN" altLang="en-US" sz="1800" b="1"/>
              <a:t>1</a:t>
            </a:r>
            <a:r>
              <a:rPr lang="zh-CN" altLang="en-US" sz="1800"/>
              <a:t>  向文本文件中写入内容，然后再读出。</a:t>
            </a:r>
            <a:endParaRPr lang="zh-CN" altLang="en-US" sz="1800"/>
          </a:p>
          <a:p>
            <a:pPr>
              <a:buSzPct val="90000"/>
              <a:buFont typeface="Wingdings" panose="05000000000000000000" pitchFamily="2" charset="2"/>
              <a:buNone/>
            </a:pPr>
            <a:endParaRPr lang="zh-CN" altLang="en-US" sz="1600"/>
          </a:p>
          <a:p>
            <a:pPr eaLnBrk="1" latinLnBrk="0" hangingPunct="1">
              <a:spcBef>
                <a:spcPct val="0"/>
              </a:spcBef>
              <a:buSzPct val="90000"/>
              <a:buFont typeface="Wingdings" panose="05000000000000000000" pitchFamily="2" charset="2"/>
              <a:buNone/>
            </a:pPr>
            <a:r>
              <a:rPr lang="zh-CN" altLang="en-US" sz="1600">
                <a:latin typeface="Consolas" panose="020B0609020204030204" pitchFamily="49" charset="0"/>
              </a:rPr>
              <a:t>s = 'Hello world\n文本文件的读取方法\n文本文件的写入方法\n'</a:t>
            </a:r>
            <a:endParaRPr lang="zh-CN" altLang="en-US" sz="1600">
              <a:latin typeface="Consolas" panose="020B0609020204030204" pitchFamily="49" charset="0"/>
            </a:endParaRPr>
          </a:p>
          <a:p>
            <a:pPr eaLnBrk="1" latinLnBrk="0" hangingPunct="1">
              <a:spcBef>
                <a:spcPct val="0"/>
              </a:spcBef>
              <a:buSzPct val="90000"/>
              <a:buFont typeface="Wingdings" panose="05000000000000000000" pitchFamily="2" charset="2"/>
              <a:buNone/>
            </a:pPr>
            <a:endParaRPr lang="zh-CN" altLang="en-US" sz="160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600">
                <a:latin typeface="Consolas" panose="020B0609020204030204" pitchFamily="49" charset="0"/>
              </a:rPr>
              <a:t>with open('sample.txt', 'w') as fp:    #默认使用cp936编码</a:t>
            </a:r>
            <a:endParaRPr lang="zh-CN" altLang="en-US" sz="160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600">
                <a:latin typeface="Consolas" panose="020B0609020204030204" pitchFamily="49" charset="0"/>
              </a:rPr>
              <a:t>    fp.write(s)</a:t>
            </a:r>
            <a:endParaRPr lang="zh-CN" altLang="en-US" sz="1600">
              <a:latin typeface="Consolas" panose="020B0609020204030204" pitchFamily="49" charset="0"/>
            </a:endParaRPr>
          </a:p>
          <a:p>
            <a:pPr eaLnBrk="1" latinLnBrk="0" hangingPunct="1">
              <a:spcBef>
                <a:spcPct val="0"/>
              </a:spcBef>
              <a:buSzPct val="90000"/>
              <a:buFont typeface="Wingdings" panose="05000000000000000000" pitchFamily="2" charset="2"/>
              <a:buNone/>
            </a:pPr>
            <a:endParaRPr lang="zh-CN" altLang="en-US" sz="160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600">
                <a:latin typeface="Consolas" panose="020B0609020204030204" pitchFamily="49" charset="0"/>
              </a:rPr>
              <a:t>with open('sample.txt') as fp:         #默认使用cp936编码</a:t>
            </a:r>
            <a:endParaRPr lang="zh-CN" altLang="en-US" sz="160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600">
                <a:latin typeface="Consolas" panose="020B0609020204030204" pitchFamily="49" charset="0"/>
              </a:rPr>
              <a:t>    print(fp.read())</a:t>
            </a:r>
            <a:endParaRPr lang="zh-CN" altLang="en-US" sz="1600">
              <a:latin typeface="Consolas" panose="020B06090202040302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28673"/>
          <p:cNvSpPr>
            <a:spLocks noGrp="1"/>
          </p:cNvSpPr>
          <p:nvPr>
            <p:ph type="title"/>
          </p:nvPr>
        </p:nvSpPr>
        <p:spPr>
          <a:xfrm>
            <a:off x="-1270" y="4287"/>
            <a:ext cx="9140825" cy="924563"/>
          </a:xfrm>
        </p:spPr>
        <p:txBody>
          <a:bodyPr/>
          <a:lstStyle/>
          <a:p>
            <a:pPr fontAlgn="base"/>
            <a:r>
              <a:rPr lang="zh-CN" altLang="en-US" strike="noStrike" noProof="1"/>
              <a:t>7.2  文本文件基本操作</a:t>
            </a:r>
            <a:endParaRPr lang="zh-CN" altLang="en-US" strike="noStrike" noProof="1"/>
          </a:p>
        </p:txBody>
      </p:sp>
      <p:sp>
        <p:nvSpPr>
          <p:cNvPr id="38914" name="文本占位符 28674"/>
          <p:cNvSpPr>
            <a:spLocks noGrp="1"/>
          </p:cNvSpPr>
          <p:nvPr>
            <p:ph idx="1"/>
          </p:nvPr>
        </p:nvSpPr>
        <p:spPr/>
        <p:txBody>
          <a:bodyPr wrap="square" lIns="68591" tIns="34295" rIns="68591" bIns="34295" anchor="t"/>
          <a:p>
            <a:pPr>
              <a:buSzPct val="90000"/>
              <a:buFont typeface="Wingdings" panose="05000000000000000000" pitchFamily="2" charset="2"/>
              <a:buChar char="§"/>
            </a:pPr>
            <a:r>
              <a:rPr lang="zh-CN" altLang="en-US" sz="1800" b="1"/>
              <a:t>例</a:t>
            </a:r>
            <a:r>
              <a:rPr lang="en-US" altLang="zh-CN" sz="1800" b="1"/>
              <a:t>7-2</a:t>
            </a:r>
            <a:r>
              <a:rPr lang="en-US" altLang="zh-CN" sz="1800"/>
              <a:t>  </a:t>
            </a:r>
            <a:r>
              <a:rPr lang="zh-CN" altLang="en-US" sz="1800"/>
              <a:t>读取并显示文本文件的前5个字符。</a:t>
            </a:r>
            <a:endParaRPr lang="zh-CN" altLang="en-US" sz="1800"/>
          </a:p>
          <a:p>
            <a:pPr>
              <a:buSzPct val="90000"/>
              <a:buFont typeface="Wingdings" panose="05000000000000000000" pitchFamily="2" charset="2"/>
              <a:buNone/>
            </a:pPr>
            <a:endParaRPr lang="zh-CN" altLang="en-US" sz="1500"/>
          </a:p>
          <a:p>
            <a:pPr>
              <a:buSzPct val="90000"/>
              <a:buFont typeface="Wingdings" panose="05000000000000000000" pitchFamily="2" charset="2"/>
              <a:buNone/>
            </a:pPr>
            <a:r>
              <a:rPr lang="en-US" altLang="zh-CN" sz="1600">
                <a:latin typeface="Consolas" panose="020B0609020204030204" pitchFamily="49" charset="0"/>
              </a:rPr>
              <a:t>with </a:t>
            </a:r>
            <a:r>
              <a:rPr lang="zh-CN" altLang="en-US" sz="1600">
                <a:latin typeface="Consolas" panose="020B0609020204030204" pitchFamily="49" charset="0"/>
              </a:rPr>
              <a:t>open('sample.txt', 'r') </a:t>
            </a:r>
            <a:r>
              <a:rPr lang="en-US" altLang="zh-CN" sz="1600">
                <a:latin typeface="Consolas" panose="020B0609020204030204" pitchFamily="49" charset="0"/>
              </a:rPr>
              <a:t>as f:</a:t>
            </a:r>
            <a:endParaRPr lang="en-US" altLang="zh-CN"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    s = f.read(5)</a:t>
            </a:r>
            <a:endParaRPr lang="zh-CN" altLang="en-US" sz="1600">
              <a:latin typeface="Consolas" panose="020B0609020204030204" pitchFamily="49" charset="0"/>
            </a:endParaRPr>
          </a:p>
          <a:p>
            <a:pPr>
              <a:buSzPct val="90000"/>
              <a:buFont typeface="Wingdings" panose="05000000000000000000" pitchFamily="2" charset="2"/>
              <a:buNone/>
            </a:pPr>
            <a:endParaRPr lang="zh-CN" altLang="en-US"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print('s=',s)</a:t>
            </a:r>
            <a:endParaRPr lang="zh-CN" altLang="en-US"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print('字符串s的长度(字符个数)=', len(s))</a:t>
            </a:r>
            <a:endParaRPr lang="zh-CN" altLang="en-US" sz="1600">
              <a:latin typeface="Consolas" panose="020B0609020204030204"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29697"/>
          <p:cNvSpPr>
            <a:spLocks noGrp="1"/>
          </p:cNvSpPr>
          <p:nvPr>
            <p:ph type="title"/>
          </p:nvPr>
        </p:nvSpPr>
        <p:spPr>
          <a:xfrm>
            <a:off x="-1270" y="4287"/>
            <a:ext cx="9140825" cy="924563"/>
          </a:xfrm>
        </p:spPr>
        <p:txBody>
          <a:bodyPr/>
          <a:lstStyle/>
          <a:p>
            <a:pPr fontAlgn="base"/>
            <a:r>
              <a:rPr lang="zh-CN" altLang="en-US" strike="noStrike" noProof="1"/>
              <a:t>7.2  文本文件基本操作</a:t>
            </a:r>
            <a:endParaRPr lang="zh-CN" altLang="en-US" strike="noStrike" noProof="1"/>
          </a:p>
        </p:txBody>
      </p:sp>
      <p:sp>
        <p:nvSpPr>
          <p:cNvPr id="39938" name="文本占位符 29698"/>
          <p:cNvSpPr>
            <a:spLocks noGrp="1"/>
          </p:cNvSpPr>
          <p:nvPr>
            <p:ph idx="1"/>
          </p:nvPr>
        </p:nvSpPr>
        <p:spPr/>
        <p:txBody>
          <a:bodyPr wrap="square" lIns="68591" tIns="34295" rIns="68591" bIns="34295" anchor="t"/>
          <a:p>
            <a:pPr>
              <a:buSzPct val="90000"/>
              <a:buFont typeface="Wingdings" panose="05000000000000000000" pitchFamily="2" charset="2"/>
              <a:buChar char="§"/>
            </a:pPr>
            <a:r>
              <a:rPr lang="zh-CN" altLang="en-US" sz="1800" b="1"/>
              <a:t>例</a:t>
            </a:r>
            <a:r>
              <a:rPr lang="en-US" altLang="zh-CN" sz="1800" b="1"/>
              <a:t>7-</a:t>
            </a:r>
            <a:r>
              <a:rPr lang="zh-CN" altLang="en-US" sz="1800" b="1"/>
              <a:t>3</a:t>
            </a:r>
            <a:r>
              <a:rPr lang="zh-CN" altLang="en-US" sz="1800"/>
              <a:t>  读取并显示文本文件所有行。</a:t>
            </a:r>
            <a:endParaRPr lang="zh-CN" altLang="en-US" sz="1800"/>
          </a:p>
          <a:p>
            <a:pPr>
              <a:buSzPct val="90000"/>
              <a:buFont typeface="Wingdings" panose="05000000000000000000" pitchFamily="2" charset="2"/>
              <a:buNone/>
            </a:pPr>
            <a:endParaRPr lang="zh-CN" altLang="en-US" sz="1500"/>
          </a:p>
          <a:p>
            <a:pPr>
              <a:buSzPct val="90000"/>
              <a:buFont typeface="Wingdings" panose="05000000000000000000" pitchFamily="2" charset="2"/>
              <a:buNone/>
            </a:pPr>
            <a:r>
              <a:rPr lang="zh-CN" altLang="en-US" sz="1600">
                <a:latin typeface="Consolas" panose="020B0609020204030204" pitchFamily="49" charset="0"/>
              </a:rPr>
              <a:t>with open('sample.txt') as fp:      #假设文件采用CP936编码</a:t>
            </a:r>
            <a:endParaRPr lang="zh-CN" altLang="en-US"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    for line in fp:                 #文件对象可以直接迭代</a:t>
            </a:r>
            <a:endParaRPr lang="zh-CN" altLang="en-US"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        print(line)</a:t>
            </a:r>
            <a:endParaRPr lang="zh-CN" altLang="en-US" sz="1600">
              <a:latin typeface="Consolas" panose="020B0609020204030204" pitchFamily="49"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31745"/>
          <p:cNvSpPr>
            <a:spLocks noGrp="1"/>
          </p:cNvSpPr>
          <p:nvPr>
            <p:ph type="title"/>
          </p:nvPr>
        </p:nvSpPr>
        <p:spPr>
          <a:xfrm>
            <a:off x="-1270" y="4287"/>
            <a:ext cx="9140825" cy="924563"/>
          </a:xfrm>
        </p:spPr>
        <p:txBody>
          <a:bodyPr/>
          <a:lstStyle/>
          <a:p>
            <a:pPr fontAlgn="base"/>
            <a:r>
              <a:rPr lang="zh-CN" altLang="en-US" strike="noStrike" noProof="1"/>
              <a:t>7.2  文本文件基本操作</a:t>
            </a:r>
            <a:endParaRPr lang="zh-CN" altLang="en-US" strike="noStrike" noProof="1"/>
          </a:p>
        </p:txBody>
      </p:sp>
      <p:sp>
        <p:nvSpPr>
          <p:cNvPr id="38914" name="文本占位符 31746"/>
          <p:cNvSpPr>
            <a:spLocks noGrp="1"/>
          </p:cNvSpPr>
          <p:nvPr>
            <p:ph idx="1"/>
          </p:nvPr>
        </p:nvSpPr>
        <p:spPr/>
        <p:txBody>
          <a:bodyPr/>
          <a:lstStyle/>
          <a:p>
            <a:pPr fontAlgn="base">
              <a:buFont typeface="Wingdings" panose="05000000000000000000" charset="0"/>
              <a:buChar char="§"/>
            </a:pPr>
            <a:r>
              <a:rPr lang="zh-CN" altLang="en-US" sz="1800" b="1" strike="noStrike" noProof="1"/>
              <a:t>例</a:t>
            </a:r>
            <a:r>
              <a:rPr lang="en-US" altLang="zh-CN" sz="1800" b="1" strike="noStrike" noProof="1"/>
              <a:t>7-</a:t>
            </a:r>
            <a:r>
              <a:rPr lang="zh-CN" altLang="en-US" sz="1800" b="1" strike="noStrike" noProof="1"/>
              <a:t>4</a:t>
            </a:r>
            <a:r>
              <a:rPr lang="zh-CN" altLang="en-US" sz="1800" strike="noStrike" noProof="1"/>
              <a:t>  移动文件指针，然后读取并显示文本文件中的内容</a:t>
            </a:r>
            <a:r>
              <a:rPr lang="zh-CN" altLang="en-US" sz="1800" strike="noStrike" noProof="1"/>
              <a:t>。</a:t>
            </a:r>
            <a:endParaRPr lang="zh-CN" altLang="en-US" sz="1800" strike="noStrike" noProof="1"/>
          </a:p>
          <a:p>
            <a:pPr marL="686435" indent="-342265" fontAlgn="base">
              <a:lnSpc>
                <a:spcPct val="150000"/>
              </a:lnSpc>
              <a:spcBef>
                <a:spcPct val="0"/>
              </a:spcBef>
              <a:buFont typeface="Wingdings" panose="05000000000000000000" charset="0"/>
              <a:buChar char="ü"/>
            </a:pPr>
            <a:r>
              <a:rPr lang="zh-CN" altLang="en-US" sz="1600" strike="noStrike" noProof="1"/>
              <a:t>seek()方法把文件指针定位到文件中</a:t>
            </a:r>
            <a:r>
              <a:rPr lang="zh-CN" altLang="en-US" sz="1600" strike="noStrike" noProof="1">
                <a:solidFill>
                  <a:srgbClr val="FF0000"/>
                </a:solidFill>
              </a:rPr>
              <a:t>指定字节的位置</a:t>
            </a:r>
            <a:r>
              <a:rPr lang="zh-CN" altLang="en-US" sz="1600" strike="noStrike" noProof="1"/>
              <a:t>。读取时遇到无法解码的字符会抛出异常。</a:t>
            </a:r>
            <a:endParaRPr lang="zh-CN" altLang="en-US" sz="1600" strike="noStrike" noProof="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32769"/>
          <p:cNvSpPr>
            <a:spLocks noGrp="1"/>
          </p:cNvSpPr>
          <p:nvPr>
            <p:ph type="title"/>
          </p:nvPr>
        </p:nvSpPr>
        <p:spPr>
          <a:xfrm>
            <a:off x="-1270" y="4287"/>
            <a:ext cx="9140825" cy="924563"/>
          </a:xfrm>
        </p:spPr>
        <p:txBody>
          <a:bodyPr/>
          <a:lstStyle/>
          <a:p>
            <a:pPr fontAlgn="base"/>
            <a:r>
              <a:rPr lang="zh-CN" altLang="en-US" strike="noStrike" noProof="1"/>
              <a:t>7.2  文本文件基本操作</a:t>
            </a:r>
            <a:endParaRPr lang="zh-CN" altLang="en-US" strike="noStrike" noProof="1"/>
          </a:p>
        </p:txBody>
      </p:sp>
      <p:sp>
        <p:nvSpPr>
          <p:cNvPr id="41986" name="文本占位符 32770"/>
          <p:cNvSpPr>
            <a:spLocks noGrp="1"/>
          </p:cNvSpPr>
          <p:nvPr>
            <p:ph idx="1"/>
          </p:nvPr>
        </p:nvSpPr>
        <p:spPr>
          <a:xfrm>
            <a:off x="292100" y="1076325"/>
            <a:ext cx="7366635" cy="3395345"/>
          </a:xfrm>
        </p:spPr>
        <p:txBody>
          <a:bodyPr wrap="square" lIns="68591" tIns="34295" rIns="68591" bIns="34295" anchor="t"/>
          <a:p>
            <a:pPr marL="1905" indent="-344805" eaLnBrk="1" latinLnBrk="0" hangingPunct="1">
              <a:lnSpc>
                <a:spcPct val="100000"/>
              </a:lnSpc>
              <a:spcBef>
                <a:spcPts val="0"/>
              </a:spcBef>
              <a:buSzPct val="90000"/>
              <a:buFont typeface="Wingdings" panose="05000000000000000000" pitchFamily="2" charset="2"/>
              <a:buNone/>
            </a:pPr>
            <a:r>
              <a:rPr lang="en-US" altLang="zh-CN" sz="1200">
                <a:latin typeface="Consolas" panose="020B0609020204030204" pitchFamily="49" charset="0"/>
              </a:rPr>
              <a:t>&gt;&gt;&gt; s = '</a:t>
            </a:r>
            <a:r>
              <a:rPr lang="zh-CN" altLang="en-US" sz="1200">
                <a:latin typeface="Consolas" panose="020B0609020204030204" pitchFamily="49" charset="0"/>
              </a:rPr>
              <a:t>中国山东烟台</a:t>
            </a:r>
            <a:r>
              <a:rPr lang="en-US" altLang="zh-CN" sz="1200">
                <a:latin typeface="Consolas" panose="020B0609020204030204" pitchFamily="49" charset="0"/>
              </a:rPr>
              <a:t>SDIBT'</a:t>
            </a:r>
            <a:endParaRPr lang="en-US" altLang="zh-CN" sz="1200">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latin typeface="Consolas" panose="020B0609020204030204" pitchFamily="49" charset="0"/>
              </a:rPr>
              <a:t>&gt;&gt;&gt; with open(r'D:\sample.txt', 'w') as fp:</a:t>
            </a:r>
            <a:endParaRPr lang="en-US" altLang="zh-CN" sz="1200">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latin typeface="Consolas" panose="020B0609020204030204" pitchFamily="49" charset="0"/>
              </a:rPr>
              <a:t>    fp.write(s)</a:t>
            </a:r>
            <a:endParaRPr lang="en-US" altLang="zh-CN" sz="1200">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endParaRPr lang="en-US" altLang="zh-CN" sz="1200">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latin typeface="Consolas" panose="020B0609020204030204" pitchFamily="49" charset="0"/>
              </a:rPr>
              <a:t>&gt;&gt;&gt; fp = open(r'D:\sample.txt', 'r')</a:t>
            </a:r>
            <a:endParaRPr lang="en-US" altLang="zh-CN" sz="1200">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latin typeface="Consolas" panose="020B0609020204030204" pitchFamily="49" charset="0"/>
              </a:rPr>
              <a:t>&gt;&gt;&gt; print(fp.read(3))</a:t>
            </a:r>
            <a:endParaRPr lang="en-US" altLang="zh-CN" sz="1200">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200">
                <a:solidFill>
                  <a:srgbClr val="00B0F0"/>
                </a:solidFill>
                <a:latin typeface="Consolas" panose="020B0609020204030204" pitchFamily="49" charset="0"/>
              </a:rPr>
              <a:t>中国山</a:t>
            </a:r>
            <a:endParaRPr lang="zh-CN" altLang="en-US" sz="1200">
              <a:solidFill>
                <a:srgbClr val="00B0F0"/>
              </a:solidFill>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latin typeface="Consolas" panose="020B0609020204030204" pitchFamily="49" charset="0"/>
              </a:rPr>
              <a:t>&gt;&gt;&gt; fp.seek(2)</a:t>
            </a:r>
            <a:endParaRPr lang="en-US" altLang="zh-CN" sz="1200">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solidFill>
                  <a:srgbClr val="00B0F0"/>
                </a:solidFill>
                <a:latin typeface="Consolas" panose="020B0609020204030204" pitchFamily="49" charset="0"/>
              </a:rPr>
              <a:t>2</a:t>
            </a:r>
            <a:endParaRPr lang="en-US" altLang="zh-CN" sz="1200">
              <a:solidFill>
                <a:srgbClr val="00B0F0"/>
              </a:solidFill>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latin typeface="Consolas" panose="020B0609020204030204" pitchFamily="49" charset="0"/>
              </a:rPr>
              <a:t>&gt;&gt;&gt; print(fp.read(1))</a:t>
            </a:r>
            <a:endParaRPr lang="en-US" altLang="zh-CN" sz="1200">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200">
                <a:solidFill>
                  <a:srgbClr val="00B0F0"/>
                </a:solidFill>
                <a:latin typeface="Consolas" panose="020B0609020204030204" pitchFamily="49" charset="0"/>
              </a:rPr>
              <a:t>国</a:t>
            </a:r>
            <a:endParaRPr lang="zh-CN" altLang="en-US" sz="1200">
              <a:solidFill>
                <a:srgbClr val="00B0F0"/>
              </a:solidFill>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latin typeface="Consolas" panose="020B0609020204030204" pitchFamily="49" charset="0"/>
              </a:rPr>
              <a:t>&gt;&gt;&gt; fp.seek(13)</a:t>
            </a:r>
            <a:endParaRPr lang="en-US" altLang="zh-CN" sz="1200">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solidFill>
                  <a:srgbClr val="00B0F0"/>
                </a:solidFill>
                <a:latin typeface="Consolas" panose="020B0609020204030204" pitchFamily="49" charset="0"/>
              </a:rPr>
              <a:t>13</a:t>
            </a:r>
            <a:endParaRPr lang="en-US" altLang="zh-CN" sz="1200">
              <a:solidFill>
                <a:srgbClr val="00B0F0"/>
              </a:solidFill>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latin typeface="Consolas" panose="020B0609020204030204" pitchFamily="49" charset="0"/>
              </a:rPr>
              <a:t>&gt;&gt;&gt; print(fp.read(1))</a:t>
            </a:r>
            <a:endParaRPr lang="en-US" altLang="zh-CN" sz="1200">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solidFill>
                  <a:srgbClr val="00B0F0"/>
                </a:solidFill>
                <a:latin typeface="Consolas" panose="020B0609020204030204" pitchFamily="49" charset="0"/>
              </a:rPr>
              <a:t>D</a:t>
            </a:r>
            <a:endParaRPr lang="en-US" altLang="zh-CN" sz="1200">
              <a:solidFill>
                <a:srgbClr val="00B0F0"/>
              </a:solidFill>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latin typeface="Consolas" panose="020B0609020204030204" pitchFamily="49" charset="0"/>
              </a:rPr>
              <a:t>&gt;&gt;&gt; fp.seek(3)</a:t>
            </a:r>
            <a:endParaRPr lang="en-US" altLang="zh-CN" sz="1200">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solidFill>
                  <a:srgbClr val="00B0F0"/>
                </a:solidFill>
                <a:latin typeface="Consolas" panose="020B0609020204030204" pitchFamily="49" charset="0"/>
              </a:rPr>
              <a:t>3</a:t>
            </a:r>
            <a:endParaRPr lang="en-US" altLang="zh-CN" sz="1200">
              <a:solidFill>
                <a:srgbClr val="00B0F0"/>
              </a:solidFill>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latin typeface="Consolas" panose="020B0609020204030204" pitchFamily="49" charset="0"/>
              </a:rPr>
              <a:t>&gt;&gt;&gt; print(fp.read(1))</a:t>
            </a:r>
            <a:endParaRPr lang="zh-CN" altLang="en-US" sz="1200">
              <a:latin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en-US" altLang="zh-CN" sz="1200">
                <a:solidFill>
                  <a:srgbClr val="FF0000"/>
                </a:solidFill>
                <a:latin typeface="Consolas" panose="020B0609020204030204" pitchFamily="49" charset="0"/>
              </a:rPr>
              <a:t>UnicodeDecodeError: 'gbk' codec can't decode byte 0xfa in position 0: illegal multibyte sequence</a:t>
            </a:r>
            <a:endParaRPr lang="en-US" altLang="zh-CN" sz="1200">
              <a:solidFill>
                <a:srgbClr val="FF0000"/>
              </a:solidFill>
              <a:latin typeface="Consolas" panose="020B0609020204030204"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34817"/>
          <p:cNvSpPr>
            <a:spLocks noGrp="1"/>
          </p:cNvSpPr>
          <p:nvPr>
            <p:ph type="title"/>
          </p:nvPr>
        </p:nvSpPr>
        <p:spPr>
          <a:xfrm>
            <a:off x="-1270" y="4287"/>
            <a:ext cx="9140825" cy="924563"/>
          </a:xfrm>
        </p:spPr>
        <p:txBody>
          <a:bodyPr/>
          <a:lstStyle/>
          <a:p>
            <a:pPr fontAlgn="base"/>
            <a:r>
              <a:rPr lang="zh-CN" altLang="en-US" strike="noStrike" noProof="1"/>
              <a:t>7.2  文本文件基本操作</a:t>
            </a:r>
            <a:endParaRPr lang="zh-CN" altLang="en-US" strike="noStrike" noProof="1"/>
          </a:p>
        </p:txBody>
      </p:sp>
      <p:sp>
        <p:nvSpPr>
          <p:cNvPr id="34819" name="文本占位符 34818"/>
          <p:cNvSpPr>
            <a:spLocks noGrp="1"/>
          </p:cNvSpPr>
          <p:nvPr>
            <p:ph idx="1"/>
          </p:nvPr>
        </p:nvSpPr>
        <p:spPr>
          <a:xfrm>
            <a:off x="334645" y="1200150"/>
            <a:ext cx="8161020" cy="3398520"/>
          </a:xfrm>
        </p:spPr>
        <p:txBody>
          <a:bodyPr/>
          <a:lstStyle/>
          <a:p>
            <a:pPr fontAlgn="base">
              <a:spcBef>
                <a:spcPts val="0"/>
              </a:spcBef>
              <a:buFont typeface="Wingdings" panose="05000000000000000000" charset="0"/>
              <a:buChar char="§"/>
            </a:pPr>
            <a:r>
              <a:rPr lang="zh-CN" altLang="en-US" sz="1800" b="1" strike="noStrike" noProof="1"/>
              <a:t>例</a:t>
            </a:r>
            <a:r>
              <a:rPr lang="en-US" altLang="zh-CN" sz="1800" b="1" strike="noStrike" noProof="1"/>
              <a:t>7-</a:t>
            </a:r>
            <a:r>
              <a:rPr lang="zh-CN" altLang="en-US" sz="1800" b="1" strike="noStrike" noProof="1"/>
              <a:t>5</a:t>
            </a:r>
            <a:r>
              <a:rPr lang="zh-CN" altLang="en-US" sz="1800" strike="noStrike" noProof="1"/>
              <a:t>  读取文本文件data.txt（文件中每行存放一个整数）中所有整数，按升序排序后再写入文本文件data_</a:t>
            </a:r>
            <a:r>
              <a:rPr lang="en-US" altLang="zh-CN" sz="1800" strike="noStrike" noProof="1"/>
              <a:t>new</a:t>
            </a:r>
            <a:r>
              <a:rPr lang="zh-CN" altLang="en-US" sz="1800" strike="noStrike" noProof="1"/>
              <a:t>.txt中。</a:t>
            </a:r>
            <a:endParaRPr lang="zh-CN" altLang="en-US" sz="1800" strike="noStrike" noProof="1"/>
          </a:p>
          <a:p>
            <a:pPr marL="1905" indent="-1905" fontAlgn="base">
              <a:lnSpc>
                <a:spcPct val="80000"/>
              </a:lnSpc>
            </a:pPr>
            <a:endParaRPr lang="zh-CN" altLang="en-US" sz="1350" strike="noStrike" noProof="1"/>
          </a:p>
          <a:p>
            <a:pPr marL="1905" indent="-344805" fontAlgn="base">
              <a:buFontTx/>
              <a:buNone/>
            </a:pPr>
            <a:r>
              <a:rPr lang="zh-CN" altLang="en-US" sz="1600" strike="noStrike" noProof="1">
                <a:latin typeface="Consolas" panose="020B0609020204030204" pitchFamily="49" charset="0"/>
              </a:rPr>
              <a:t>with open('data.txt') as fp:</a:t>
            </a:r>
            <a:endParaRPr lang="zh-CN" altLang="en-US" sz="1600" strike="noStrike" noProof="1">
              <a:latin typeface="Consolas" panose="020B0609020204030204" pitchFamily="49" charset="0"/>
            </a:endParaRPr>
          </a:p>
          <a:p>
            <a:pPr marL="1905" indent="-344805" fontAlgn="base">
              <a:buFontTx/>
              <a:buNone/>
            </a:pPr>
            <a:r>
              <a:rPr lang="zh-CN" altLang="en-US" sz="1600" strike="noStrike" noProof="1">
                <a:latin typeface="Consolas" panose="020B0609020204030204" pitchFamily="49" charset="0"/>
              </a:rPr>
              <a:t>    data = fp.readlines()</a:t>
            </a:r>
            <a:endParaRPr lang="zh-CN" altLang="en-US" sz="1600" strike="noStrike" noProof="1">
              <a:latin typeface="Consolas" panose="020B0609020204030204" pitchFamily="49" charset="0"/>
            </a:endParaRPr>
          </a:p>
          <a:p>
            <a:pPr marL="1905" indent="-344805" fontAlgn="base">
              <a:buFontTx/>
              <a:buNone/>
            </a:pPr>
            <a:endParaRPr lang="zh-CN" altLang="en-US" sz="1600" strike="noStrike" noProof="1">
              <a:latin typeface="Consolas" panose="020B0609020204030204" pitchFamily="49" charset="0"/>
            </a:endParaRPr>
          </a:p>
          <a:p>
            <a:pPr marL="1905" indent="-344805" fontAlgn="base">
              <a:buFontTx/>
              <a:buNone/>
            </a:pPr>
            <a:r>
              <a:rPr lang="zh-CN" altLang="en-US" sz="1600" strike="noStrike" noProof="1">
                <a:latin typeface="Consolas" panose="020B0609020204030204" pitchFamily="49" charset="0"/>
              </a:rPr>
              <a:t>data.sort(key=int)</a:t>
            </a:r>
            <a:endParaRPr lang="zh-CN" altLang="en-US" sz="1600" strike="noStrike" noProof="1">
              <a:latin typeface="Consolas" panose="020B0609020204030204" pitchFamily="49" charset="0"/>
            </a:endParaRPr>
          </a:p>
          <a:p>
            <a:pPr marL="1905" indent="-344805" fontAlgn="base">
              <a:buFontTx/>
              <a:buNone/>
            </a:pPr>
            <a:endParaRPr lang="zh-CN" altLang="en-US" sz="1600" strike="noStrike" noProof="1">
              <a:latin typeface="Consolas" panose="020B0609020204030204" pitchFamily="49" charset="0"/>
            </a:endParaRPr>
          </a:p>
          <a:p>
            <a:pPr marL="1905" indent="-344805" fontAlgn="base">
              <a:buFontTx/>
              <a:buNone/>
            </a:pPr>
            <a:r>
              <a:rPr lang="zh-CN" altLang="en-US" sz="1600" strike="noStrike" noProof="1">
                <a:latin typeface="Consolas" panose="020B0609020204030204" pitchFamily="49" charset="0"/>
              </a:rPr>
              <a:t>with open('data_new.txt', 'w') as fp:</a:t>
            </a:r>
            <a:endParaRPr lang="zh-CN" altLang="en-US" sz="1600" strike="noStrike" noProof="1">
              <a:latin typeface="Consolas" panose="020B0609020204030204" pitchFamily="49" charset="0"/>
            </a:endParaRPr>
          </a:p>
          <a:p>
            <a:pPr marL="1905" indent="-344805" fontAlgn="base">
              <a:buFontTx/>
              <a:buNone/>
            </a:pPr>
            <a:r>
              <a:rPr lang="zh-CN" altLang="en-US" sz="1600" strike="noStrike" noProof="1">
                <a:latin typeface="Consolas" panose="020B0609020204030204" pitchFamily="49" charset="0"/>
              </a:rPr>
              <a:t>    fp.writelines(data)</a:t>
            </a:r>
            <a:endParaRPr lang="zh-CN" altLang="en-US" sz="1600" strike="noStrike" noProof="1">
              <a:latin typeface="Consolas" panose="020B0609020204030204" pitchFamily="49" charset="0"/>
            </a:endParaRPr>
          </a:p>
        </p:txBody>
      </p:sp>
      <p:sp>
        <p:nvSpPr>
          <p:cNvPr id="2" name="Text Box 1"/>
          <p:cNvSpPr txBox="1"/>
          <p:nvPr/>
        </p:nvSpPr>
        <p:spPr>
          <a:xfrm>
            <a:off x="4298315" y="1822450"/>
            <a:ext cx="4486910" cy="1599565"/>
          </a:xfrm>
          <a:prstGeom prst="rect">
            <a:avLst/>
          </a:prstGeom>
          <a:noFill/>
          <a:ln w="22225">
            <a:solidFill>
              <a:schemeClr val="accent1"/>
            </a:solidFill>
          </a:ln>
        </p:spPr>
        <p:txBody>
          <a:bodyPr wrap="square" rtlCol="0">
            <a:spAutoFit/>
          </a:bodyPr>
          <a:p>
            <a:r>
              <a:rPr lang="en-US" sz="1400">
                <a:latin typeface="Consolas" panose="020B0609020204030204" pitchFamily="49" charset="0"/>
                <a:cs typeface="Consolas" panose="020B0609020204030204" pitchFamily="49" charset="0"/>
              </a:rPr>
              <a:t>with open('data.txt') as fp:</a:t>
            </a:r>
            <a:endParaRPr lang="en-US" sz="1400">
              <a:latin typeface="Consolas" panose="020B0609020204030204" pitchFamily="49" charset="0"/>
              <a:cs typeface="Consolas" panose="020B0609020204030204" pitchFamily="49" charset="0"/>
            </a:endParaRPr>
          </a:p>
          <a:p>
            <a:r>
              <a:rPr lang="en-US" sz="1400">
                <a:latin typeface="Consolas" panose="020B0609020204030204" pitchFamily="49" charset="0"/>
                <a:cs typeface="Consolas" panose="020B0609020204030204" pitchFamily="49" charset="0"/>
              </a:rPr>
              <a:t>    data = fp.readlines()</a:t>
            </a:r>
            <a:endParaRPr lang="en-US" sz="1400">
              <a:latin typeface="Consolas" panose="020B0609020204030204" pitchFamily="49" charset="0"/>
              <a:cs typeface="Consolas" panose="020B0609020204030204" pitchFamily="49" charset="0"/>
            </a:endParaRPr>
          </a:p>
          <a:p>
            <a:r>
              <a:rPr lang="en-US" sz="1400">
                <a:latin typeface="Consolas" panose="020B0609020204030204" pitchFamily="49" charset="0"/>
                <a:cs typeface="Consolas" panose="020B0609020204030204" pitchFamily="49" charset="0"/>
              </a:rPr>
              <a:t>data = [int(line.strip()) for line in data]</a:t>
            </a:r>
            <a:endParaRPr lang="en-US" sz="1400">
              <a:latin typeface="Consolas" panose="020B0609020204030204" pitchFamily="49" charset="0"/>
              <a:cs typeface="Consolas" panose="020B0609020204030204" pitchFamily="49" charset="0"/>
            </a:endParaRPr>
          </a:p>
          <a:p>
            <a:r>
              <a:rPr lang="en-US" sz="1400">
                <a:latin typeface="Consolas" panose="020B0609020204030204" pitchFamily="49" charset="0"/>
                <a:cs typeface="Consolas" panose="020B0609020204030204" pitchFamily="49" charset="0"/>
              </a:rPr>
              <a:t>data.sort()</a:t>
            </a:r>
            <a:endParaRPr lang="en-US" sz="1400">
              <a:latin typeface="Consolas" panose="020B0609020204030204" pitchFamily="49" charset="0"/>
              <a:cs typeface="Consolas" panose="020B0609020204030204" pitchFamily="49" charset="0"/>
            </a:endParaRPr>
          </a:p>
          <a:p>
            <a:r>
              <a:rPr lang="en-US" sz="1400">
                <a:latin typeface="Consolas" panose="020B0609020204030204" pitchFamily="49" charset="0"/>
                <a:cs typeface="Consolas" panose="020B0609020204030204" pitchFamily="49" charset="0"/>
              </a:rPr>
              <a:t>data = [str(i)+'\n' for i in data]</a:t>
            </a:r>
            <a:endParaRPr lang="en-US" sz="1400">
              <a:latin typeface="Consolas" panose="020B0609020204030204" pitchFamily="49" charset="0"/>
              <a:cs typeface="Consolas" panose="020B0609020204030204" pitchFamily="49" charset="0"/>
            </a:endParaRPr>
          </a:p>
          <a:p>
            <a:r>
              <a:rPr lang="en-US" sz="1400">
                <a:latin typeface="Consolas" panose="020B0609020204030204" pitchFamily="49" charset="0"/>
                <a:cs typeface="Consolas" panose="020B0609020204030204" pitchFamily="49" charset="0"/>
              </a:rPr>
              <a:t>with open('data_new.txt', 'w') as fp:</a:t>
            </a:r>
            <a:endParaRPr lang="en-US" sz="1400">
              <a:latin typeface="Consolas" panose="020B0609020204030204" pitchFamily="49" charset="0"/>
              <a:cs typeface="Consolas" panose="020B0609020204030204" pitchFamily="49" charset="0"/>
            </a:endParaRPr>
          </a:p>
          <a:p>
            <a:r>
              <a:rPr lang="en-US" sz="1400">
                <a:latin typeface="Consolas" panose="020B0609020204030204" pitchFamily="49" charset="0"/>
                <a:cs typeface="Consolas" panose="020B0609020204030204" pitchFamily="49" charset="0"/>
              </a:rPr>
              <a:t>    fp.writelines(data)</a:t>
            </a:r>
            <a:endParaRPr lang="en-US" sz="1400">
              <a:latin typeface="Consolas" panose="020B0609020204030204" pitchFamily="49" charset="0"/>
              <a:cs typeface="Consolas" panose="020B0609020204030204"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35841"/>
          <p:cNvSpPr>
            <a:spLocks noGrp="1"/>
          </p:cNvSpPr>
          <p:nvPr>
            <p:ph type="title"/>
          </p:nvPr>
        </p:nvSpPr>
        <p:spPr>
          <a:xfrm>
            <a:off x="-1270" y="4287"/>
            <a:ext cx="9140825" cy="924563"/>
          </a:xfrm>
        </p:spPr>
        <p:txBody>
          <a:bodyPr/>
          <a:lstStyle/>
          <a:p>
            <a:pPr fontAlgn="base"/>
            <a:r>
              <a:rPr lang="zh-CN" altLang="en-US" strike="noStrike" noProof="1"/>
              <a:t>7.2  文本文件基本操作</a:t>
            </a:r>
            <a:endParaRPr lang="zh-CN" altLang="en-US" strike="noStrike" noProof="1"/>
          </a:p>
        </p:txBody>
      </p:sp>
      <p:sp>
        <p:nvSpPr>
          <p:cNvPr id="40962" name="文本占位符 35842"/>
          <p:cNvSpPr>
            <a:spLocks noGrp="1"/>
          </p:cNvSpPr>
          <p:nvPr>
            <p:ph idx="1"/>
          </p:nvPr>
        </p:nvSpPr>
        <p:spPr/>
        <p:txBody>
          <a:bodyPr/>
          <a:lstStyle/>
          <a:p>
            <a:pPr fontAlgn="base">
              <a:spcBef>
                <a:spcPts val="0"/>
              </a:spcBef>
              <a:buSzPct val="90000"/>
              <a:buFont typeface="Wingdings" panose="05000000000000000000" charset="0"/>
              <a:buChar char="§"/>
            </a:pPr>
            <a:r>
              <a:rPr lang="zh-CN" altLang="en-US" sz="1800" b="1" strike="noStrike" noProof="1"/>
              <a:t>例</a:t>
            </a:r>
            <a:r>
              <a:rPr lang="en-US" altLang="zh-CN" sz="1800" b="1" strike="noStrike" noProof="1"/>
              <a:t>7-</a:t>
            </a:r>
            <a:r>
              <a:rPr lang="zh-CN" altLang="en-US" sz="1800" b="1" strike="noStrike" noProof="1"/>
              <a:t>6</a:t>
            </a:r>
            <a:r>
              <a:rPr lang="zh-CN" altLang="en-US" sz="1800" strike="noStrike" noProof="1"/>
              <a:t>  编写程序，保存为demo6.py，运行后生成文件demo6_new.py，其中的内容与demo6.py一致，但是在每行的行尾加上了行号。</a:t>
            </a:r>
            <a:endParaRPr lang="zh-CN" altLang="en-US" sz="1800" strike="noStrike" noProof="1"/>
          </a:p>
          <a:p>
            <a:pPr marL="1905" indent="-344805" fontAlgn="base">
              <a:lnSpc>
                <a:spcPct val="80000"/>
              </a:lnSpc>
              <a:buSzPct val="90000"/>
              <a:buFont typeface="Wingdings" panose="05000000000000000000" pitchFamily="2" charset="2"/>
              <a:buNone/>
            </a:pPr>
            <a:endParaRPr lang="zh-CN" altLang="en-US" sz="1500" strike="noStrike" noProof="1"/>
          </a:p>
          <a:p>
            <a:pPr marL="1905" indent="-344805" fontAlgn="base">
              <a:buSzPct val="90000"/>
              <a:buFont typeface="Wingdings" panose="05000000000000000000" pitchFamily="2" charset="2"/>
              <a:buNone/>
            </a:pPr>
            <a:r>
              <a:rPr lang="zh-CN" altLang="en-US" sz="1600" strike="noStrike" noProof="1">
                <a:latin typeface="Consolas" panose="020B0609020204030204" pitchFamily="49" charset="0"/>
              </a:rPr>
              <a:t>filename = 'demo6.py'</a:t>
            </a:r>
            <a:endParaRPr lang="zh-CN" altLang="en-US" sz="1600" strike="noStrike" noProof="1">
              <a:latin typeface="Consolas" panose="020B0609020204030204" pitchFamily="49" charset="0"/>
            </a:endParaRPr>
          </a:p>
          <a:p>
            <a:pPr marL="1905" indent="-344805" fontAlgn="base">
              <a:buSzPct val="90000"/>
              <a:buFont typeface="Wingdings" panose="05000000000000000000" pitchFamily="2" charset="2"/>
              <a:buNone/>
            </a:pPr>
            <a:r>
              <a:rPr lang="zh-CN" altLang="en-US" sz="1600" strike="noStrike" noProof="1">
                <a:latin typeface="Consolas" panose="020B0609020204030204" pitchFamily="49" charset="0"/>
              </a:rPr>
              <a:t>with open(filename, 'r') as fp:</a:t>
            </a:r>
            <a:endParaRPr lang="zh-CN" altLang="en-US" sz="1600" strike="noStrike" noProof="1">
              <a:latin typeface="Consolas" panose="020B0609020204030204" pitchFamily="49" charset="0"/>
            </a:endParaRPr>
          </a:p>
          <a:p>
            <a:pPr marL="1905" indent="-344805" fontAlgn="base">
              <a:buSzPct val="90000"/>
              <a:buFont typeface="Wingdings" panose="05000000000000000000" pitchFamily="2" charset="2"/>
              <a:buNone/>
            </a:pPr>
            <a:r>
              <a:rPr lang="zh-CN" altLang="en-US" sz="1600" strike="noStrike" noProof="1">
                <a:latin typeface="Consolas" panose="020B0609020204030204" pitchFamily="49" charset="0"/>
              </a:rPr>
              <a:t>    lines = fp.readlines()</a:t>
            </a:r>
            <a:endParaRPr lang="zh-CN" altLang="en-US" sz="1600" strike="noStrike" noProof="1">
              <a:latin typeface="Consolas" panose="020B0609020204030204" pitchFamily="49" charset="0"/>
            </a:endParaRPr>
          </a:p>
          <a:p>
            <a:pPr marL="1905" indent="-344805" fontAlgn="base">
              <a:buSzPct val="90000"/>
              <a:buFont typeface="Wingdings" panose="05000000000000000000" pitchFamily="2" charset="2"/>
              <a:buNone/>
            </a:pPr>
            <a:r>
              <a:rPr lang="zh-CN" altLang="en-US" sz="1600" strike="noStrike" noProof="1">
                <a:latin typeface="Consolas" panose="020B0609020204030204" pitchFamily="49" charset="0"/>
              </a:rPr>
              <a:t>maxLength = len(max(lines, key=len))</a:t>
            </a:r>
            <a:endParaRPr lang="zh-CN" altLang="en-US" sz="1600" strike="noStrike" noProof="1">
              <a:latin typeface="Consolas" panose="020B0609020204030204" pitchFamily="49" charset="0"/>
            </a:endParaRPr>
          </a:p>
          <a:p>
            <a:pPr marL="1905" indent="-344805" fontAlgn="base">
              <a:buSzPct val="90000"/>
              <a:buFont typeface="Wingdings" panose="05000000000000000000" pitchFamily="2" charset="2"/>
              <a:buNone/>
            </a:pPr>
            <a:r>
              <a:rPr lang="zh-CN" altLang="en-US" sz="1600" strike="noStrike" noProof="1">
                <a:latin typeface="Consolas" panose="020B0609020204030204" pitchFamily="49" charset="0"/>
              </a:rPr>
              <a:t>lines = [line.rstrip().ljust(maxLength)+'#'+str(index)+'\n'</a:t>
            </a:r>
            <a:endParaRPr lang="zh-CN" altLang="en-US" sz="1600" strike="noStrike" noProof="1">
              <a:latin typeface="Consolas" panose="020B0609020204030204" pitchFamily="49" charset="0"/>
            </a:endParaRPr>
          </a:p>
          <a:p>
            <a:pPr marL="1905" indent="-344805" fontAlgn="base">
              <a:buSzPct val="90000"/>
              <a:buFont typeface="Wingdings" panose="05000000000000000000" pitchFamily="2" charset="2"/>
              <a:buNone/>
            </a:pPr>
            <a:r>
              <a:rPr lang="zh-CN" altLang="en-US" sz="1600" strike="noStrike" noProof="1">
                <a:latin typeface="Consolas" panose="020B0609020204030204" pitchFamily="49" charset="0"/>
              </a:rPr>
              <a:t>         for index, line in enumerate(lines)]</a:t>
            </a:r>
            <a:endParaRPr lang="zh-CN" altLang="en-US" sz="1600" strike="noStrike" noProof="1">
              <a:latin typeface="Consolas" panose="020B0609020204030204" pitchFamily="49" charset="0"/>
            </a:endParaRPr>
          </a:p>
          <a:p>
            <a:pPr marL="1905" indent="-344805" fontAlgn="base">
              <a:buSzPct val="90000"/>
              <a:buFont typeface="Wingdings" panose="05000000000000000000" pitchFamily="2" charset="2"/>
              <a:buNone/>
            </a:pPr>
            <a:r>
              <a:rPr lang="zh-CN" altLang="en-US" sz="1600" strike="noStrike" noProof="1">
                <a:latin typeface="Consolas" panose="020B0609020204030204" pitchFamily="49" charset="0"/>
              </a:rPr>
              <a:t>with open(filename[:-3]+'_new.py', 'w') as fp:</a:t>
            </a:r>
            <a:endParaRPr lang="zh-CN" altLang="en-US" sz="1600" strike="noStrike" noProof="1">
              <a:latin typeface="Consolas" panose="020B0609020204030204" pitchFamily="49" charset="0"/>
            </a:endParaRPr>
          </a:p>
          <a:p>
            <a:pPr marL="1905" indent="-344805" fontAlgn="base">
              <a:buSzPct val="90000"/>
              <a:buFont typeface="Wingdings" panose="05000000000000000000" pitchFamily="2" charset="2"/>
              <a:buNone/>
            </a:pPr>
            <a:r>
              <a:rPr lang="zh-CN" altLang="en-US" sz="1600" strike="noStrike" noProof="1">
                <a:latin typeface="Consolas" panose="020B0609020204030204" pitchFamily="49" charset="0"/>
              </a:rPr>
              <a:t>    fp.writelines(lines)</a:t>
            </a:r>
            <a:endParaRPr lang="zh-CN" altLang="en-US" sz="1600" strike="noStrike" noProof="1">
              <a:latin typeface="Consolas" panose="020B0609020204030204" pitchFamily="49" charset="0"/>
            </a:endParaRPr>
          </a:p>
        </p:txBody>
      </p:sp>
      <p:pic>
        <p:nvPicPr>
          <p:cNvPr id="14340" name="图片 3" descr="qrcode_for_gh_6f2df669dea9_1280"/>
          <p:cNvPicPr>
            <a:picLocks noChangeAspect="1"/>
          </p:cNvPicPr>
          <p:nvPr userDrawn="1"/>
        </p:nvPicPr>
        <p:blipFill>
          <a:blip r:embed="rId1"/>
          <a:stretch>
            <a:fillRect/>
          </a:stretch>
        </p:blipFill>
        <p:spPr>
          <a:xfrm>
            <a:off x="7767955" y="3934460"/>
            <a:ext cx="1318895" cy="118364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70" y="4287"/>
            <a:ext cx="9140825" cy="924563"/>
          </a:xfrm>
        </p:spPr>
        <p:txBody>
          <a:bodyPr/>
          <a:p>
            <a:pPr fontAlgn="base"/>
            <a:r>
              <a:rPr lang="zh-CN" altLang="en-US" strike="noStrike" noProof="1">
                <a:sym typeface="+mn-ea"/>
              </a:rPr>
              <a:t>7.2  文本文件基本操作</a:t>
            </a:r>
            <a:endParaRPr lang="en-US" strike="noStrike" noProof="1"/>
          </a:p>
        </p:txBody>
      </p:sp>
      <p:sp>
        <p:nvSpPr>
          <p:cNvPr id="3" name="Content Placeholder 2"/>
          <p:cNvSpPr>
            <a:spLocks noGrp="1"/>
          </p:cNvSpPr>
          <p:nvPr>
            <p:ph idx="1"/>
          </p:nvPr>
        </p:nvSpPr>
        <p:spPr>
          <a:xfrm>
            <a:off x="323850" y="1200150"/>
            <a:ext cx="8568055" cy="3395345"/>
          </a:xfrm>
        </p:spPr>
        <p:txBody>
          <a:bodyPr/>
          <a:p>
            <a:pPr fontAlgn="base"/>
            <a:r>
              <a:rPr lang="zh-CN" altLang="en-US" sz="1800" b="1" strike="noStrike" noProof="1"/>
              <a:t>补充：</a:t>
            </a:r>
            <a:r>
              <a:rPr lang="zh-CN" altLang="en-US" sz="1800" strike="noStrike" noProof="1"/>
              <a:t>字符串编码格式和字体对中英文混排时对齐的影响。</a:t>
            </a:r>
            <a:endParaRPr lang="zh-CN" altLang="en-US" sz="1800" strike="noStrike" noProof="1"/>
          </a:p>
          <a:p>
            <a:pPr marL="0" indent="0" fontAlgn="base">
              <a:buNone/>
            </a:pPr>
            <a:r>
              <a:rPr lang="zh-CN" altLang="en-US" sz="1400" strike="noStrike" noProof="1">
                <a:latin typeface="Consolas" panose="020B0609020204030204" pitchFamily="49" charset="0"/>
              </a:rPr>
              <a:t>sentences = ['Readability counts.',</a:t>
            </a:r>
            <a:endParaRPr lang="zh-CN" altLang="en-US" sz="1400" strike="noStrike" noProof="1">
              <a:latin typeface="Consolas" panose="020B0609020204030204" pitchFamily="49" charset="0"/>
            </a:endParaRPr>
          </a:p>
          <a:p>
            <a:pPr marL="0" indent="0" fontAlgn="base">
              <a:buNone/>
            </a:pPr>
            <a:r>
              <a:rPr lang="zh-CN" altLang="en-US" sz="1400" strike="noStrike" noProof="1">
                <a:latin typeface="Consolas" panose="020B0609020204030204" pitchFamily="49" charset="0"/>
              </a:rPr>
              <a:t>            '老龙恼怒闹老农，老农恼怒闹老龙。农怒龙恼农更怒，龙恼农怒龙怕农。',</a:t>
            </a:r>
            <a:endParaRPr lang="zh-CN" altLang="en-US" sz="1400" strike="noStrike" noProof="1">
              <a:latin typeface="Consolas" panose="020B0609020204030204" pitchFamily="49" charset="0"/>
            </a:endParaRPr>
          </a:p>
          <a:p>
            <a:pPr marL="0" indent="0" fontAlgn="base">
              <a:buNone/>
            </a:pPr>
            <a:r>
              <a:rPr lang="zh-CN" altLang="en-US" sz="1400" strike="noStrike" noProof="1">
                <a:latin typeface="Consolas" panose="020B0609020204030204" pitchFamily="49" charset="0"/>
              </a:rPr>
              <a:t>            '人生苦短，我用Python',</a:t>
            </a:r>
            <a:endParaRPr lang="zh-CN" altLang="en-US" sz="1400" strike="noStrike" noProof="1">
              <a:latin typeface="Consolas" panose="020B0609020204030204" pitchFamily="49" charset="0"/>
            </a:endParaRPr>
          </a:p>
          <a:p>
            <a:pPr marL="0" indent="0" fontAlgn="base">
              <a:buNone/>
            </a:pPr>
            <a:r>
              <a:rPr lang="zh-CN" altLang="en-US" sz="1400" strike="noStrike" noProof="1">
                <a:latin typeface="Consolas" panose="020B0609020204030204" pitchFamily="49" charset="0"/>
              </a:rPr>
              <a:t>            'Python程序设计基础（第2版）,Python程序设计（第2版）,Python可以这样学,'</a:t>
            </a:r>
            <a:endParaRPr lang="zh-CN" altLang="en-US" sz="1400" strike="noStrike" noProof="1">
              <a:latin typeface="Consolas" panose="020B0609020204030204" pitchFamily="49" charset="0"/>
            </a:endParaRPr>
          </a:p>
          <a:p>
            <a:pPr marL="0" indent="0" fontAlgn="base">
              <a:buNone/>
            </a:pPr>
            <a:r>
              <a:rPr lang="zh-CN" altLang="en-US" sz="1400" strike="noStrike" noProof="1">
                <a:latin typeface="Consolas" panose="020B0609020204030204" pitchFamily="49" charset="0"/>
              </a:rPr>
              <a:t>             'Python程序设计开发宝典,玩转Python轻松过二级',</a:t>
            </a:r>
            <a:endParaRPr lang="zh-CN" altLang="en-US" sz="1400" strike="noStrike" noProof="1">
              <a:latin typeface="Consolas" panose="020B0609020204030204" pitchFamily="49" charset="0"/>
            </a:endParaRPr>
          </a:p>
          <a:p>
            <a:pPr marL="0" indent="0" fontAlgn="base">
              <a:buNone/>
            </a:pPr>
            <a:r>
              <a:rPr lang="zh-CN" altLang="en-US" sz="1400" strike="noStrike" noProof="1">
                <a:latin typeface="Consolas" panose="020B0609020204030204" pitchFamily="49" charset="0"/>
              </a:rPr>
              <a:t>            '樱桃,cherry']</a:t>
            </a:r>
            <a:endParaRPr lang="zh-CN" altLang="en-US" sz="1400" strike="noStrike" noProof="1">
              <a:latin typeface="Consolas" panose="020B0609020204030204" pitchFamily="49" charset="0"/>
            </a:endParaRPr>
          </a:p>
          <a:p>
            <a:pPr marL="0" indent="0" fontAlgn="base">
              <a:buNone/>
            </a:pPr>
            <a:r>
              <a:rPr lang="zh-CN" altLang="en-US" sz="1400" strike="noStrike" noProof="1">
                <a:latin typeface="Consolas" panose="020B0609020204030204" pitchFamily="49" charset="0"/>
              </a:rPr>
              <a:t>longestSentence = max(sentences, key=lambda s:len(s.encode('gbk'))) # 最长一行的内容</a:t>
            </a:r>
            <a:endParaRPr lang="zh-CN" altLang="en-US" sz="1400" strike="noStrike" noProof="1">
              <a:latin typeface="Consolas" panose="020B0609020204030204" pitchFamily="49" charset="0"/>
            </a:endParaRPr>
          </a:p>
          <a:p>
            <a:pPr marL="0" indent="0" fontAlgn="base">
              <a:buNone/>
            </a:pPr>
            <a:r>
              <a:rPr lang="zh-CN" altLang="en-US" sz="1400" strike="noStrike" noProof="1">
                <a:latin typeface="Consolas" panose="020B0609020204030204" pitchFamily="49" charset="0"/>
              </a:rPr>
              <a:t>maxLength = len(longestSentence.encode('gbk'))                      # 最长一行的长度</a:t>
            </a:r>
            <a:endParaRPr lang="zh-CN" altLang="en-US" sz="1400" strike="noStrike" noProof="1">
              <a:latin typeface="Consolas" panose="020B0609020204030204" pitchFamily="49" charset="0"/>
            </a:endParaRPr>
          </a:p>
          <a:p>
            <a:pPr marL="0" indent="0" fontAlgn="base">
              <a:buNone/>
            </a:pPr>
            <a:r>
              <a:rPr lang="zh-CN" altLang="en-US" sz="1400" strike="noStrike" noProof="1">
                <a:latin typeface="Consolas" panose="020B0609020204030204" pitchFamily="49" charset="0"/>
              </a:rPr>
              <a:t>for index, sentence in enumerate(sentences):  # 在GBK编码中，一个汉字占2个英文字符宽度</a:t>
            </a:r>
            <a:endParaRPr lang="zh-CN" altLang="en-US" sz="1400" strike="noStrike" noProof="1">
              <a:latin typeface="Consolas" panose="020B0609020204030204" pitchFamily="49" charset="0"/>
            </a:endParaRPr>
          </a:p>
          <a:p>
            <a:pPr marL="0" indent="0" fontAlgn="base">
              <a:buNone/>
            </a:pPr>
            <a:r>
              <a:rPr lang="zh-CN" altLang="en-US" sz="1400" strike="noStrike" noProof="1">
                <a:latin typeface="Consolas" panose="020B0609020204030204" pitchFamily="49" charset="0"/>
              </a:rPr>
              <a:t>    print(sentence+' '*(maxLength-len(sentence.encode('gbk')))+'#{}'.format(index))</a:t>
            </a:r>
            <a:endParaRPr lang="zh-CN" altLang="en-US" sz="1400" strike="noStrike" noProof="1">
              <a:latin typeface="Consolas" panose="020B0609020204030204" pitchFamily="49" charset="0"/>
            </a:endParaRPr>
          </a:p>
        </p:txBody>
      </p:sp>
      <p:pic>
        <p:nvPicPr>
          <p:cNvPr id="46083" name="Picture 3"/>
          <p:cNvPicPr>
            <a:picLocks noChangeAspect="1"/>
          </p:cNvPicPr>
          <p:nvPr/>
        </p:nvPicPr>
        <p:blipFill>
          <a:blip r:embed="rId1"/>
          <a:stretch>
            <a:fillRect/>
          </a:stretch>
        </p:blipFill>
        <p:spPr>
          <a:xfrm>
            <a:off x="432435" y="4148455"/>
            <a:ext cx="7639685" cy="68326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70" y="4287"/>
            <a:ext cx="9140825" cy="924563"/>
          </a:xfrm>
        </p:spPr>
        <p:txBody>
          <a:bodyPr/>
          <a:p>
            <a:pPr fontAlgn="base"/>
            <a:r>
              <a:rPr lang="zh-CN" altLang="en-US">
                <a:sym typeface="+mn-ea"/>
              </a:rPr>
              <a:t>7.2  文本文件基本操作</a:t>
            </a:r>
            <a:endParaRPr lang="zh-CN" altLang="en-US" strike="noStrike" noProof="1"/>
          </a:p>
        </p:txBody>
      </p:sp>
      <p:sp>
        <p:nvSpPr>
          <p:cNvPr id="48130" name="Content Placeholder 2"/>
          <p:cNvSpPr>
            <a:spLocks noGrp="1"/>
          </p:cNvSpPr>
          <p:nvPr>
            <p:ph idx="1"/>
          </p:nvPr>
        </p:nvSpPr>
        <p:spPr/>
        <p:txBody>
          <a:bodyPr wrap="square" lIns="68591" tIns="34295" rIns="68591" bIns="34295" anchor="t"/>
          <a:p>
            <a:pPr eaLnBrk="1" fontAlgn="base" latinLnBrk="0" hangingPunct="1">
              <a:spcBef>
                <a:spcPct val="0"/>
              </a:spcBef>
              <a:buFont typeface="Wingdings" panose="05000000000000000000" charset="0"/>
              <a:buChar char="l"/>
            </a:pPr>
            <a:r>
              <a:rPr lang="zh-CN" altLang="en-US" sz="1400" b="1" strike="noStrike" noProof="1">
                <a:latin typeface="Consolas" panose="020B0609020204030204" pitchFamily="49" charset="0"/>
              </a:rPr>
              <a:t>例</a:t>
            </a:r>
            <a:r>
              <a:rPr lang="en-US" altLang="zh-CN" sz="1400" b="1" strike="noStrike" noProof="1">
                <a:latin typeface="Consolas" panose="020B0609020204030204" pitchFamily="49" charset="0"/>
              </a:rPr>
              <a:t>7-7</a:t>
            </a:r>
            <a:r>
              <a:rPr lang="en-US" altLang="zh-CN" sz="1400" strike="noStrike" noProof="1">
                <a:latin typeface="Consolas" panose="020B0609020204030204" pitchFamily="49" charset="0"/>
              </a:rPr>
              <a:t>  </a:t>
            </a:r>
            <a:r>
              <a:rPr lang="zh-CN" altLang="en-US" sz="1400" strike="noStrike" noProof="1">
                <a:latin typeface="Consolas" panose="020B0609020204030204" pitchFamily="49" charset="0"/>
              </a:rPr>
              <a:t>批量修改文本文件编码格式。</a:t>
            </a:r>
            <a:endParaRPr lang="zh-CN" altLang="en-US" sz="1200" b="1" strike="noStrike" noProof="1">
              <a:latin typeface="Consolas" panose="020B0609020204030204" pitchFamily="49" charset="0"/>
            </a:endParaRPr>
          </a:p>
          <a:p>
            <a:pPr eaLnBrk="1" fontAlgn="base" latinLnBrk="0" hangingPunct="1">
              <a:spcBef>
                <a:spcPct val="0"/>
              </a:spcBef>
              <a:buFont typeface="Wingdings" panose="05000000000000000000" charset="0"/>
              <a:buChar char="ü"/>
            </a:pPr>
            <a:r>
              <a:rPr lang="zh-CN" altLang="en-US" sz="1200" b="1" strike="noStrike" noProof="1">
                <a:latin typeface="Consolas" panose="020B0609020204030204" pitchFamily="49" charset="0"/>
              </a:rPr>
              <a:t>方法一：</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import os</a:t>
            </a:r>
            <a:endParaRPr lang="en-US" altLang="zh-CN" sz="1200" strike="noStrike" noProof="1">
              <a:latin typeface="Consolas" panose="020B0609020204030204" pitchFamily="49" charset="0"/>
            </a:endParaRPr>
          </a:p>
          <a:p>
            <a:pPr marL="0" indent="0" eaLnBrk="1" latinLnBrk="0" hangingPunct="1">
              <a:spcBef>
                <a:spcPct val="0"/>
              </a:spcBef>
              <a:buNone/>
            </a:pP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获取当前文件夹中所有记事本文件清单</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fns = (fn for fn in os.listdir() if fn.endswith('.txt'))</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for fn in fns:</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try:</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 首先尝试使用UTF8编码打开并读取文件内容</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 如果失败会抛出异常</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with open(fn, encoding='utf8') as fp:</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fp.read()</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except:</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 以默认的GBK编码读取原文件内容</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 以UTF8编码写入新文件</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with open(fn) as fp1:</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with open('t.txt', 'w', encoding='utf8') as fp2:</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fp2.write(fp1.read())</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 删除原文件，把新文件重命名为原文件</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os.remove(fn)</a:t>
            </a:r>
            <a:endParaRPr lang="en-US" altLang="zh-CN" sz="1200" strike="noStrike" noProof="1">
              <a:latin typeface="Consolas" panose="020B0609020204030204" pitchFamily="49" charset="0"/>
            </a:endParaRPr>
          </a:p>
          <a:p>
            <a:pPr marL="0" indent="0" eaLnBrk="1" latinLnBrk="0" hangingPunct="1">
              <a:spcBef>
                <a:spcPct val="0"/>
              </a:spcBef>
              <a:buNone/>
            </a:pPr>
            <a:r>
              <a:rPr lang="en-US" altLang="zh-CN" sz="1200" strike="noStrike" noProof="1">
                <a:latin typeface="Consolas" panose="020B0609020204030204" pitchFamily="49" charset="0"/>
              </a:rPr>
              <a:t>        os.rename('t.txt', fn)   </a:t>
            </a:r>
            <a:endParaRPr lang="en-US" altLang="zh-CN" sz="1200" strike="noStrike" noProof="1">
              <a:latin typeface="Consolas" panose="020B0609020204030204"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270" y="4287"/>
            <a:ext cx="9140825" cy="924563"/>
          </a:xfrm>
        </p:spPr>
        <p:txBody>
          <a:bodyPr/>
          <a:p>
            <a:pPr fontAlgn="base"/>
            <a:r>
              <a:rPr lang="zh-CN" altLang="en-US">
                <a:sym typeface="+mn-ea"/>
              </a:rPr>
              <a:t>7.2  文本文件基本操作</a:t>
            </a:r>
            <a:endParaRPr lang="zh-CN" altLang="en-US" strike="noStrike" noProof="1"/>
          </a:p>
        </p:txBody>
      </p:sp>
      <p:sp>
        <p:nvSpPr>
          <p:cNvPr id="3" name="内容占位符 2"/>
          <p:cNvSpPr>
            <a:spLocks noGrp="1"/>
          </p:cNvSpPr>
          <p:nvPr>
            <p:ph idx="1"/>
          </p:nvPr>
        </p:nvSpPr>
        <p:spPr/>
        <p:txBody>
          <a:bodyPr/>
          <a:p>
            <a:pPr eaLnBrk="1" fontAlgn="base" latinLnBrk="0" hangingPunct="1">
              <a:spcBef>
                <a:spcPts val="0"/>
              </a:spcBef>
              <a:buFont typeface="Wingdings" panose="05000000000000000000" charset="0"/>
              <a:buChar char="ü"/>
            </a:pPr>
            <a:r>
              <a:rPr lang="zh-CN" altLang="en-US" sz="1800" b="1" strike="noStrike" noProof="1">
                <a:latin typeface="Consolas" panose="020B0609020204030204" pitchFamily="49" charset="0"/>
                <a:cs typeface="Consolas" panose="020B0609020204030204" pitchFamily="49" charset="0"/>
              </a:rPr>
              <a:t>方法二：</a:t>
            </a:r>
            <a:endParaRPr lang="zh-CN" altLang="en-US" sz="135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from os import listdir</a:t>
            </a: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fns = (fn for fn in listdir() if fn.endswith('.txt'))</a:t>
            </a: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for fn in fns:</a:t>
            </a: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    with open(fn, 'rb+') as fp:</a:t>
            </a: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        content = fp.read()</a:t>
            </a: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        try:</a:t>
            </a: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            # 尝试使用UTF8解码</a:t>
            </a: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            content.decode('utf8')</a:t>
            </a: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        except:</a:t>
            </a: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            # 使用GBK解码后再使用UTF8编码，写回文件</a:t>
            </a: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            content = content.decode('gbk').encode('utf8')</a:t>
            </a: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            fp.seek(0)</a:t>
            </a:r>
            <a:endParaRPr lang="zh-CN" altLang="en-US" sz="16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600" strike="noStrike" noProof="1">
                <a:latin typeface="Consolas" panose="020B0609020204030204" pitchFamily="49" charset="0"/>
                <a:cs typeface="Consolas" panose="020B0609020204030204" pitchFamily="49" charset="0"/>
              </a:rPr>
              <a:t>            fp.write(content)</a:t>
            </a:r>
            <a:endParaRPr lang="zh-CN" altLang="en-US" sz="1600" strike="noStrike" noProof="1">
              <a:latin typeface="Consolas" panose="020B0609020204030204" pitchFamily="49" charset="0"/>
              <a:cs typeface="Consolas" panose="020B0609020204030204"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270" y="4287"/>
            <a:ext cx="9140825" cy="924563"/>
          </a:xfrm>
        </p:spPr>
        <p:txBody>
          <a:bodyPr/>
          <a:p>
            <a:pPr fontAlgn="base"/>
            <a:r>
              <a:rPr lang="zh-CN" altLang="en-US">
                <a:sym typeface="+mn-ea"/>
              </a:rPr>
              <a:t>7.2  文本文件基本操作</a:t>
            </a:r>
            <a:endParaRPr lang="zh-CN" altLang="en-US" strike="noStrike" noProof="1"/>
          </a:p>
        </p:txBody>
      </p:sp>
      <p:sp>
        <p:nvSpPr>
          <p:cNvPr id="3" name="内容占位符 2"/>
          <p:cNvSpPr>
            <a:spLocks noGrp="1"/>
          </p:cNvSpPr>
          <p:nvPr>
            <p:ph idx="1"/>
          </p:nvPr>
        </p:nvSpPr>
        <p:spPr/>
        <p:txBody>
          <a:bodyPr/>
          <a:p>
            <a:pPr fontAlgn="base">
              <a:buFont typeface="Wingdings" panose="05000000000000000000" charset="0"/>
              <a:buChar char="ü"/>
            </a:pPr>
            <a:r>
              <a:rPr lang="zh-CN" altLang="en-US" sz="1800" b="1" strike="noStrike" noProof="1">
                <a:latin typeface="Consolas" panose="020B0609020204030204" pitchFamily="49" charset="0"/>
                <a:cs typeface="Consolas" panose="020B0609020204030204" pitchFamily="49" charset="0"/>
              </a:rPr>
              <a:t>方法三：</a:t>
            </a:r>
            <a:endParaRPr lang="zh-CN" altLang="en-US" sz="135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from os import listdir</a:t>
            </a: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from chardet import detect</a:t>
            </a: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fns = (fn for fn in listdir() if fn.endswith('.txt'))</a:t>
            </a: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for fn in fns:</a:t>
            </a: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    with open(fn, 'rb+') as fp:</a:t>
            </a: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        content = fp.read()</a:t>
            </a: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        # 判断编码格式</a:t>
            </a: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        encoding = detect(content)['encoding']</a:t>
            </a: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        # 格式转换</a:t>
            </a: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        content = content.decode(encoding).encode('utf8')</a:t>
            </a: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        # 写回文件</a:t>
            </a: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        fp.seek(0)</a:t>
            </a:r>
            <a:endParaRPr lang="zh-CN" altLang="en-US" sz="1400" strike="noStrike" noProof="1">
              <a:latin typeface="Consolas" panose="020B0609020204030204" pitchFamily="49" charset="0"/>
              <a:cs typeface="Consolas" panose="020B0609020204030204" pitchFamily="49" charset="0"/>
            </a:endParaRPr>
          </a:p>
          <a:p>
            <a:pPr marL="0" indent="0" eaLnBrk="1" latinLnBrk="0" hangingPunct="1">
              <a:spcBef>
                <a:spcPts val="0"/>
              </a:spcBef>
              <a:buNone/>
            </a:pPr>
            <a:r>
              <a:rPr lang="zh-CN" altLang="en-US" sz="1400" strike="noStrike" noProof="1">
                <a:latin typeface="Consolas" panose="020B0609020204030204" pitchFamily="49" charset="0"/>
                <a:cs typeface="Consolas" panose="020B0609020204030204" pitchFamily="49" charset="0"/>
              </a:rPr>
              <a:t>        fp.write(content)</a:t>
            </a:r>
            <a:endParaRPr lang="zh-CN" altLang="en-US" sz="1400" strike="noStrike" noProof="1">
              <a:latin typeface="Consolas" panose="020B0609020204030204" pitchFamily="49" charset="0"/>
              <a:cs typeface="Consolas" panose="020B0609020204030204"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标题 36865"/>
          <p:cNvSpPr>
            <a:spLocks noGrp="1"/>
          </p:cNvSpPr>
          <p:nvPr>
            <p:ph type="title"/>
          </p:nvPr>
        </p:nvSpPr>
        <p:spPr>
          <a:xfrm>
            <a:off x="-1270" y="4287"/>
            <a:ext cx="9140825" cy="924563"/>
          </a:xfrm>
        </p:spPr>
        <p:txBody>
          <a:bodyPr/>
          <a:lstStyle/>
          <a:p>
            <a:pPr fontAlgn="base"/>
            <a:r>
              <a:rPr lang="zh-CN" altLang="en-US" strike="noStrike" noProof="1"/>
              <a:t>7.2  文本文件基本操作</a:t>
            </a:r>
            <a:endParaRPr lang="zh-CN" altLang="en-US" strike="noStrike" noProof="1"/>
          </a:p>
        </p:txBody>
      </p:sp>
      <p:sp>
        <p:nvSpPr>
          <p:cNvPr id="36867" name="文本占位符 36866"/>
          <p:cNvSpPr>
            <a:spLocks noGrp="1"/>
          </p:cNvSpPr>
          <p:nvPr>
            <p:ph idx="1"/>
          </p:nvPr>
        </p:nvSpPr>
        <p:spPr/>
        <p:txBody>
          <a:bodyPr/>
          <a:lstStyle/>
          <a:p>
            <a:pPr fontAlgn="base">
              <a:buFont typeface="Wingdings" panose="05000000000000000000" charset="0"/>
              <a:buChar char="§"/>
            </a:pPr>
            <a:r>
              <a:rPr lang="zh-CN" altLang="en-US" sz="1800" b="1" strike="noStrike" noProof="1"/>
              <a:t>选讲例题</a:t>
            </a:r>
            <a:r>
              <a:rPr lang="en-US" altLang="zh-CN" sz="1800" strike="noStrike" noProof="1"/>
              <a:t>  Python</a:t>
            </a:r>
            <a:r>
              <a:rPr lang="zh-CN" altLang="en-US" sz="1800" strike="noStrike" noProof="1"/>
              <a:t>程序中代码复用度检测。</a:t>
            </a:r>
            <a:endParaRPr lang="zh-CN" altLang="en-US" sz="1800" strike="noStrike" noProof="1"/>
          </a:p>
          <a:p>
            <a:pPr marL="1905" indent="-344805" fontAlgn="base">
              <a:buFontTx/>
              <a:buNone/>
            </a:pPr>
            <a:endParaRPr lang="en-US" altLang="zh-CN" sz="1500" strike="noStrike" noProof="1"/>
          </a:p>
          <a:p>
            <a:pPr marL="1905" indent="-344805" fontAlgn="base">
              <a:buFontTx/>
              <a:buNone/>
            </a:pPr>
            <a:r>
              <a:rPr lang="en-US" altLang="zh-CN" sz="1500" strike="noStrike" noProof="1">
                <a:hlinkClick r:id="rId1" action="ppaction://hlinkfile"/>
              </a:rPr>
              <a:t>code\FindLongestReuse.py</a:t>
            </a:r>
            <a:endParaRPr lang="en-US" altLang="zh-CN" sz="1500" strike="noStrike" noProof="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sym typeface="+mn-ea"/>
              </a:rPr>
              <a:t>7.2  文本文件基本操作</a:t>
            </a:r>
            <a:endParaRPr lang="zh-CN" altLang="en-US"/>
          </a:p>
        </p:txBody>
      </p:sp>
      <p:pic>
        <p:nvPicPr>
          <p:cNvPr id="4" name="Content Placeholder 3"/>
          <p:cNvPicPr>
            <a:picLocks noChangeAspect="1"/>
          </p:cNvPicPr>
          <p:nvPr>
            <p:ph idx="1"/>
          </p:nvPr>
        </p:nvPicPr>
        <p:blipFill>
          <a:blip r:embed="rId1"/>
          <a:stretch>
            <a:fillRect/>
          </a:stretch>
        </p:blipFill>
        <p:spPr>
          <a:xfrm>
            <a:off x="801370" y="1450975"/>
            <a:ext cx="5013325" cy="3395345"/>
          </a:xfrm>
          <a:prstGeom prst="rect">
            <a:avLst/>
          </a:prstGeom>
        </p:spPr>
      </p:pic>
      <p:sp>
        <p:nvSpPr>
          <p:cNvPr id="3" name="Text Box 2"/>
          <p:cNvSpPr txBox="1"/>
          <p:nvPr/>
        </p:nvSpPr>
        <p:spPr>
          <a:xfrm>
            <a:off x="416560" y="1125220"/>
            <a:ext cx="5025390" cy="368300"/>
          </a:xfrm>
          <a:prstGeom prst="rect">
            <a:avLst/>
          </a:prstGeom>
          <a:noFill/>
        </p:spPr>
        <p:txBody>
          <a:bodyPr wrap="square" rtlCol="0">
            <a:spAutoFit/>
          </a:bodyPr>
          <a:p>
            <a:pPr marL="285750" indent="-285750">
              <a:buFont typeface="Arial" panose="020B0604020202020204" pitchFamily="34" charset="0"/>
              <a:buChar char="•"/>
            </a:pPr>
            <a:r>
              <a:rPr lang="zh-CN" altLang="en-US" b="1"/>
              <a:t>补充：</a:t>
            </a:r>
            <a:r>
              <a:rPr lang="en-US" altLang="zh-CN"/>
              <a:t>seek()</a:t>
            </a:r>
            <a:r>
              <a:rPr lang="zh-CN" altLang="en-US"/>
              <a:t>方法注意事项。</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sym typeface="+mn-ea"/>
              </a:rPr>
              <a:t>7.2  文本文件基本操作</a:t>
            </a:r>
            <a:endParaRPr lang="en-US"/>
          </a:p>
        </p:txBody>
      </p:sp>
      <p:sp>
        <p:nvSpPr>
          <p:cNvPr id="3" name="Content Placeholder 2"/>
          <p:cNvSpPr>
            <a:spLocks noGrp="1"/>
          </p:cNvSpPr>
          <p:nvPr>
            <p:ph idx="1"/>
          </p:nvPr>
        </p:nvSpPr>
        <p:spPr/>
        <p:txBody>
          <a:bodyPr/>
          <a:p>
            <a:pPr marL="0" indent="0" eaLnBrk="1" latinLnBrk="0" hangingPunct="1">
              <a:spcBef>
                <a:spcPts val="0"/>
              </a:spcBef>
              <a:buNone/>
            </a:pPr>
            <a:r>
              <a:rPr lang="en-US" sz="1000">
                <a:latin typeface="Consolas" panose="020B0609020204030204" pitchFamily="49" charset="0"/>
              </a:rPr>
              <a:t>text = '这是一段测试文本'</a:t>
            </a:r>
            <a:endParaRPr lang="en-US" sz="1000">
              <a:latin typeface="Consolas" panose="020B0609020204030204" pitchFamily="49" charset="0"/>
            </a:endParaRPr>
          </a:p>
          <a:p>
            <a:pPr marL="0" indent="0" eaLnBrk="1" latinLnBrk="0" hangingPunct="1">
              <a:spcBef>
                <a:spcPts val="0"/>
              </a:spcBef>
              <a:buNone/>
            </a:pP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#以w+方式创建文件，可读可写</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with open('test.txt', 'w+', encoding='utf8') as fp:</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fp.write(text)</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#定位文件指针，在utf8编码中，一个汉字占3个字节</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fp.seek(12)</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#从当前位置开始读取剩余内容</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print(fp.read())</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#重新定位</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fp.seek(12)</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#在当前位置写入新内容，覆盖原有内容</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fp.write('模拟')</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#重新定位</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fp.seek(9)</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#在当前位置写入内容</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fp.write('个')</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#定位到文件尾</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fp.seek(0, 2)</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fp.write('，结束。')</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#定位到文件头</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fp.seek(0)</a:t>
            </a:r>
            <a:endParaRPr lang="en-US" sz="1000">
              <a:latin typeface="Consolas" panose="020B0609020204030204" pitchFamily="49" charset="0"/>
            </a:endParaRPr>
          </a:p>
          <a:p>
            <a:pPr marL="0" indent="0" eaLnBrk="1" latinLnBrk="0" hangingPunct="1">
              <a:spcBef>
                <a:spcPts val="0"/>
              </a:spcBef>
              <a:buNone/>
            </a:pPr>
            <a:r>
              <a:rPr lang="en-US" sz="1000">
                <a:latin typeface="Consolas" panose="020B0609020204030204" pitchFamily="49" charset="0"/>
              </a:rPr>
              <a:t>    print(fp.read())</a:t>
            </a:r>
            <a:endParaRPr lang="en-US" sz="1000">
              <a:latin typeface="Consolas" panose="020B0609020204030204" pitchFamily="49"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270" y="4287"/>
            <a:ext cx="9140825" cy="924563"/>
          </a:xfrm>
        </p:spPr>
        <p:txBody>
          <a:bodyPr/>
          <a:lstStyle/>
          <a:p>
            <a:pPr fontAlgn="base"/>
            <a:r>
              <a:rPr lang="zh-CN" altLang="en-US">
                <a:sym typeface="+mn-ea"/>
              </a:rPr>
              <a:t>7.2  文本文件基本操作</a:t>
            </a:r>
            <a:endParaRPr lang="zh-CN" altLang="en-US" strike="noStrike" noProof="1"/>
          </a:p>
        </p:txBody>
      </p:sp>
      <p:sp>
        <p:nvSpPr>
          <p:cNvPr id="51202" name="内容占位符 2"/>
          <p:cNvSpPr>
            <a:spLocks noGrp="1"/>
          </p:cNvSpPr>
          <p:nvPr>
            <p:ph idx="1"/>
          </p:nvPr>
        </p:nvSpPr>
        <p:spPr/>
        <p:txBody>
          <a:bodyPr wrap="square" lIns="68591" tIns="34295" rIns="68591" bIns="34295" anchor="t"/>
          <a:p>
            <a:pPr eaLnBrk="1" latinLnBrk="0" hangingPunct="1">
              <a:lnSpc>
                <a:spcPct val="150000"/>
              </a:lnSpc>
              <a:spcBef>
                <a:spcPts val="0"/>
              </a:spcBef>
              <a:buFont typeface="Wingdings" panose="05000000000000000000" pitchFamily="2" charset="2"/>
              <a:buChar char="n"/>
            </a:pPr>
            <a:r>
              <a:rPr lang="zh-CN" altLang="en-US" sz="1800" b="1"/>
              <a:t>补充：</a:t>
            </a:r>
            <a:r>
              <a:rPr lang="zh-CN" altLang="en-US" sz="1800"/>
              <a:t>JSON（JavaScript Object Notation）是一个轻量级的数据交换格式，Python标准库json完美实现了该格式，用法类似于marshal和pickle。</a:t>
            </a:r>
            <a:endParaRPr lang="zh-CN" altLang="en-US" sz="1800"/>
          </a:p>
          <a:p>
            <a:pPr eaLnBrk="1" latinLnBrk="0" hangingPunct="1">
              <a:spcBef>
                <a:spcPts val="0"/>
              </a:spcBef>
              <a:buNone/>
            </a:pPr>
            <a:r>
              <a:rPr lang="zh-CN" altLang="en-US" sz="1600">
                <a:latin typeface="Consolas" panose="020B0609020204030204" pitchFamily="49" charset="0"/>
              </a:rPr>
              <a:t>&gt;&gt;&gt; import json</a:t>
            </a:r>
            <a:endParaRPr lang="zh-CN" altLang="en-US" sz="1600">
              <a:latin typeface="Consolas" panose="020B0609020204030204" pitchFamily="49" charset="0"/>
            </a:endParaRPr>
          </a:p>
          <a:p>
            <a:pPr eaLnBrk="1" latinLnBrk="0" hangingPunct="1">
              <a:spcBef>
                <a:spcPts val="0"/>
              </a:spcBef>
              <a:buNone/>
            </a:pPr>
            <a:r>
              <a:rPr lang="zh-CN" altLang="en-US" sz="1600">
                <a:latin typeface="Consolas" panose="020B0609020204030204" pitchFamily="49" charset="0"/>
              </a:rPr>
              <a:t>&gt;&gt;&gt; json.dumps(['a','b','c'])  # 序列化列表对象，直接查看序列化后的结果</a:t>
            </a:r>
            <a:endParaRPr lang="zh-CN" altLang="en-US" sz="1600">
              <a:latin typeface="Consolas" panose="020B0609020204030204" pitchFamily="49" charset="0"/>
            </a:endParaRPr>
          </a:p>
          <a:p>
            <a:pPr eaLnBrk="1" latinLnBrk="0" hangingPunct="1">
              <a:spcBef>
                <a:spcPts val="0"/>
              </a:spcBef>
              <a:buNone/>
            </a:pPr>
            <a:r>
              <a:rPr lang="zh-CN" altLang="en-US" sz="1600">
                <a:solidFill>
                  <a:srgbClr val="00B0F0"/>
                </a:solidFill>
                <a:latin typeface="Consolas" panose="020B0609020204030204" pitchFamily="49" charset="0"/>
              </a:rPr>
              <a:t>'["a", "b", "c"]'</a:t>
            </a:r>
            <a:endParaRPr lang="zh-CN" altLang="en-US" sz="1600">
              <a:solidFill>
                <a:srgbClr val="00B0F0"/>
              </a:solidFill>
              <a:latin typeface="Consolas" panose="020B0609020204030204" pitchFamily="49" charset="0"/>
            </a:endParaRPr>
          </a:p>
          <a:p>
            <a:pPr eaLnBrk="1" latinLnBrk="0" hangingPunct="1">
              <a:spcBef>
                <a:spcPts val="0"/>
              </a:spcBef>
              <a:buNone/>
            </a:pPr>
            <a:r>
              <a:rPr lang="zh-CN" altLang="en-US" sz="1600">
                <a:latin typeface="Consolas" panose="020B0609020204030204" pitchFamily="49" charset="0"/>
              </a:rPr>
              <a:t>&gt;&gt;&gt; json.loads(_)              # 反序列化</a:t>
            </a:r>
            <a:endParaRPr lang="zh-CN" altLang="en-US" sz="1600">
              <a:latin typeface="Consolas" panose="020B0609020204030204" pitchFamily="49" charset="0"/>
            </a:endParaRPr>
          </a:p>
          <a:p>
            <a:pPr eaLnBrk="1" latinLnBrk="0" hangingPunct="1">
              <a:spcBef>
                <a:spcPts val="0"/>
              </a:spcBef>
              <a:buNone/>
            </a:pPr>
            <a:r>
              <a:rPr lang="zh-CN" altLang="en-US" sz="1600">
                <a:solidFill>
                  <a:srgbClr val="00B0F0"/>
                </a:solidFill>
                <a:latin typeface="Consolas" panose="020B0609020204030204" pitchFamily="49" charset="0"/>
              </a:rPr>
              <a:t>['a', 'b', 'c']</a:t>
            </a:r>
            <a:endParaRPr lang="zh-CN" altLang="en-US" sz="1600">
              <a:solidFill>
                <a:srgbClr val="00B0F0"/>
              </a:solidFill>
              <a:latin typeface="Consolas" panose="020B0609020204030204" pitchFamily="49" charset="0"/>
            </a:endParaRPr>
          </a:p>
          <a:p>
            <a:pPr eaLnBrk="1" latinLnBrk="0" hangingPunct="1">
              <a:spcBef>
                <a:spcPts val="0"/>
              </a:spcBef>
              <a:buNone/>
            </a:pPr>
            <a:r>
              <a:rPr lang="zh-CN" altLang="en-US" sz="1600">
                <a:latin typeface="Consolas" panose="020B0609020204030204" pitchFamily="49" charset="0"/>
              </a:rPr>
              <a:t>&gt;&gt;&gt; json.dumps({'a':1, 'b':2, 'c':3})    # 序列化字典对象</a:t>
            </a:r>
            <a:endParaRPr lang="zh-CN" altLang="en-US" sz="1600">
              <a:latin typeface="Consolas" panose="020B0609020204030204" pitchFamily="49" charset="0"/>
            </a:endParaRPr>
          </a:p>
          <a:p>
            <a:pPr eaLnBrk="1" latinLnBrk="0" hangingPunct="1">
              <a:spcBef>
                <a:spcPts val="0"/>
              </a:spcBef>
              <a:buNone/>
            </a:pPr>
            <a:r>
              <a:rPr lang="zh-CN" altLang="en-US" sz="1600">
                <a:solidFill>
                  <a:srgbClr val="00B0F0"/>
                </a:solidFill>
                <a:latin typeface="Consolas" panose="020B0609020204030204" pitchFamily="49" charset="0"/>
              </a:rPr>
              <a:t>'{"a": 1, "b": 2, "c": 3}'</a:t>
            </a:r>
            <a:endParaRPr lang="zh-CN" altLang="en-US" sz="1600">
              <a:solidFill>
                <a:srgbClr val="00B0F0"/>
              </a:solidFill>
              <a:latin typeface="Consolas" panose="020B0609020204030204" pitchFamily="49" charset="0"/>
            </a:endParaRPr>
          </a:p>
          <a:p>
            <a:pPr eaLnBrk="1" latinLnBrk="0" hangingPunct="1">
              <a:spcBef>
                <a:spcPts val="0"/>
              </a:spcBef>
              <a:buNone/>
            </a:pPr>
            <a:r>
              <a:rPr lang="zh-CN" altLang="en-US" sz="1600">
                <a:latin typeface="Consolas" panose="020B0609020204030204" pitchFamily="49" charset="0"/>
              </a:rPr>
              <a:t>&gt;&gt;&gt; json.loads(_)</a:t>
            </a:r>
            <a:endParaRPr lang="zh-CN" altLang="en-US" sz="1600">
              <a:latin typeface="Consolas" panose="020B0609020204030204" pitchFamily="49" charset="0"/>
            </a:endParaRPr>
          </a:p>
          <a:p>
            <a:pPr eaLnBrk="1" latinLnBrk="0" hangingPunct="1">
              <a:spcBef>
                <a:spcPts val="0"/>
              </a:spcBef>
              <a:buNone/>
            </a:pPr>
            <a:r>
              <a:rPr lang="zh-CN" altLang="en-US" sz="1600">
                <a:solidFill>
                  <a:srgbClr val="00B0F0"/>
                </a:solidFill>
                <a:latin typeface="Consolas" panose="020B0609020204030204" pitchFamily="49" charset="0"/>
              </a:rPr>
              <a:t>{'a': 1, 'b': 2, 'c': 3}</a:t>
            </a:r>
            <a:endParaRPr lang="zh-CN" altLang="en-US" sz="1600">
              <a:solidFill>
                <a:srgbClr val="00B0F0"/>
              </a:solidFill>
              <a:latin typeface="Consolas" panose="020B06090202040302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内容占位符 2"/>
          <p:cNvSpPr>
            <a:spLocks noGrp="1"/>
          </p:cNvSpPr>
          <p:nvPr>
            <p:ph idx="1"/>
          </p:nvPr>
        </p:nvSpPr>
        <p:spPr/>
        <p:txBody>
          <a:bodyPr wrap="square" lIns="68591" tIns="34295" rIns="68591" bIns="34295" anchor="t"/>
          <a:p>
            <a:pPr marL="0" indent="0">
              <a:buNone/>
            </a:pPr>
            <a:r>
              <a:rPr lang="zh-CN" altLang="en-US" sz="1600">
                <a:latin typeface="Consolas" panose="020B0609020204030204" pitchFamily="49" charset="0"/>
              </a:rPr>
              <a:t>&gt;&gt;&gt; json.dumps([1,2,3,{'4': 5, '6': 7}])</a:t>
            </a:r>
            <a:endParaRPr lang="zh-CN" altLang="en-US" sz="1600">
              <a:latin typeface="Consolas" panose="020B0609020204030204" pitchFamily="49" charset="0"/>
            </a:endParaRPr>
          </a:p>
          <a:p>
            <a:pPr marL="0" indent="0">
              <a:buNone/>
            </a:pPr>
            <a:r>
              <a:rPr lang="zh-CN" altLang="en-US" sz="1600">
                <a:solidFill>
                  <a:srgbClr val="00B0F0"/>
                </a:solidFill>
                <a:latin typeface="Consolas" panose="020B0609020204030204" pitchFamily="49" charset="0"/>
              </a:rPr>
              <a:t>'[1, 2, 3, {"4": 5, "6": 7}]'</a:t>
            </a:r>
            <a:endParaRPr lang="zh-CN" altLang="en-US" sz="1600">
              <a:solidFill>
                <a:srgbClr val="00B0F0"/>
              </a:solidFill>
              <a:latin typeface="Consolas" panose="020B0609020204030204" pitchFamily="49" charset="0"/>
            </a:endParaRPr>
          </a:p>
          <a:p>
            <a:pPr marL="0" indent="0">
              <a:buNone/>
            </a:pPr>
            <a:r>
              <a:rPr lang="zh-CN" altLang="en-US" sz="1600">
                <a:latin typeface="Consolas" panose="020B0609020204030204" pitchFamily="49" charset="0"/>
              </a:rPr>
              <a:t># 指定分隔符，可以压缩存储，注意和上面结果的区别</a:t>
            </a:r>
            <a:endParaRPr lang="zh-CN" altLang="en-US" sz="1600">
              <a:latin typeface="Consolas" panose="020B0609020204030204" pitchFamily="49" charset="0"/>
            </a:endParaRPr>
          </a:p>
          <a:p>
            <a:pPr marL="0" indent="0">
              <a:buNone/>
            </a:pPr>
            <a:r>
              <a:rPr lang="zh-CN" altLang="en-US" sz="1600">
                <a:latin typeface="Consolas" panose="020B0609020204030204" pitchFamily="49" charset="0"/>
              </a:rPr>
              <a:t>&gt;&gt;&gt; json.dumps([1,2,3,{'4':5, '6':7}], separators=(',', ':'))</a:t>
            </a:r>
            <a:endParaRPr lang="zh-CN" altLang="en-US" sz="1600">
              <a:latin typeface="Consolas" panose="020B0609020204030204" pitchFamily="49" charset="0"/>
            </a:endParaRPr>
          </a:p>
          <a:p>
            <a:pPr marL="0" indent="0">
              <a:buNone/>
            </a:pPr>
            <a:r>
              <a:rPr lang="zh-CN" altLang="en-US" sz="1600">
                <a:solidFill>
                  <a:srgbClr val="00B0F0"/>
                </a:solidFill>
                <a:latin typeface="Consolas" panose="020B0609020204030204" pitchFamily="49" charset="0"/>
              </a:rPr>
              <a:t>'[1,2,3,{"4":5,"6":7}]'</a:t>
            </a:r>
            <a:endParaRPr lang="zh-CN" altLang="en-US" sz="1600">
              <a:solidFill>
                <a:srgbClr val="00B0F0"/>
              </a:solidFill>
              <a:latin typeface="Consolas" panose="020B0609020204030204" pitchFamily="49" charset="0"/>
            </a:endParaRPr>
          </a:p>
          <a:p>
            <a:pPr marL="0" indent="0">
              <a:buNone/>
            </a:pPr>
            <a:r>
              <a:rPr lang="zh-CN" altLang="en-US" sz="1600">
                <a:latin typeface="Consolas" panose="020B0609020204030204" pitchFamily="49" charset="0"/>
              </a:rPr>
              <a:t>&gt;&gt;&gt; json.loads(_)</a:t>
            </a:r>
            <a:endParaRPr lang="zh-CN" altLang="en-US" sz="1600">
              <a:latin typeface="Consolas" panose="020B0609020204030204" pitchFamily="49" charset="0"/>
            </a:endParaRPr>
          </a:p>
          <a:p>
            <a:pPr marL="0" indent="0">
              <a:buNone/>
            </a:pPr>
            <a:r>
              <a:rPr lang="zh-CN" altLang="en-US" sz="1600">
                <a:solidFill>
                  <a:srgbClr val="00B0F0"/>
                </a:solidFill>
                <a:latin typeface="Consolas" panose="020B0609020204030204" pitchFamily="49" charset="0"/>
              </a:rPr>
              <a:t>[1, 2, 3, {'4': 5, '6': 7}]</a:t>
            </a:r>
            <a:endParaRPr lang="zh-CN" altLang="en-US" sz="1600">
              <a:solidFill>
                <a:srgbClr val="00B0F0"/>
              </a:solidFill>
              <a:latin typeface="Consolas" panose="020B0609020204030204" pitchFamily="49" charset="0"/>
            </a:endParaRPr>
          </a:p>
          <a:p>
            <a:pPr marL="0" indent="0">
              <a:buNone/>
            </a:pPr>
            <a:r>
              <a:rPr lang="zh-CN" altLang="en-US" sz="1600">
                <a:latin typeface="Consolas" panose="020B0609020204030204" pitchFamily="49" charset="0"/>
              </a:rPr>
              <a:t>&gt;&gt;&gt; json.dumps('山东烟台')           # 序列化中文字符串</a:t>
            </a:r>
            <a:endParaRPr lang="zh-CN" altLang="en-US" sz="1600">
              <a:latin typeface="Consolas" panose="020B0609020204030204" pitchFamily="49" charset="0"/>
            </a:endParaRPr>
          </a:p>
          <a:p>
            <a:pPr marL="0" indent="0">
              <a:buNone/>
            </a:pPr>
            <a:r>
              <a:rPr lang="zh-CN" altLang="en-US" sz="1600">
                <a:solidFill>
                  <a:srgbClr val="00B0F0"/>
                </a:solidFill>
                <a:latin typeface="Consolas" panose="020B0609020204030204" pitchFamily="49" charset="0"/>
              </a:rPr>
              <a:t>'"\\u5c71\\u4e1c\\u70df\\u53f0"'</a:t>
            </a:r>
            <a:endParaRPr lang="zh-CN" altLang="en-US" sz="1600">
              <a:solidFill>
                <a:srgbClr val="00B0F0"/>
              </a:solidFill>
              <a:latin typeface="Consolas" panose="020B0609020204030204" pitchFamily="49" charset="0"/>
            </a:endParaRPr>
          </a:p>
          <a:p>
            <a:pPr marL="0" indent="0">
              <a:buNone/>
            </a:pPr>
            <a:r>
              <a:rPr lang="zh-CN" altLang="en-US" sz="1600">
                <a:latin typeface="Consolas" panose="020B0609020204030204" pitchFamily="49" charset="0"/>
              </a:rPr>
              <a:t>&gt;&gt;&gt; json.loads(_)</a:t>
            </a:r>
            <a:endParaRPr lang="zh-CN" altLang="en-US" sz="1600">
              <a:latin typeface="Consolas" panose="020B0609020204030204" pitchFamily="49" charset="0"/>
            </a:endParaRPr>
          </a:p>
          <a:p>
            <a:pPr marL="0" indent="0">
              <a:buNone/>
            </a:pPr>
            <a:r>
              <a:rPr lang="zh-CN" altLang="en-US" sz="1600">
                <a:solidFill>
                  <a:srgbClr val="00B0F0"/>
                </a:solidFill>
                <a:latin typeface="Consolas" panose="020B0609020204030204" pitchFamily="49" charset="0"/>
              </a:rPr>
              <a:t>'山东烟台'</a:t>
            </a:r>
            <a:endParaRPr lang="zh-CN" altLang="en-US" sz="1600">
              <a:solidFill>
                <a:srgbClr val="00B0F0"/>
              </a:solidFill>
              <a:latin typeface="Consolas" panose="020B0609020204030204" pitchFamily="49" charset="0"/>
            </a:endParaRPr>
          </a:p>
        </p:txBody>
      </p:sp>
      <p:sp>
        <p:nvSpPr>
          <p:cNvPr id="4" name="标题 3"/>
          <p:cNvSpPr>
            <a:spLocks noGrp="1"/>
          </p:cNvSpPr>
          <p:nvPr>
            <p:ph type="title"/>
          </p:nvPr>
        </p:nvSpPr>
        <p:spPr>
          <a:xfrm>
            <a:off x="-1270" y="4287"/>
            <a:ext cx="9140825" cy="924563"/>
          </a:xfrm>
        </p:spPr>
        <p:txBody>
          <a:bodyPr/>
          <a:lstStyle/>
          <a:p>
            <a:pPr fontAlgn="base"/>
            <a:r>
              <a:rPr lang="zh-CN" altLang="en-US">
                <a:sym typeface="+mn-ea"/>
              </a:rPr>
              <a:t>7.2  文本文件基本操作</a:t>
            </a:r>
            <a:endParaRPr lang="zh-CN" altLang="en-US" strike="noStrike" noProof="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内容占位符 2"/>
          <p:cNvSpPr>
            <a:spLocks noGrp="1"/>
          </p:cNvSpPr>
          <p:nvPr>
            <p:ph idx="1"/>
          </p:nvPr>
        </p:nvSpPr>
        <p:spPr/>
        <p:txBody>
          <a:bodyPr wrap="square" lIns="68591" tIns="34295" rIns="68591" bIns="34295" anchor="t"/>
          <a:p>
            <a:pPr marL="0" indent="0" eaLnBrk="1" latinLnBrk="0" hangingPunct="1">
              <a:spcBef>
                <a:spcPts val="0"/>
              </a:spcBef>
              <a:buNone/>
            </a:pPr>
            <a:r>
              <a:rPr lang="zh-CN" altLang="en-US" sz="1600">
                <a:latin typeface="Consolas" panose="020B0609020204030204" pitchFamily="49" charset="0"/>
              </a:rPr>
              <a:t>&gt;&gt;&gt; json.dumps({1,2,3,4})                 # 无法直接序列化集合对象</a:t>
            </a:r>
            <a:endParaRPr lang="zh-CN" altLang="en-US" sz="1600">
              <a:latin typeface="Consolas" panose="020B0609020204030204" pitchFamily="49" charset="0"/>
            </a:endParaRPr>
          </a:p>
          <a:p>
            <a:pPr marL="0" indent="0" eaLnBrk="1" latinLnBrk="0" hangingPunct="1">
              <a:spcBef>
                <a:spcPts val="0"/>
              </a:spcBef>
              <a:buNone/>
            </a:pPr>
            <a:r>
              <a:rPr lang="zh-CN" altLang="en-US" sz="1600">
                <a:solidFill>
                  <a:srgbClr val="FF0000"/>
                </a:solidFill>
                <a:latin typeface="Consolas" panose="020B0609020204030204" pitchFamily="49" charset="0"/>
              </a:rPr>
              <a:t>TypeError: Object of type 'set' is not JSON serializable</a:t>
            </a:r>
            <a:endParaRPr lang="zh-CN" altLang="en-US" sz="1600">
              <a:solidFill>
                <a:srgbClr val="FF0000"/>
              </a:solidFill>
              <a:latin typeface="Consolas" panose="020B0609020204030204" pitchFamily="49" charset="0"/>
            </a:endParaRPr>
          </a:p>
          <a:p>
            <a:pPr marL="0" indent="0" eaLnBrk="1" latinLnBrk="0" hangingPunct="1">
              <a:spcBef>
                <a:spcPts val="0"/>
              </a:spcBef>
              <a:buNone/>
            </a:pPr>
            <a:r>
              <a:rPr lang="zh-CN" altLang="en-US" sz="1600">
                <a:latin typeface="Consolas" panose="020B0609020204030204" pitchFamily="49" charset="0"/>
              </a:rPr>
              <a:t>&gt;&gt;&gt; class setEncoder(json.JSONEncoder):   # 可以自定义序列化编码器</a:t>
            </a:r>
            <a:endParaRPr lang="zh-CN" altLang="en-US" sz="1600">
              <a:latin typeface="Consolas" panose="020B0609020204030204" pitchFamily="49" charset="0"/>
            </a:endParaRPr>
          </a:p>
          <a:p>
            <a:pPr marL="0" indent="0" eaLnBrk="1" latinLnBrk="0" hangingPunct="1">
              <a:spcBef>
                <a:spcPts val="0"/>
              </a:spcBef>
              <a:buNone/>
            </a:pPr>
            <a:r>
              <a:rPr lang="zh-CN" altLang="en-US" sz="1600">
                <a:latin typeface="Consolas" panose="020B0609020204030204" pitchFamily="49" charset="0"/>
              </a:rPr>
              <a:t>    def default(self, obj):</a:t>
            </a:r>
            <a:endParaRPr lang="zh-CN" altLang="en-US" sz="1600">
              <a:latin typeface="Consolas" panose="020B0609020204030204" pitchFamily="49" charset="0"/>
            </a:endParaRPr>
          </a:p>
          <a:p>
            <a:pPr marL="0" indent="0" eaLnBrk="1" latinLnBrk="0" hangingPunct="1">
              <a:spcBef>
                <a:spcPts val="0"/>
              </a:spcBef>
              <a:buNone/>
            </a:pPr>
            <a:r>
              <a:rPr lang="zh-CN" altLang="en-US" sz="1600">
                <a:latin typeface="Consolas" panose="020B0609020204030204" pitchFamily="49" charset="0"/>
              </a:rPr>
              <a:t>        if isinstance(obj, set):</a:t>
            </a:r>
            <a:endParaRPr lang="zh-CN" altLang="en-US" sz="1600">
              <a:latin typeface="Consolas" panose="020B0609020204030204" pitchFamily="49" charset="0"/>
            </a:endParaRPr>
          </a:p>
          <a:p>
            <a:pPr marL="0" indent="0" eaLnBrk="1" latinLnBrk="0" hangingPunct="1">
              <a:spcBef>
                <a:spcPts val="0"/>
              </a:spcBef>
              <a:buNone/>
            </a:pPr>
            <a:r>
              <a:rPr lang="zh-CN" altLang="en-US" sz="1600">
                <a:latin typeface="Consolas" panose="020B0609020204030204" pitchFamily="49" charset="0"/>
              </a:rPr>
              <a:t>            return list(obj)</a:t>
            </a:r>
            <a:endParaRPr lang="zh-CN" altLang="en-US" sz="1600">
              <a:latin typeface="Consolas" panose="020B0609020204030204" pitchFamily="49" charset="0"/>
            </a:endParaRPr>
          </a:p>
          <a:p>
            <a:pPr marL="0" indent="0" eaLnBrk="1" latinLnBrk="0" hangingPunct="1">
              <a:spcBef>
                <a:spcPts val="0"/>
              </a:spcBef>
              <a:buNone/>
            </a:pPr>
            <a:r>
              <a:rPr lang="zh-CN" altLang="en-US" sz="1600">
                <a:latin typeface="Consolas" panose="020B0609020204030204" pitchFamily="49" charset="0"/>
              </a:rPr>
              <a:t>        return json.JSONEncoder.default(self, obj)</a:t>
            </a:r>
            <a:endParaRPr lang="zh-CN" altLang="en-US" sz="1600">
              <a:latin typeface="Consolas" panose="020B0609020204030204" pitchFamily="49" charset="0"/>
            </a:endParaRPr>
          </a:p>
          <a:p>
            <a:pPr marL="0" indent="0" eaLnBrk="1" latinLnBrk="0" hangingPunct="1">
              <a:spcBef>
                <a:spcPts val="0"/>
              </a:spcBef>
              <a:buNone/>
            </a:pPr>
            <a:r>
              <a:rPr lang="zh-CN" altLang="en-US" sz="1600">
                <a:latin typeface="Consolas" panose="020B0609020204030204" pitchFamily="49" charset="0"/>
              </a:rPr>
              <a:t>&gt;&gt;&gt; class setDecoder(json.JSONDecoder):   # 自定义反序列化解码器</a:t>
            </a:r>
            <a:endParaRPr lang="zh-CN" altLang="en-US" sz="1600">
              <a:latin typeface="Consolas" panose="020B0609020204030204" pitchFamily="49" charset="0"/>
            </a:endParaRPr>
          </a:p>
          <a:p>
            <a:pPr marL="0" indent="0" eaLnBrk="1" latinLnBrk="0" hangingPunct="1">
              <a:spcBef>
                <a:spcPts val="0"/>
              </a:spcBef>
              <a:buNone/>
            </a:pPr>
            <a:r>
              <a:rPr lang="zh-CN" altLang="en-US" sz="1600">
                <a:latin typeface="Consolas" panose="020B0609020204030204" pitchFamily="49" charset="0"/>
              </a:rPr>
              <a:t>    def decode(self, obj):</a:t>
            </a:r>
            <a:endParaRPr lang="zh-CN" altLang="en-US" sz="1600">
              <a:latin typeface="Consolas" panose="020B0609020204030204" pitchFamily="49" charset="0"/>
            </a:endParaRPr>
          </a:p>
          <a:p>
            <a:pPr marL="0" indent="0" eaLnBrk="1" latinLnBrk="0" hangingPunct="1">
              <a:spcBef>
                <a:spcPts val="0"/>
              </a:spcBef>
              <a:buNone/>
            </a:pPr>
            <a:r>
              <a:rPr lang="zh-CN" altLang="en-US" sz="1600">
                <a:latin typeface="Consolas" panose="020B0609020204030204" pitchFamily="49" charset="0"/>
              </a:rPr>
              <a:t>        return set(json.JSONDecoder.decode(self, obj))</a:t>
            </a:r>
            <a:endParaRPr lang="zh-CN" altLang="en-US" sz="1600">
              <a:latin typeface="Consolas" panose="020B0609020204030204" pitchFamily="49" charset="0"/>
            </a:endParaRPr>
          </a:p>
          <a:p>
            <a:pPr marL="0" indent="0" eaLnBrk="1" latinLnBrk="0" hangingPunct="1">
              <a:spcBef>
                <a:spcPts val="0"/>
              </a:spcBef>
              <a:buNone/>
            </a:pPr>
            <a:r>
              <a:rPr lang="zh-CN" altLang="en-US" sz="1600">
                <a:latin typeface="Consolas" panose="020B0609020204030204" pitchFamily="49" charset="0"/>
              </a:rPr>
              <a:t>&gt;&gt;&gt; json.dumps({1,2,3,4}, cls=setEncoder) # 然后使用自定义的编码器和解码器</a:t>
            </a:r>
            <a:endParaRPr lang="zh-CN" altLang="en-US" sz="1600">
              <a:latin typeface="Consolas" panose="020B0609020204030204" pitchFamily="49" charset="0"/>
            </a:endParaRPr>
          </a:p>
          <a:p>
            <a:pPr marL="0" indent="0" eaLnBrk="1" latinLnBrk="0" hangingPunct="1">
              <a:spcBef>
                <a:spcPts val="0"/>
              </a:spcBef>
              <a:buNone/>
            </a:pPr>
            <a:r>
              <a:rPr lang="zh-CN" altLang="en-US" sz="1600">
                <a:solidFill>
                  <a:srgbClr val="00B0F0"/>
                </a:solidFill>
                <a:latin typeface="Consolas" panose="020B0609020204030204" pitchFamily="49" charset="0"/>
              </a:rPr>
              <a:t>'[1, 2, 3, 4]'</a:t>
            </a:r>
            <a:endParaRPr lang="zh-CN" altLang="en-US" sz="1600">
              <a:solidFill>
                <a:srgbClr val="00B0F0"/>
              </a:solidFill>
              <a:latin typeface="Consolas" panose="020B0609020204030204" pitchFamily="49" charset="0"/>
            </a:endParaRPr>
          </a:p>
          <a:p>
            <a:pPr marL="0" indent="0" eaLnBrk="1" latinLnBrk="0" hangingPunct="1">
              <a:spcBef>
                <a:spcPts val="0"/>
              </a:spcBef>
              <a:buNone/>
            </a:pPr>
            <a:r>
              <a:rPr lang="zh-CN" altLang="en-US" sz="1600">
                <a:latin typeface="Consolas" panose="020B0609020204030204" pitchFamily="49" charset="0"/>
              </a:rPr>
              <a:t>&gt;&gt;&gt; json.loads(_, cls=setDecoder)</a:t>
            </a:r>
            <a:endParaRPr lang="zh-CN" altLang="en-US" sz="1600">
              <a:latin typeface="Consolas" panose="020B0609020204030204" pitchFamily="49" charset="0"/>
            </a:endParaRPr>
          </a:p>
          <a:p>
            <a:pPr marL="0" indent="0" eaLnBrk="1" latinLnBrk="0" hangingPunct="1">
              <a:spcBef>
                <a:spcPts val="0"/>
              </a:spcBef>
              <a:buNone/>
            </a:pPr>
            <a:r>
              <a:rPr lang="zh-CN" altLang="en-US" sz="1600">
                <a:solidFill>
                  <a:srgbClr val="00B0F0"/>
                </a:solidFill>
                <a:latin typeface="Consolas" panose="020B0609020204030204" pitchFamily="49" charset="0"/>
              </a:rPr>
              <a:t>{1, 2, 3, 4}</a:t>
            </a:r>
            <a:endParaRPr lang="zh-CN" altLang="en-US" sz="1600">
              <a:solidFill>
                <a:srgbClr val="00B0F0"/>
              </a:solidFill>
              <a:latin typeface="Consolas" panose="020B0609020204030204" pitchFamily="49" charset="0"/>
            </a:endParaRPr>
          </a:p>
        </p:txBody>
      </p:sp>
      <p:sp>
        <p:nvSpPr>
          <p:cNvPr id="4" name="标题 3"/>
          <p:cNvSpPr>
            <a:spLocks noGrp="1"/>
          </p:cNvSpPr>
          <p:nvPr>
            <p:ph type="title"/>
          </p:nvPr>
        </p:nvSpPr>
        <p:spPr>
          <a:xfrm>
            <a:off x="-1270" y="4287"/>
            <a:ext cx="9140825" cy="924563"/>
          </a:xfrm>
        </p:spPr>
        <p:txBody>
          <a:bodyPr/>
          <a:lstStyle/>
          <a:p>
            <a:pPr fontAlgn="base"/>
            <a:r>
              <a:rPr lang="zh-CN" altLang="en-US">
                <a:sym typeface="+mn-ea"/>
              </a:rPr>
              <a:t>7.2  文本文件基本操作</a:t>
            </a:r>
            <a:endParaRPr lang="zh-CN" altLang="en-US" strike="noStrike" noProof="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内容占位符 2"/>
          <p:cNvSpPr>
            <a:spLocks noGrp="1"/>
          </p:cNvSpPr>
          <p:nvPr>
            <p:ph idx="1"/>
          </p:nvPr>
        </p:nvSpPr>
        <p:spPr>
          <a:xfrm>
            <a:off x="337820" y="1120775"/>
            <a:ext cx="7320915" cy="3395345"/>
          </a:xfrm>
        </p:spPr>
        <p:txBody>
          <a:bodyPr wrap="square" lIns="68591" tIns="34295" rIns="68591" bIns="34295" anchor="t"/>
          <a:p>
            <a:pPr marL="0" indent="0" eaLnBrk="1" latinLnBrk="0" hangingPunct="1">
              <a:spcBef>
                <a:spcPts val="0"/>
              </a:spcBef>
              <a:buNone/>
            </a:pPr>
            <a:r>
              <a:rPr lang="zh-CN" altLang="en-US" sz="1400">
                <a:latin typeface="Consolas" panose="020B0609020204030204" pitchFamily="49" charset="0"/>
              </a:rPr>
              <a:t>&gt;&gt;&gt; s = '''董付国，系列图书：</a:t>
            </a:r>
            <a:endParaRPr lang="zh-CN" altLang="en-US" sz="1400">
              <a:latin typeface="Consolas" panose="020B0609020204030204" pitchFamily="49" charset="0"/>
            </a:endParaRPr>
          </a:p>
          <a:p>
            <a:pPr marL="0" indent="0" eaLnBrk="1" latinLnBrk="0" hangingPunct="1">
              <a:spcBef>
                <a:spcPts val="0"/>
              </a:spcBef>
              <a:buNone/>
            </a:pPr>
            <a:r>
              <a:rPr lang="zh-CN" altLang="en-US" sz="1400">
                <a:latin typeface="Consolas" panose="020B0609020204030204" pitchFamily="49" charset="0"/>
              </a:rPr>
              <a:t>《Python程序设计基础》、</a:t>
            </a:r>
            <a:endParaRPr lang="zh-CN" altLang="en-US" sz="1400">
              <a:latin typeface="Consolas" panose="020B0609020204030204" pitchFamily="49" charset="0"/>
            </a:endParaRPr>
          </a:p>
          <a:p>
            <a:pPr marL="0" indent="0" eaLnBrk="1" latinLnBrk="0" hangingPunct="1">
              <a:spcBef>
                <a:spcPts val="0"/>
              </a:spcBef>
              <a:buNone/>
            </a:pPr>
            <a:r>
              <a:rPr lang="zh-CN" altLang="en-US" sz="1400">
                <a:latin typeface="Consolas" panose="020B0609020204030204" pitchFamily="49" charset="0"/>
              </a:rPr>
              <a:t>《Python程序设计》（第2版）、</a:t>
            </a:r>
            <a:endParaRPr lang="zh-CN" altLang="en-US" sz="1400">
              <a:latin typeface="Consolas" panose="020B0609020204030204" pitchFamily="49" charset="0"/>
            </a:endParaRPr>
          </a:p>
          <a:p>
            <a:pPr marL="0" indent="0" eaLnBrk="1" latinLnBrk="0" hangingPunct="1">
              <a:spcBef>
                <a:spcPts val="0"/>
              </a:spcBef>
              <a:buNone/>
            </a:pPr>
            <a:r>
              <a:rPr lang="zh-CN" altLang="en-US" sz="1400">
                <a:latin typeface="Consolas" panose="020B0609020204030204" pitchFamily="49" charset="0"/>
              </a:rPr>
              <a:t>《Python可以这样学》、</a:t>
            </a:r>
            <a:endParaRPr lang="zh-CN" altLang="en-US" sz="1400">
              <a:latin typeface="Consolas" panose="020B0609020204030204" pitchFamily="49" charset="0"/>
            </a:endParaRPr>
          </a:p>
          <a:p>
            <a:pPr marL="0" indent="0" eaLnBrk="1" latinLnBrk="0" hangingPunct="1">
              <a:spcBef>
                <a:spcPts val="0"/>
              </a:spcBef>
              <a:buNone/>
            </a:pPr>
            <a:r>
              <a:rPr lang="zh-CN" altLang="en-US" sz="1400">
                <a:latin typeface="Consolas" panose="020B0609020204030204" pitchFamily="49" charset="0"/>
              </a:rPr>
              <a:t>《Python程序设计开发宝典》、</a:t>
            </a:r>
            <a:endParaRPr lang="zh-CN" altLang="en-US" sz="1400">
              <a:latin typeface="Consolas" panose="020B0609020204030204" pitchFamily="49" charset="0"/>
            </a:endParaRPr>
          </a:p>
          <a:p>
            <a:pPr marL="0" indent="0" eaLnBrk="1" latinLnBrk="0" hangingPunct="1">
              <a:spcBef>
                <a:spcPts val="0"/>
              </a:spcBef>
              <a:buNone/>
            </a:pPr>
            <a:r>
              <a:rPr lang="zh-CN" altLang="en-US" sz="1400">
                <a:latin typeface="Consolas" panose="020B0609020204030204" pitchFamily="49" charset="0"/>
              </a:rPr>
              <a:t>《中学生可以这样学Python》、</a:t>
            </a:r>
            <a:endParaRPr lang="zh-CN" altLang="en-US" sz="1400">
              <a:latin typeface="Consolas" panose="020B0609020204030204" pitchFamily="49" charset="0"/>
            </a:endParaRPr>
          </a:p>
          <a:p>
            <a:pPr marL="0" indent="0" eaLnBrk="1" latinLnBrk="0" hangingPunct="1">
              <a:spcBef>
                <a:spcPts val="0"/>
              </a:spcBef>
              <a:buNone/>
            </a:pPr>
            <a:r>
              <a:rPr lang="zh-CN" altLang="en-US" sz="1400">
                <a:latin typeface="Consolas" panose="020B0609020204030204" pitchFamily="49" charset="0"/>
              </a:rPr>
              <a:t>清华大学出版社'''</a:t>
            </a:r>
            <a:endParaRPr lang="zh-CN" altLang="en-US" sz="1400">
              <a:latin typeface="Consolas" panose="020B0609020204030204" pitchFamily="49" charset="0"/>
            </a:endParaRPr>
          </a:p>
          <a:p>
            <a:pPr marL="0" indent="0" eaLnBrk="1" latinLnBrk="0" hangingPunct="1">
              <a:spcBef>
                <a:spcPts val="0"/>
              </a:spcBef>
              <a:buNone/>
            </a:pPr>
            <a:r>
              <a:rPr lang="zh-CN" altLang="en-US" sz="1400">
                <a:latin typeface="Consolas" panose="020B0609020204030204" pitchFamily="49" charset="0"/>
              </a:rPr>
              <a:t>&gt;&gt;&gt; with open('test.txt', 'w') as fp: # 将内容序列化并写入文本文件</a:t>
            </a:r>
            <a:endParaRPr lang="zh-CN" altLang="en-US" sz="1400">
              <a:latin typeface="Consolas" panose="020B0609020204030204" pitchFamily="49" charset="0"/>
            </a:endParaRPr>
          </a:p>
          <a:p>
            <a:pPr marL="0" indent="0" eaLnBrk="1" latinLnBrk="0" hangingPunct="1">
              <a:spcBef>
                <a:spcPts val="0"/>
              </a:spcBef>
              <a:buNone/>
            </a:pPr>
            <a:r>
              <a:rPr lang="zh-CN" altLang="en-US" sz="1400">
                <a:latin typeface="Consolas" panose="020B0609020204030204" pitchFamily="49" charset="0"/>
              </a:rPr>
              <a:t>    json.dump(s, fp)</a:t>
            </a:r>
            <a:endParaRPr lang="zh-CN" altLang="en-US" sz="1400">
              <a:latin typeface="Consolas" panose="020B0609020204030204" pitchFamily="49" charset="0"/>
            </a:endParaRPr>
          </a:p>
          <a:p>
            <a:pPr marL="0" indent="0" eaLnBrk="1" latinLnBrk="0" hangingPunct="1">
              <a:spcBef>
                <a:spcPts val="0"/>
              </a:spcBef>
              <a:buNone/>
            </a:pPr>
            <a:r>
              <a:rPr lang="zh-CN" altLang="en-US" sz="1400">
                <a:latin typeface="Consolas" panose="020B0609020204030204" pitchFamily="49" charset="0"/>
              </a:rPr>
              <a:t>&gt;&gt;&gt; with open('test.txt') as fp:      # 读取文件内容并反序列化</a:t>
            </a:r>
            <a:endParaRPr lang="zh-CN" altLang="en-US" sz="1400">
              <a:latin typeface="Consolas" panose="020B0609020204030204" pitchFamily="49" charset="0"/>
            </a:endParaRPr>
          </a:p>
          <a:p>
            <a:pPr marL="0" indent="0" eaLnBrk="1" latinLnBrk="0" hangingPunct="1">
              <a:spcBef>
                <a:spcPts val="0"/>
              </a:spcBef>
              <a:buNone/>
            </a:pPr>
            <a:r>
              <a:rPr lang="zh-CN" altLang="en-US" sz="1400">
                <a:latin typeface="Consolas" panose="020B0609020204030204" pitchFamily="49" charset="0"/>
              </a:rPr>
              <a:t>    print(json.load(fp))</a:t>
            </a:r>
            <a:endParaRPr lang="zh-CN" altLang="en-US" sz="1400">
              <a:latin typeface="Consolas" panose="020B0609020204030204" pitchFamily="49" charset="0"/>
            </a:endParaRPr>
          </a:p>
          <a:p>
            <a:pPr marL="0" indent="0" eaLnBrk="1" latinLnBrk="0" hangingPunct="1">
              <a:spcBef>
                <a:spcPts val="0"/>
              </a:spcBef>
              <a:buNone/>
            </a:pPr>
            <a:r>
              <a:rPr lang="zh-CN" altLang="en-US" sz="1400">
                <a:solidFill>
                  <a:srgbClr val="00B0F0"/>
                </a:solidFill>
                <a:latin typeface="Consolas" panose="020B0609020204030204" pitchFamily="49" charset="0"/>
              </a:rPr>
              <a:t>董付国，系列图书：</a:t>
            </a:r>
            <a:endParaRPr lang="zh-CN" altLang="en-US" sz="1400">
              <a:solidFill>
                <a:srgbClr val="00B0F0"/>
              </a:solidFill>
              <a:latin typeface="Consolas" panose="020B0609020204030204" pitchFamily="49" charset="0"/>
            </a:endParaRPr>
          </a:p>
          <a:p>
            <a:pPr marL="0" indent="0" eaLnBrk="1" latinLnBrk="0" hangingPunct="1">
              <a:spcBef>
                <a:spcPts val="0"/>
              </a:spcBef>
              <a:buNone/>
            </a:pPr>
            <a:r>
              <a:rPr lang="zh-CN" altLang="en-US" sz="1400">
                <a:solidFill>
                  <a:srgbClr val="00B0F0"/>
                </a:solidFill>
                <a:latin typeface="Consolas" panose="020B0609020204030204" pitchFamily="49" charset="0"/>
              </a:rPr>
              <a:t>《Python程序设计基础》、</a:t>
            </a:r>
            <a:endParaRPr lang="zh-CN" altLang="en-US" sz="1400">
              <a:solidFill>
                <a:srgbClr val="00B0F0"/>
              </a:solidFill>
              <a:latin typeface="Consolas" panose="020B0609020204030204" pitchFamily="49" charset="0"/>
            </a:endParaRPr>
          </a:p>
          <a:p>
            <a:pPr marL="0" indent="0" eaLnBrk="1" latinLnBrk="0" hangingPunct="1">
              <a:spcBef>
                <a:spcPts val="0"/>
              </a:spcBef>
              <a:buNone/>
            </a:pPr>
            <a:r>
              <a:rPr lang="zh-CN" altLang="en-US" sz="1400">
                <a:solidFill>
                  <a:srgbClr val="00B0F0"/>
                </a:solidFill>
                <a:latin typeface="Consolas" panose="020B0609020204030204" pitchFamily="49" charset="0"/>
              </a:rPr>
              <a:t>《Python程序设计》（第2版）、</a:t>
            </a:r>
            <a:endParaRPr lang="zh-CN" altLang="en-US" sz="1400">
              <a:solidFill>
                <a:srgbClr val="00B0F0"/>
              </a:solidFill>
              <a:latin typeface="Consolas" panose="020B0609020204030204" pitchFamily="49" charset="0"/>
            </a:endParaRPr>
          </a:p>
          <a:p>
            <a:pPr marL="0" indent="0" eaLnBrk="1" latinLnBrk="0" hangingPunct="1">
              <a:spcBef>
                <a:spcPts val="0"/>
              </a:spcBef>
              <a:buNone/>
            </a:pPr>
            <a:r>
              <a:rPr lang="zh-CN" altLang="en-US" sz="1400">
                <a:solidFill>
                  <a:srgbClr val="00B0F0"/>
                </a:solidFill>
                <a:latin typeface="Consolas" panose="020B0609020204030204" pitchFamily="49" charset="0"/>
              </a:rPr>
              <a:t>《Python可以这样学》、</a:t>
            </a:r>
            <a:endParaRPr lang="zh-CN" altLang="en-US" sz="1400">
              <a:solidFill>
                <a:srgbClr val="00B0F0"/>
              </a:solidFill>
              <a:latin typeface="Consolas" panose="020B0609020204030204" pitchFamily="49" charset="0"/>
            </a:endParaRPr>
          </a:p>
          <a:p>
            <a:pPr marL="0" indent="0" eaLnBrk="1" latinLnBrk="0" hangingPunct="1">
              <a:spcBef>
                <a:spcPts val="0"/>
              </a:spcBef>
              <a:buNone/>
            </a:pPr>
            <a:r>
              <a:rPr lang="zh-CN" altLang="en-US" sz="1400">
                <a:solidFill>
                  <a:srgbClr val="00B0F0"/>
                </a:solidFill>
                <a:latin typeface="Consolas" panose="020B0609020204030204" pitchFamily="49" charset="0"/>
              </a:rPr>
              <a:t>《Python程序设计开发宝典》、</a:t>
            </a:r>
            <a:endParaRPr lang="zh-CN" altLang="en-US" sz="1400">
              <a:solidFill>
                <a:srgbClr val="00B0F0"/>
              </a:solidFill>
              <a:latin typeface="Consolas" panose="020B0609020204030204" pitchFamily="49" charset="0"/>
            </a:endParaRPr>
          </a:p>
          <a:p>
            <a:pPr marL="0" indent="0" eaLnBrk="1" latinLnBrk="0" hangingPunct="1">
              <a:spcBef>
                <a:spcPts val="0"/>
              </a:spcBef>
              <a:buNone/>
            </a:pPr>
            <a:r>
              <a:rPr lang="zh-CN" altLang="en-US" sz="1400">
                <a:solidFill>
                  <a:srgbClr val="00B0F0"/>
                </a:solidFill>
                <a:latin typeface="Consolas" panose="020B0609020204030204" pitchFamily="49" charset="0"/>
              </a:rPr>
              <a:t>《中学生可以这样学Python》、</a:t>
            </a:r>
            <a:endParaRPr lang="zh-CN" altLang="en-US" sz="1400">
              <a:solidFill>
                <a:srgbClr val="00B0F0"/>
              </a:solidFill>
              <a:latin typeface="Consolas" panose="020B0609020204030204" pitchFamily="49" charset="0"/>
            </a:endParaRPr>
          </a:p>
          <a:p>
            <a:pPr marL="0" indent="0" eaLnBrk="1" latinLnBrk="0" hangingPunct="1">
              <a:spcBef>
                <a:spcPts val="0"/>
              </a:spcBef>
              <a:buNone/>
            </a:pPr>
            <a:r>
              <a:rPr lang="zh-CN" altLang="en-US" sz="1400">
                <a:solidFill>
                  <a:srgbClr val="00B0F0"/>
                </a:solidFill>
                <a:latin typeface="Consolas" panose="020B0609020204030204" pitchFamily="49" charset="0"/>
              </a:rPr>
              <a:t>清华大学出版社</a:t>
            </a:r>
            <a:endParaRPr lang="zh-CN" altLang="en-US" sz="1400">
              <a:solidFill>
                <a:srgbClr val="00B0F0"/>
              </a:solidFill>
              <a:latin typeface="Consolas" panose="020B0609020204030204" pitchFamily="49" charset="0"/>
            </a:endParaRPr>
          </a:p>
        </p:txBody>
      </p:sp>
      <p:sp>
        <p:nvSpPr>
          <p:cNvPr id="4" name="标题 3"/>
          <p:cNvSpPr>
            <a:spLocks noGrp="1"/>
          </p:cNvSpPr>
          <p:nvPr>
            <p:ph type="title"/>
          </p:nvPr>
        </p:nvSpPr>
        <p:spPr>
          <a:xfrm>
            <a:off x="-1270" y="4287"/>
            <a:ext cx="9140825" cy="924563"/>
          </a:xfrm>
        </p:spPr>
        <p:txBody>
          <a:bodyPr/>
          <a:lstStyle/>
          <a:p>
            <a:pPr fontAlgn="base"/>
            <a:r>
              <a:rPr lang="zh-CN" altLang="en-US">
                <a:sym typeface="+mn-ea"/>
              </a:rPr>
              <a:t>7.2  文本文件基本操作</a:t>
            </a:r>
            <a:endParaRPr lang="zh-CN" altLang="en-US" strike="noStrike" noProof="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标题 37889"/>
          <p:cNvSpPr>
            <a:spLocks noGrp="1"/>
          </p:cNvSpPr>
          <p:nvPr>
            <p:ph type="title"/>
          </p:nvPr>
        </p:nvSpPr>
        <p:spPr>
          <a:xfrm>
            <a:off x="-1270" y="4287"/>
            <a:ext cx="9140825" cy="924563"/>
          </a:xfrm>
        </p:spPr>
        <p:txBody>
          <a:bodyPr/>
          <a:lstStyle/>
          <a:p>
            <a:pPr fontAlgn="base"/>
            <a:r>
              <a:rPr lang="zh-CN" altLang="en-US" strike="noStrike" noProof="1"/>
              <a:t>7.3  二进制文件操作案例精选</a:t>
            </a:r>
            <a:endParaRPr lang="zh-CN" altLang="en-US" strike="noStrike" noProof="1"/>
          </a:p>
        </p:txBody>
      </p:sp>
      <p:sp>
        <p:nvSpPr>
          <p:cNvPr id="55298" name="文本占位符 37890"/>
          <p:cNvSpPr>
            <a:spLocks noGrp="1"/>
          </p:cNvSpPr>
          <p:nvPr>
            <p:ph idx="1"/>
          </p:nvPr>
        </p:nvSpPr>
        <p:spPr/>
        <p:txBody>
          <a:bodyPr wrap="square" lIns="68591" tIns="34295" rIns="68591" bIns="34295" anchor="t"/>
          <a:p>
            <a:pPr>
              <a:lnSpc>
                <a:spcPct val="130000"/>
              </a:lnSpc>
              <a:spcBef>
                <a:spcPts val="300"/>
              </a:spcBef>
              <a:buSzPct val="90000"/>
              <a:buFont typeface="Wingdings" panose="05000000000000000000" pitchFamily="2" charset="2"/>
              <a:buChar char="§"/>
            </a:pPr>
            <a:r>
              <a:rPr lang="zh-CN" altLang="en-US" sz="1600"/>
              <a:t>数据库文件、图像文件、可执行文件、音视频文件、Office文档等等均属于二进制文件。</a:t>
            </a:r>
            <a:endParaRPr lang="zh-CN" altLang="en-US" sz="1600"/>
          </a:p>
          <a:p>
            <a:pPr>
              <a:lnSpc>
                <a:spcPct val="130000"/>
              </a:lnSpc>
              <a:spcBef>
                <a:spcPts val="300"/>
              </a:spcBef>
              <a:buSzPct val="90000"/>
              <a:buFont typeface="Wingdings" panose="05000000000000000000" pitchFamily="2" charset="2"/>
              <a:buChar char="§"/>
            </a:pPr>
            <a:r>
              <a:rPr lang="zh-CN" altLang="en-US" sz="1600"/>
              <a:t>对于二进制文件，不能使用记事本或其他文本编辑软件进行正常读写，也无法通过Python的文件对象直接读取和理解二进制文件的内容。</a:t>
            </a:r>
            <a:r>
              <a:rPr lang="zh-CN" altLang="en-US" sz="1600">
                <a:solidFill>
                  <a:srgbClr val="FF0000"/>
                </a:solidFill>
              </a:rPr>
              <a:t>必须正确理解二进制文件结构和序列化规则，才能准确地理解二进制文件内容并且设计正确的反序列化规则。</a:t>
            </a:r>
            <a:endParaRPr lang="zh-CN" altLang="en-US" sz="1600">
              <a:solidFill>
                <a:srgbClr val="FF0000"/>
              </a:solidFill>
            </a:endParaRPr>
          </a:p>
          <a:p>
            <a:pPr>
              <a:lnSpc>
                <a:spcPct val="130000"/>
              </a:lnSpc>
              <a:spcBef>
                <a:spcPts val="300"/>
              </a:spcBef>
              <a:buSzPct val="90000"/>
              <a:buFont typeface="Wingdings" panose="05000000000000000000" pitchFamily="2" charset="2"/>
              <a:buChar char="§"/>
            </a:pPr>
            <a:r>
              <a:rPr lang="zh-CN" altLang="en-US" sz="1600"/>
              <a:t>所谓序列化，简单地说就是把内存中的数据在不丢失其类型信息的情况下转成对象的二进制形式的过程，</a:t>
            </a:r>
            <a:r>
              <a:rPr lang="zh-CN" altLang="en-US" sz="1600">
                <a:solidFill>
                  <a:srgbClr val="FF0000"/>
                </a:solidFill>
              </a:rPr>
              <a:t>对象序列化后的形式经过正确的反序列化过程应该能够准确无误地恢复为原来的对象</a:t>
            </a:r>
            <a:r>
              <a:rPr lang="zh-CN" altLang="en-US" sz="1600"/>
              <a:t>。</a:t>
            </a:r>
            <a:endParaRPr lang="zh-CN" altLang="en-US" sz="1600"/>
          </a:p>
          <a:p>
            <a:pPr>
              <a:lnSpc>
                <a:spcPct val="130000"/>
              </a:lnSpc>
              <a:spcBef>
                <a:spcPts val="300"/>
              </a:spcBef>
              <a:buSzPct val="90000"/>
              <a:buFont typeface="Wingdings" panose="05000000000000000000" pitchFamily="2" charset="2"/>
              <a:buChar char="§"/>
            </a:pPr>
            <a:r>
              <a:rPr lang="zh-CN" altLang="en-US" sz="1600"/>
              <a:t>Python中常用的序列化模块有struct、pickle、marshal和shelve。</a:t>
            </a:r>
            <a:endParaRPr lang="zh-CN" altLang="en-US" sz="16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38913"/>
          <p:cNvSpPr>
            <a:spLocks noGrp="1"/>
          </p:cNvSpPr>
          <p:nvPr>
            <p:ph type="title"/>
          </p:nvPr>
        </p:nvSpPr>
        <p:spPr>
          <a:xfrm>
            <a:off x="-1270" y="4287"/>
            <a:ext cx="9140825" cy="924563"/>
          </a:xfrm>
        </p:spPr>
        <p:txBody>
          <a:bodyPr/>
          <a:lstStyle/>
          <a:p>
            <a:pPr fontAlgn="base"/>
            <a:r>
              <a:rPr lang="zh-CN" altLang="en-US" strike="noStrike" noProof="1"/>
              <a:t>7.3.1  使用pickle模块</a:t>
            </a:r>
            <a:endParaRPr lang="zh-CN" altLang="en-US" strike="noStrike" noProof="1"/>
          </a:p>
        </p:txBody>
      </p:sp>
      <p:sp>
        <p:nvSpPr>
          <p:cNvPr id="56322" name="文本占位符 38914"/>
          <p:cNvSpPr>
            <a:spLocks noGrp="1"/>
          </p:cNvSpPr>
          <p:nvPr>
            <p:ph idx="1"/>
          </p:nvPr>
        </p:nvSpPr>
        <p:spPr>
          <a:xfrm>
            <a:off x="344170" y="1065530"/>
            <a:ext cx="7314565" cy="3398520"/>
          </a:xfrm>
        </p:spPr>
        <p:txBody>
          <a:bodyPr wrap="square" lIns="68591" tIns="34295" rIns="68591" bIns="34295" anchor="t"/>
          <a:p>
            <a:pPr>
              <a:lnSpc>
                <a:spcPct val="80000"/>
              </a:lnSpc>
              <a:spcBef>
                <a:spcPct val="0"/>
              </a:spcBef>
              <a:buFont typeface="Wingdings" panose="05000000000000000000" pitchFamily="2" charset="2"/>
              <a:buChar char="§"/>
            </a:pPr>
            <a:r>
              <a:rPr lang="zh-CN" altLang="en-US" sz="1800" b="1"/>
              <a:t>例</a:t>
            </a:r>
            <a:r>
              <a:rPr lang="en-US" altLang="zh-CN" sz="1800" b="1"/>
              <a:t>7-8</a:t>
            </a:r>
            <a:r>
              <a:rPr lang="en-US" altLang="zh-CN" sz="1800"/>
              <a:t>  </a:t>
            </a:r>
            <a:r>
              <a:rPr lang="zh-CN" altLang="en-US" sz="1800"/>
              <a:t>写入二进制文件。</a:t>
            </a:r>
            <a:endParaRPr lang="zh-CN" altLang="en-US" sz="1800"/>
          </a:p>
          <a:p>
            <a:pPr eaLnBrk="1" latinLnBrk="0" hangingPunct="1">
              <a:spcBef>
                <a:spcPct val="0"/>
              </a:spcBef>
              <a:buNone/>
            </a:pPr>
            <a:r>
              <a:rPr lang="zh-CN" altLang="en-US" sz="1200">
                <a:latin typeface="Consolas" panose="020B0609020204030204" pitchFamily="49" charset="0"/>
              </a:rPr>
              <a:t>import pickle</a:t>
            </a:r>
            <a:endParaRPr lang="zh-CN" altLang="en-US" sz="1200">
              <a:latin typeface="Consolas" panose="020B0609020204030204" pitchFamily="49" charset="0"/>
            </a:endParaRPr>
          </a:p>
          <a:p>
            <a:pPr eaLnBrk="1" latinLnBrk="0" hangingPunct="1">
              <a:spcBef>
                <a:spcPct val="0"/>
              </a:spcBef>
              <a:buNone/>
            </a:pP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i = 13000000</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a = 99.056</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s = '中国人民123abc'</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lst = [[1, 2, 3], [4, 5, 6], [7, 8, 9]]</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tu = (-5, 10, 8)</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coll = {4, 5, 6}</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dic = {'a':'apple', 'b':'banana', 'g':'grape', 'o':'orange'}</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data = [i, a, s, lst, tu, coll, dic]</a:t>
            </a:r>
            <a:endParaRPr lang="zh-CN" altLang="en-US" sz="1200">
              <a:latin typeface="Consolas" panose="020B0609020204030204" pitchFamily="49" charset="0"/>
            </a:endParaRPr>
          </a:p>
          <a:p>
            <a:pPr eaLnBrk="1" latinLnBrk="0" hangingPunct="1">
              <a:spcBef>
                <a:spcPct val="0"/>
              </a:spcBef>
              <a:buNone/>
            </a:pP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with open('sample_pickle.dat', 'wb') as f:</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    try:</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         pickle.dump(len(data), f) #表示后面将要写入的数据个数</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         for item in data:</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              pickle.dump(item, f)</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    except:</a:t>
            </a:r>
            <a:endParaRPr lang="zh-CN" altLang="en-US" sz="1200">
              <a:latin typeface="Consolas" panose="020B0609020204030204" pitchFamily="49" charset="0"/>
            </a:endParaRPr>
          </a:p>
          <a:p>
            <a:pPr eaLnBrk="1" latinLnBrk="0" hangingPunct="1">
              <a:spcBef>
                <a:spcPct val="0"/>
              </a:spcBef>
              <a:buNone/>
            </a:pPr>
            <a:r>
              <a:rPr lang="zh-CN" altLang="en-US" sz="1200">
                <a:latin typeface="Consolas" panose="020B0609020204030204" pitchFamily="49" charset="0"/>
              </a:rPr>
              <a:t>        print('写文件异常!')        #如果写文件异常则跳到此处执行</a:t>
            </a:r>
            <a:endParaRPr lang="zh-CN" altLang="en-US" sz="1200">
              <a:latin typeface="Consolas" panose="020B0609020204030204" pitchFamily="49"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标题 39937"/>
          <p:cNvSpPr>
            <a:spLocks noGrp="1"/>
          </p:cNvSpPr>
          <p:nvPr>
            <p:ph type="title"/>
          </p:nvPr>
        </p:nvSpPr>
        <p:spPr>
          <a:xfrm>
            <a:off x="-1270" y="4287"/>
            <a:ext cx="9140825" cy="924563"/>
          </a:xfrm>
        </p:spPr>
        <p:txBody>
          <a:bodyPr/>
          <a:lstStyle/>
          <a:p>
            <a:pPr fontAlgn="base"/>
            <a:r>
              <a:rPr lang="zh-CN" altLang="en-US" strike="noStrike" noProof="1"/>
              <a:t>7.3.1  使用pickle模块</a:t>
            </a:r>
            <a:endParaRPr lang="zh-CN" altLang="en-US" strike="noStrike" noProof="1"/>
          </a:p>
        </p:txBody>
      </p:sp>
      <p:sp>
        <p:nvSpPr>
          <p:cNvPr id="57346" name="文本占位符 39938"/>
          <p:cNvSpPr>
            <a:spLocks noGrp="1"/>
          </p:cNvSpPr>
          <p:nvPr>
            <p:ph idx="1"/>
          </p:nvPr>
        </p:nvSpPr>
        <p:spPr/>
        <p:txBody>
          <a:bodyPr wrap="square" lIns="68591" tIns="34295" rIns="68591" bIns="34295" anchor="t"/>
          <a:p>
            <a:pPr>
              <a:lnSpc>
                <a:spcPct val="90000"/>
              </a:lnSpc>
              <a:buSzPct val="90000"/>
              <a:buFont typeface="Wingdings" panose="05000000000000000000" pitchFamily="2" charset="2"/>
              <a:buChar char="§"/>
            </a:pPr>
            <a:r>
              <a:rPr lang="zh-CN" altLang="en-US" sz="1800" b="1"/>
              <a:t>例</a:t>
            </a:r>
            <a:r>
              <a:rPr lang="en-US" altLang="zh-CN" sz="1800" b="1"/>
              <a:t>7-9</a:t>
            </a:r>
            <a:r>
              <a:rPr lang="en-US" altLang="zh-CN" sz="1800"/>
              <a:t>  </a:t>
            </a:r>
            <a:r>
              <a:rPr lang="zh-CN" altLang="en-US" sz="1800"/>
              <a:t>读取二进制文件。</a:t>
            </a:r>
            <a:endParaRPr lang="zh-CN" altLang="en-US" sz="1800"/>
          </a:p>
          <a:p>
            <a:pPr>
              <a:lnSpc>
                <a:spcPct val="90000"/>
              </a:lnSpc>
              <a:buSzPct val="90000"/>
              <a:buFont typeface="Wingdings" panose="05000000000000000000" pitchFamily="2" charset="2"/>
              <a:buNone/>
            </a:pPr>
            <a:endParaRPr lang="zh-CN" altLang="en-US" sz="1350">
              <a:latin typeface="Consolas" panose="020B0609020204030204" pitchFamily="49" charset="0"/>
            </a:endParaRPr>
          </a:p>
          <a:p>
            <a:pPr>
              <a:lnSpc>
                <a:spcPct val="90000"/>
              </a:lnSpc>
              <a:buSzPct val="90000"/>
              <a:buFont typeface="Wingdings" panose="05000000000000000000" pitchFamily="2" charset="2"/>
              <a:buNone/>
            </a:pPr>
            <a:r>
              <a:rPr lang="zh-CN" altLang="en-US" sz="1600">
                <a:latin typeface="Consolas" panose="020B0609020204030204" pitchFamily="49" charset="0"/>
              </a:rPr>
              <a:t>import pickle</a:t>
            </a:r>
            <a:endParaRPr lang="zh-CN" altLang="en-US" sz="1600">
              <a:latin typeface="Consolas" panose="020B0609020204030204" pitchFamily="49" charset="0"/>
            </a:endParaRPr>
          </a:p>
          <a:p>
            <a:pPr>
              <a:lnSpc>
                <a:spcPct val="90000"/>
              </a:lnSpc>
              <a:buSzPct val="90000"/>
              <a:buFont typeface="Wingdings" panose="05000000000000000000" pitchFamily="2" charset="2"/>
              <a:buNone/>
            </a:pPr>
            <a:endParaRPr lang="zh-CN" altLang="en-US" sz="1600">
              <a:latin typeface="Consolas" panose="020B0609020204030204" pitchFamily="49" charset="0"/>
            </a:endParaRPr>
          </a:p>
          <a:p>
            <a:pPr>
              <a:lnSpc>
                <a:spcPct val="90000"/>
              </a:lnSpc>
              <a:buSzPct val="90000"/>
              <a:buFont typeface="Wingdings" panose="05000000000000000000" pitchFamily="2" charset="2"/>
              <a:buNone/>
            </a:pPr>
            <a:r>
              <a:rPr lang="zh-CN" altLang="en-US" sz="1600">
                <a:latin typeface="Consolas" panose="020B0609020204030204" pitchFamily="49" charset="0"/>
              </a:rPr>
              <a:t>with open('sample_pickle.dat', 'rb') as f:</a:t>
            </a:r>
            <a:endParaRPr lang="zh-CN" altLang="en-US" sz="1600">
              <a:latin typeface="Consolas" panose="020B0609020204030204" pitchFamily="49" charset="0"/>
            </a:endParaRPr>
          </a:p>
          <a:p>
            <a:pPr>
              <a:lnSpc>
                <a:spcPct val="90000"/>
              </a:lnSpc>
              <a:buSzPct val="90000"/>
              <a:buFont typeface="Wingdings" panose="05000000000000000000" pitchFamily="2" charset="2"/>
              <a:buNone/>
            </a:pPr>
            <a:r>
              <a:rPr lang="zh-CN" altLang="en-US" sz="1600">
                <a:latin typeface="Consolas" panose="020B0609020204030204" pitchFamily="49" charset="0"/>
              </a:rPr>
              <a:t>    n = pickle.load(f)        #读出文件的数据个数</a:t>
            </a:r>
            <a:endParaRPr lang="zh-CN" altLang="en-US" sz="1600">
              <a:latin typeface="Consolas" panose="020B0609020204030204" pitchFamily="49" charset="0"/>
            </a:endParaRPr>
          </a:p>
          <a:p>
            <a:pPr>
              <a:lnSpc>
                <a:spcPct val="90000"/>
              </a:lnSpc>
              <a:buSzPct val="90000"/>
              <a:buFont typeface="Wingdings" panose="05000000000000000000" pitchFamily="2" charset="2"/>
              <a:buNone/>
            </a:pPr>
            <a:r>
              <a:rPr lang="zh-CN" altLang="en-US" sz="1600">
                <a:latin typeface="Consolas" panose="020B0609020204030204" pitchFamily="49" charset="0"/>
              </a:rPr>
              <a:t>    for i in range(n):</a:t>
            </a:r>
            <a:endParaRPr lang="zh-CN" altLang="en-US" sz="1600">
              <a:latin typeface="Consolas" panose="020B0609020204030204" pitchFamily="49" charset="0"/>
            </a:endParaRPr>
          </a:p>
          <a:p>
            <a:pPr>
              <a:lnSpc>
                <a:spcPct val="90000"/>
              </a:lnSpc>
              <a:buSzPct val="90000"/>
              <a:buFont typeface="Wingdings" panose="05000000000000000000" pitchFamily="2" charset="2"/>
              <a:buNone/>
            </a:pPr>
            <a:r>
              <a:rPr lang="zh-CN" altLang="en-US" sz="1600">
                <a:latin typeface="Consolas" panose="020B0609020204030204" pitchFamily="49" charset="0"/>
              </a:rPr>
              <a:t>        x = pickle.load(f)</a:t>
            </a:r>
            <a:endParaRPr lang="zh-CN" altLang="en-US" sz="1600">
              <a:latin typeface="Consolas" panose="020B0609020204030204" pitchFamily="49" charset="0"/>
            </a:endParaRPr>
          </a:p>
          <a:p>
            <a:pPr>
              <a:lnSpc>
                <a:spcPct val="90000"/>
              </a:lnSpc>
              <a:buSzPct val="90000"/>
              <a:buFont typeface="Wingdings" panose="05000000000000000000" pitchFamily="2" charset="2"/>
              <a:buNone/>
            </a:pPr>
            <a:r>
              <a:rPr lang="zh-CN" altLang="en-US" sz="1600">
                <a:latin typeface="Consolas" panose="020B0609020204030204" pitchFamily="49" charset="0"/>
              </a:rPr>
              <a:t>        print(x)</a:t>
            </a:r>
            <a:endParaRPr lang="zh-CN" altLang="en-US" sz="1600">
              <a:latin typeface="Consolas" panose="020B06090202040302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标题 40961"/>
          <p:cNvSpPr>
            <a:spLocks noGrp="1"/>
          </p:cNvSpPr>
          <p:nvPr>
            <p:ph type="title"/>
          </p:nvPr>
        </p:nvSpPr>
        <p:spPr>
          <a:xfrm>
            <a:off x="-1270" y="4287"/>
            <a:ext cx="9140825" cy="924563"/>
          </a:xfrm>
        </p:spPr>
        <p:txBody>
          <a:bodyPr/>
          <a:lstStyle/>
          <a:p>
            <a:pPr fontAlgn="base"/>
            <a:r>
              <a:rPr lang="zh-CN" altLang="en-US" strike="noStrike" noProof="1"/>
              <a:t>7.3.2  使用struct模块</a:t>
            </a:r>
            <a:endParaRPr lang="zh-CN" altLang="en-US" strike="noStrike" noProof="1"/>
          </a:p>
        </p:txBody>
      </p:sp>
      <p:sp>
        <p:nvSpPr>
          <p:cNvPr id="58370" name="文本占位符 40962"/>
          <p:cNvSpPr>
            <a:spLocks noGrp="1"/>
          </p:cNvSpPr>
          <p:nvPr>
            <p:ph idx="1"/>
          </p:nvPr>
        </p:nvSpPr>
        <p:spPr/>
        <p:txBody>
          <a:bodyPr wrap="square" lIns="68591" tIns="34295" rIns="68591" bIns="34295" anchor="t"/>
          <a:p>
            <a:pPr>
              <a:buSzPct val="90000"/>
              <a:buFont typeface="Wingdings" panose="05000000000000000000" pitchFamily="2" charset="2"/>
              <a:buChar char="§"/>
            </a:pPr>
            <a:r>
              <a:rPr lang="zh-CN" altLang="en-US" sz="1800" b="1"/>
              <a:t>例</a:t>
            </a:r>
            <a:r>
              <a:rPr lang="en-US" altLang="zh-CN" sz="1800" b="1"/>
              <a:t>7-10</a:t>
            </a:r>
            <a:r>
              <a:rPr lang="en-US" altLang="zh-CN" sz="1800"/>
              <a:t>  </a:t>
            </a:r>
            <a:r>
              <a:rPr lang="zh-CN" altLang="en-US" sz="1800"/>
              <a:t>使用struct模块写入二进制文件。</a:t>
            </a:r>
            <a:endParaRPr lang="zh-CN" altLang="en-US" sz="1800"/>
          </a:p>
          <a:p>
            <a:pPr>
              <a:buSzPct val="90000"/>
              <a:buFont typeface="Wingdings" panose="05000000000000000000" pitchFamily="2" charset="2"/>
              <a:buNone/>
            </a:pPr>
            <a:r>
              <a:rPr lang="zh-CN" altLang="en-US" sz="1600">
                <a:latin typeface="Consolas" panose="020B0609020204030204" pitchFamily="49" charset="0"/>
              </a:rPr>
              <a:t>import struct</a:t>
            </a:r>
            <a:endParaRPr lang="zh-CN" altLang="en-US" sz="1600">
              <a:latin typeface="Consolas" panose="020B0609020204030204" pitchFamily="49" charset="0"/>
            </a:endParaRPr>
          </a:p>
          <a:p>
            <a:pPr>
              <a:buSzPct val="90000"/>
              <a:buFont typeface="Wingdings" panose="05000000000000000000" pitchFamily="2" charset="2"/>
              <a:buNone/>
            </a:pPr>
            <a:endParaRPr lang="zh-CN" altLang="en-US"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n = 1300000000</a:t>
            </a:r>
            <a:endParaRPr lang="zh-CN" altLang="en-US"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x = 96.45</a:t>
            </a:r>
            <a:endParaRPr lang="zh-CN" altLang="en-US"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b = True</a:t>
            </a:r>
            <a:endParaRPr lang="zh-CN" altLang="en-US"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s = 'a1@中国'</a:t>
            </a:r>
            <a:endParaRPr lang="zh-CN" altLang="en-US"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sn = struct.pack('if?', n, x, b)       #序列化</a:t>
            </a:r>
            <a:endParaRPr lang="zh-CN" altLang="en-US"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with open('sample_struct.dat', 'wb') as fp:</a:t>
            </a:r>
            <a:endParaRPr lang="zh-CN" altLang="en-US"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    fp.write(sn)                       #写入字节串 </a:t>
            </a:r>
            <a:endParaRPr lang="zh-CN" altLang="en-US" sz="1600">
              <a:latin typeface="Consolas" panose="020B0609020204030204" pitchFamily="49" charset="0"/>
            </a:endParaRPr>
          </a:p>
          <a:p>
            <a:pPr>
              <a:buSzPct val="90000"/>
              <a:buFont typeface="Wingdings" panose="05000000000000000000" pitchFamily="2" charset="2"/>
              <a:buNone/>
            </a:pPr>
            <a:r>
              <a:rPr lang="zh-CN" altLang="en-US" sz="1600">
                <a:latin typeface="Consolas" panose="020B0609020204030204" pitchFamily="49" charset="0"/>
              </a:rPr>
              <a:t>    fp.write(s.encode())               #字符串直接编码为字节串写入</a:t>
            </a:r>
            <a:endParaRPr lang="zh-CN" altLang="en-US" sz="1600">
              <a:latin typeface="Consolas" panose="020B0609020204030204"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标题 41985"/>
          <p:cNvSpPr>
            <a:spLocks noGrp="1"/>
          </p:cNvSpPr>
          <p:nvPr>
            <p:ph type="title"/>
          </p:nvPr>
        </p:nvSpPr>
        <p:spPr>
          <a:xfrm>
            <a:off x="-1270" y="4287"/>
            <a:ext cx="9140825" cy="924563"/>
          </a:xfrm>
        </p:spPr>
        <p:txBody>
          <a:bodyPr/>
          <a:lstStyle/>
          <a:p>
            <a:pPr fontAlgn="base"/>
            <a:r>
              <a:rPr lang="zh-CN" altLang="en-US" strike="noStrike" noProof="1"/>
              <a:t>7.3.2  使用struct模块</a:t>
            </a:r>
            <a:endParaRPr lang="zh-CN" altLang="en-US" strike="noStrike" noProof="1"/>
          </a:p>
        </p:txBody>
      </p:sp>
      <p:sp>
        <p:nvSpPr>
          <p:cNvPr id="59394" name="文本占位符 41986"/>
          <p:cNvSpPr>
            <a:spLocks noGrp="1"/>
          </p:cNvSpPr>
          <p:nvPr>
            <p:ph idx="1"/>
          </p:nvPr>
        </p:nvSpPr>
        <p:spPr/>
        <p:txBody>
          <a:bodyPr wrap="square" lIns="68591" tIns="34295" rIns="68591" bIns="34295" anchor="t"/>
          <a:p>
            <a:pPr>
              <a:lnSpc>
                <a:spcPct val="80000"/>
              </a:lnSpc>
              <a:buSzPct val="90000"/>
              <a:buFont typeface="Wingdings" panose="05000000000000000000" pitchFamily="2" charset="2"/>
              <a:buChar char="§"/>
            </a:pPr>
            <a:r>
              <a:rPr lang="zh-CN" altLang="en-US" sz="1800" b="1"/>
              <a:t>例</a:t>
            </a:r>
            <a:r>
              <a:rPr lang="en-US" altLang="zh-CN" sz="1800" b="1"/>
              <a:t>7-11</a:t>
            </a:r>
            <a:r>
              <a:rPr lang="en-US" altLang="zh-CN" sz="1800"/>
              <a:t>  </a:t>
            </a:r>
            <a:r>
              <a:rPr lang="zh-CN" altLang="en-US" sz="1800"/>
              <a:t>使用struct模块读取二进制文件。</a:t>
            </a:r>
            <a:endParaRPr lang="zh-CN" altLang="en-US" sz="1800"/>
          </a:p>
          <a:p>
            <a:pPr>
              <a:spcBef>
                <a:spcPct val="0"/>
              </a:spcBef>
              <a:buSzPct val="90000"/>
              <a:buFont typeface="Wingdings" panose="05000000000000000000" pitchFamily="2" charset="2"/>
              <a:buNone/>
            </a:pPr>
            <a:endParaRPr lang="zh-CN" altLang="en-US" sz="1350">
              <a:latin typeface="Consolas" panose="020B0609020204030204" pitchFamily="49" charset="0"/>
            </a:endParaRPr>
          </a:p>
          <a:p>
            <a:pPr>
              <a:spcBef>
                <a:spcPct val="0"/>
              </a:spcBef>
              <a:buSzPct val="90000"/>
              <a:buFont typeface="Wingdings" panose="05000000000000000000" pitchFamily="2" charset="2"/>
              <a:buNone/>
            </a:pPr>
            <a:r>
              <a:rPr lang="zh-CN" altLang="en-US" sz="1600">
                <a:latin typeface="Consolas" panose="020B0609020204030204" pitchFamily="49" charset="0"/>
              </a:rPr>
              <a:t>import struct</a:t>
            </a:r>
            <a:endParaRPr lang="zh-CN" altLang="en-US" sz="1600">
              <a:latin typeface="Consolas" panose="020B0609020204030204" pitchFamily="49" charset="0"/>
            </a:endParaRPr>
          </a:p>
          <a:p>
            <a:pPr>
              <a:spcBef>
                <a:spcPct val="0"/>
              </a:spcBef>
              <a:buSzPct val="90000"/>
              <a:buFont typeface="Wingdings" panose="05000000000000000000" pitchFamily="2" charset="2"/>
              <a:buNone/>
            </a:pPr>
            <a:endParaRPr lang="zh-CN" altLang="en-US" sz="1600">
              <a:latin typeface="Consolas" panose="020B0609020204030204" pitchFamily="49" charset="0"/>
            </a:endParaRPr>
          </a:p>
          <a:p>
            <a:pPr>
              <a:spcBef>
                <a:spcPct val="0"/>
              </a:spcBef>
              <a:buSzPct val="90000"/>
              <a:buFont typeface="Wingdings" panose="05000000000000000000" pitchFamily="2" charset="2"/>
              <a:buNone/>
            </a:pPr>
            <a:r>
              <a:rPr lang="zh-CN" altLang="en-US" sz="1600">
                <a:latin typeface="Consolas" panose="020B0609020204030204" pitchFamily="49" charset="0"/>
              </a:rPr>
              <a:t>with open('sample_struct.dat', 'rb') as fp:</a:t>
            </a:r>
            <a:endParaRPr lang="zh-CN" altLang="en-US" sz="1600">
              <a:latin typeface="Consolas" panose="020B0609020204030204" pitchFamily="49" charset="0"/>
            </a:endParaRPr>
          </a:p>
          <a:p>
            <a:pPr>
              <a:spcBef>
                <a:spcPct val="0"/>
              </a:spcBef>
              <a:buSzPct val="90000"/>
              <a:buFont typeface="Wingdings" panose="05000000000000000000" pitchFamily="2" charset="2"/>
              <a:buNone/>
            </a:pPr>
            <a:r>
              <a:rPr lang="zh-CN" altLang="en-US" sz="1600">
                <a:latin typeface="Consolas" panose="020B0609020204030204" pitchFamily="49" charset="0"/>
              </a:rPr>
              <a:t>    sn = fp.read(9)</a:t>
            </a:r>
            <a:endParaRPr lang="zh-CN" altLang="en-US" sz="1600">
              <a:latin typeface="Consolas" panose="020B0609020204030204" pitchFamily="49" charset="0"/>
            </a:endParaRPr>
          </a:p>
          <a:p>
            <a:pPr>
              <a:spcBef>
                <a:spcPct val="0"/>
              </a:spcBef>
              <a:buSzPct val="90000"/>
              <a:buFont typeface="Wingdings" panose="05000000000000000000" pitchFamily="2" charset="2"/>
              <a:buNone/>
            </a:pPr>
            <a:r>
              <a:rPr lang="zh-CN" altLang="en-US" sz="1600">
                <a:latin typeface="Consolas" panose="020B0609020204030204" pitchFamily="49" charset="0"/>
              </a:rPr>
              <a:t>    tu = struct.unpack('if?', sn) </a:t>
            </a:r>
            <a:endParaRPr lang="zh-CN" altLang="en-US" sz="1600">
              <a:latin typeface="Consolas" panose="020B0609020204030204" pitchFamily="49" charset="0"/>
            </a:endParaRPr>
          </a:p>
          <a:p>
            <a:pPr>
              <a:spcBef>
                <a:spcPct val="0"/>
              </a:spcBef>
              <a:buSzPct val="90000"/>
              <a:buFont typeface="Wingdings" panose="05000000000000000000" pitchFamily="2" charset="2"/>
              <a:buNone/>
            </a:pPr>
            <a:r>
              <a:rPr lang="zh-CN" altLang="en-US" sz="1600">
                <a:latin typeface="Consolas" panose="020B0609020204030204" pitchFamily="49" charset="0"/>
              </a:rPr>
              <a:t>    print(tu)</a:t>
            </a:r>
            <a:endParaRPr lang="zh-CN" altLang="en-US" sz="1600">
              <a:latin typeface="Consolas" panose="020B0609020204030204" pitchFamily="49" charset="0"/>
            </a:endParaRPr>
          </a:p>
          <a:p>
            <a:pPr>
              <a:spcBef>
                <a:spcPct val="0"/>
              </a:spcBef>
              <a:buSzPct val="90000"/>
              <a:buFont typeface="Wingdings" panose="05000000000000000000" pitchFamily="2" charset="2"/>
              <a:buNone/>
            </a:pPr>
            <a:r>
              <a:rPr lang="zh-CN" altLang="en-US" sz="1600">
                <a:latin typeface="Consolas" panose="020B0609020204030204" pitchFamily="49" charset="0"/>
              </a:rPr>
              <a:t>    n, x, bl = tu</a:t>
            </a:r>
            <a:endParaRPr lang="zh-CN" altLang="en-US" sz="1600">
              <a:latin typeface="Consolas" panose="020B0609020204030204" pitchFamily="49" charset="0"/>
            </a:endParaRPr>
          </a:p>
          <a:p>
            <a:pPr>
              <a:spcBef>
                <a:spcPct val="0"/>
              </a:spcBef>
              <a:buSzPct val="90000"/>
              <a:buFont typeface="Wingdings" panose="05000000000000000000" pitchFamily="2" charset="2"/>
              <a:buNone/>
            </a:pPr>
            <a:r>
              <a:rPr lang="zh-CN" altLang="en-US" sz="1600">
                <a:latin typeface="Consolas" panose="020B0609020204030204" pitchFamily="49" charset="0"/>
              </a:rPr>
              <a:t>    print('n=', n)</a:t>
            </a:r>
            <a:endParaRPr lang="zh-CN" altLang="en-US" sz="1600">
              <a:latin typeface="Consolas" panose="020B0609020204030204" pitchFamily="49" charset="0"/>
            </a:endParaRPr>
          </a:p>
          <a:p>
            <a:pPr>
              <a:spcBef>
                <a:spcPct val="0"/>
              </a:spcBef>
              <a:buSzPct val="90000"/>
              <a:buFont typeface="Wingdings" panose="05000000000000000000" pitchFamily="2" charset="2"/>
              <a:buNone/>
            </a:pPr>
            <a:r>
              <a:rPr lang="zh-CN" altLang="en-US" sz="1600">
                <a:latin typeface="Consolas" panose="020B0609020204030204" pitchFamily="49" charset="0"/>
              </a:rPr>
              <a:t>    print('x=', x)</a:t>
            </a:r>
            <a:endParaRPr lang="zh-CN" altLang="en-US" sz="1600">
              <a:latin typeface="Consolas" panose="020B0609020204030204" pitchFamily="49" charset="0"/>
            </a:endParaRPr>
          </a:p>
          <a:p>
            <a:pPr>
              <a:spcBef>
                <a:spcPct val="0"/>
              </a:spcBef>
              <a:buSzPct val="90000"/>
              <a:buFont typeface="Wingdings" panose="05000000000000000000" pitchFamily="2" charset="2"/>
              <a:buNone/>
            </a:pPr>
            <a:r>
              <a:rPr lang="zh-CN" altLang="en-US" sz="1600">
                <a:latin typeface="Consolas" panose="020B0609020204030204" pitchFamily="49" charset="0"/>
              </a:rPr>
              <a:t>    print('bl=', bl)</a:t>
            </a:r>
            <a:endParaRPr lang="zh-CN" altLang="en-US" sz="1600">
              <a:latin typeface="Consolas" panose="020B0609020204030204" pitchFamily="49" charset="0"/>
            </a:endParaRPr>
          </a:p>
          <a:p>
            <a:pPr>
              <a:spcBef>
                <a:spcPct val="0"/>
              </a:spcBef>
              <a:buSzPct val="90000"/>
              <a:buFont typeface="Wingdings" panose="05000000000000000000" pitchFamily="2" charset="2"/>
              <a:buNone/>
            </a:pPr>
            <a:r>
              <a:rPr lang="zh-CN" altLang="en-US" sz="1600">
                <a:latin typeface="Consolas" panose="020B0609020204030204" pitchFamily="49" charset="0"/>
              </a:rPr>
              <a:t>    s = fp.read(9).decode()</a:t>
            </a:r>
            <a:endParaRPr lang="zh-CN" altLang="en-US" sz="1600">
              <a:latin typeface="Consolas" panose="020B0609020204030204" pitchFamily="49" charset="0"/>
            </a:endParaRPr>
          </a:p>
          <a:p>
            <a:pPr>
              <a:spcBef>
                <a:spcPct val="0"/>
              </a:spcBef>
              <a:buSzPct val="90000"/>
              <a:buFont typeface="Wingdings" panose="05000000000000000000" pitchFamily="2" charset="2"/>
              <a:buNone/>
            </a:pPr>
            <a:r>
              <a:rPr lang="zh-CN" altLang="en-US" sz="1600">
                <a:latin typeface="Consolas" panose="020B0609020204030204" pitchFamily="49" charset="0"/>
              </a:rPr>
              <a:t>    print('s=', s)</a:t>
            </a:r>
            <a:endParaRPr lang="zh-CN" altLang="en-US" sz="1600">
              <a:latin typeface="Consolas" panose="020B06090202040302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标题 1"/>
          <p:cNvSpPr>
            <a:spLocks noGrp="1"/>
          </p:cNvSpPr>
          <p:nvPr>
            <p:ph type="title"/>
          </p:nvPr>
        </p:nvSpPr>
        <p:spPr>
          <a:xfrm>
            <a:off x="-1270" y="4287"/>
            <a:ext cx="9140825" cy="924563"/>
          </a:xfrm>
        </p:spPr>
        <p:txBody>
          <a:bodyPr/>
          <a:lstStyle/>
          <a:p>
            <a:pPr fontAlgn="base"/>
            <a:r>
              <a:rPr lang="zh-CN" altLang="en-US" strike="noStrike" noProof="1"/>
              <a:t>7.3.2  使用struct模块</a:t>
            </a:r>
            <a:endParaRPr lang="zh-CN" altLang="en-US" strike="noStrike" noProof="1"/>
          </a:p>
        </p:txBody>
      </p:sp>
      <p:sp>
        <p:nvSpPr>
          <p:cNvPr id="3" name="内容占位符 2"/>
          <p:cNvSpPr>
            <a:spLocks noGrp="1"/>
          </p:cNvSpPr>
          <p:nvPr>
            <p:ph idx="1"/>
          </p:nvPr>
        </p:nvSpPr>
        <p:spPr/>
        <p:txBody>
          <a:bodyPr/>
          <a:lstStyle/>
          <a:p>
            <a:pPr fontAlgn="base">
              <a:buFont typeface="Wingdings" panose="05000000000000000000" charset="0"/>
              <a:buChar char="v"/>
            </a:pPr>
            <a:r>
              <a:rPr lang="en-US" altLang="zh-CN" sz="1800" strike="noStrike" noProof="1"/>
              <a:t>Let's THINK</a:t>
            </a:r>
            <a:r>
              <a:rPr lang="zh-CN" altLang="en-US" sz="1800" strike="noStrike" noProof="1"/>
              <a:t>：读取的字节数为啥是</a:t>
            </a:r>
            <a:r>
              <a:rPr lang="en-US" altLang="zh-CN" sz="1800" strike="noStrike" noProof="1"/>
              <a:t>9</a:t>
            </a:r>
            <a:r>
              <a:rPr lang="zh-CN" altLang="en-US" sz="1800" strike="noStrike" noProof="1"/>
              <a:t>呢，而不是其他数字呢？</a:t>
            </a:r>
            <a:endParaRPr lang="zh-CN" altLang="en-US" sz="1800" strike="noStrike" noProof="1"/>
          </a:p>
          <a:p>
            <a:pPr marL="0" indent="0" fontAlgn="base">
              <a:buFontTx/>
              <a:buNone/>
            </a:pPr>
            <a:endParaRPr lang="zh-CN" altLang="en-US" strike="noStrike" noProof="1"/>
          </a:p>
        </p:txBody>
      </p:sp>
      <p:pic>
        <p:nvPicPr>
          <p:cNvPr id="60419" name="图片 3"/>
          <p:cNvPicPr>
            <a:picLocks noChangeAspect="1"/>
          </p:cNvPicPr>
          <p:nvPr/>
        </p:nvPicPr>
        <p:blipFill>
          <a:blip r:embed="rId1"/>
          <a:stretch>
            <a:fillRect/>
          </a:stretch>
        </p:blipFill>
        <p:spPr>
          <a:xfrm>
            <a:off x="3252557" y="1829120"/>
            <a:ext cx="2285209" cy="2686520"/>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标题 1"/>
          <p:cNvSpPr>
            <a:spLocks noGrp="1"/>
          </p:cNvSpPr>
          <p:nvPr>
            <p:ph type="title"/>
          </p:nvPr>
        </p:nvSpPr>
        <p:spPr>
          <a:xfrm>
            <a:off x="-1270" y="4287"/>
            <a:ext cx="9140825" cy="924563"/>
          </a:xfrm>
        </p:spPr>
        <p:txBody>
          <a:bodyPr/>
          <a:lstStyle/>
          <a:p>
            <a:pPr fontAlgn="base"/>
            <a:r>
              <a:rPr lang="zh-CN" altLang="en-US" strike="noStrike" noProof="1"/>
              <a:t>7.3.2  使用struct模块</a:t>
            </a:r>
            <a:endParaRPr lang="zh-CN" altLang="en-US" strike="noStrike" noProof="1"/>
          </a:p>
        </p:txBody>
      </p:sp>
      <p:sp>
        <p:nvSpPr>
          <p:cNvPr id="3" name="内容占位符 2"/>
          <p:cNvSpPr>
            <a:spLocks noGrp="1"/>
          </p:cNvSpPr>
          <p:nvPr>
            <p:ph idx="1"/>
          </p:nvPr>
        </p:nvSpPr>
        <p:spPr/>
        <p:txBody>
          <a:bodyPr/>
          <a:lstStyle/>
          <a:p>
            <a:pPr fontAlgn="base">
              <a:buFont typeface="Wingdings" panose="05000000000000000000" charset="0"/>
              <a:buChar char="ü"/>
            </a:pPr>
            <a:r>
              <a:rPr lang="en-US" altLang="zh-CN" sz="1800" strike="noStrike" noProof="1"/>
              <a:t>Here is the ANSWER</a:t>
            </a:r>
            <a:r>
              <a:rPr lang="zh-CN" altLang="en-US" sz="1800" strike="noStrike" noProof="1"/>
              <a:t>！</a:t>
            </a:r>
            <a:endParaRPr lang="zh-CN" altLang="en-US" sz="1800" strike="noStrike" noProof="1"/>
          </a:p>
          <a:p>
            <a:pPr marL="0" indent="0" fontAlgn="base">
              <a:buFontTx/>
              <a:buNone/>
            </a:pPr>
            <a:endParaRPr lang="zh-CN" altLang="en-US" sz="1350" strike="noStrike" noProof="1">
              <a:latin typeface="Consolas" panose="020B0609020204030204" pitchFamily="49" charset="0"/>
            </a:endParaRPr>
          </a:p>
          <a:p>
            <a:pPr marL="0" indent="0" fontAlgn="base">
              <a:buFontTx/>
              <a:buNone/>
            </a:pPr>
            <a:r>
              <a:rPr lang="zh-CN" altLang="en-US" sz="1600" strike="noStrike" noProof="1">
                <a:latin typeface="Consolas" panose="020B0609020204030204" pitchFamily="49" charset="0"/>
              </a:rPr>
              <a:t>&gt;&gt;&gt; import struct</a:t>
            </a:r>
            <a:endParaRPr lang="zh-CN" altLang="en-US" sz="1600" strike="noStrike" noProof="1">
              <a:latin typeface="Consolas" panose="020B0609020204030204" pitchFamily="49" charset="0"/>
            </a:endParaRPr>
          </a:p>
          <a:p>
            <a:pPr marL="0" indent="0" fontAlgn="base">
              <a:buFontTx/>
              <a:buNone/>
            </a:pPr>
            <a:r>
              <a:rPr lang="zh-CN" altLang="en-US" sz="1600" strike="noStrike" noProof="1">
                <a:latin typeface="Consolas" panose="020B0609020204030204" pitchFamily="49" charset="0"/>
              </a:rPr>
              <a:t>&gt;&gt;&gt; struct.pack('if?', 13000, 56.0, True)</a:t>
            </a:r>
            <a:endParaRPr lang="zh-CN" altLang="en-US" sz="1600" strike="noStrike" noProof="1">
              <a:latin typeface="Consolas" panose="020B0609020204030204" pitchFamily="49" charset="0"/>
            </a:endParaRPr>
          </a:p>
          <a:p>
            <a:pPr marL="0" indent="0" fontAlgn="base">
              <a:buFontTx/>
              <a:buNone/>
            </a:pPr>
            <a:r>
              <a:rPr lang="zh-CN" altLang="en-US" sz="1600" strike="noStrike" noProof="1">
                <a:solidFill>
                  <a:srgbClr val="00B0F0"/>
                </a:solidFill>
                <a:latin typeface="Consolas" panose="020B0609020204030204" pitchFamily="49" charset="0"/>
              </a:rPr>
              <a:t>b'\xc82\x00\x00\x00\x00`B\x01'</a:t>
            </a:r>
            <a:endParaRPr lang="zh-CN" altLang="en-US" sz="1600" strike="noStrike" noProof="1">
              <a:solidFill>
                <a:srgbClr val="00B0F0"/>
              </a:solidFill>
              <a:latin typeface="Consolas" panose="020B0609020204030204" pitchFamily="49" charset="0"/>
            </a:endParaRPr>
          </a:p>
          <a:p>
            <a:pPr marL="0" indent="0" fontAlgn="base">
              <a:buFontTx/>
              <a:buNone/>
            </a:pPr>
            <a:r>
              <a:rPr lang="zh-CN" altLang="en-US" sz="1600" strike="noStrike" noProof="1">
                <a:latin typeface="Consolas" panose="020B0609020204030204" pitchFamily="49" charset="0"/>
              </a:rPr>
              <a:t>&gt;&gt;&gt; len(_)</a:t>
            </a:r>
            <a:endParaRPr lang="zh-CN" altLang="en-US" sz="1600" strike="noStrike" noProof="1">
              <a:latin typeface="Consolas" panose="020B0609020204030204" pitchFamily="49" charset="0"/>
            </a:endParaRPr>
          </a:p>
          <a:p>
            <a:pPr marL="0" indent="0" fontAlgn="base">
              <a:buFontTx/>
              <a:buNone/>
            </a:pPr>
            <a:r>
              <a:rPr lang="zh-CN" altLang="en-US" sz="1600" strike="noStrike" noProof="1">
                <a:solidFill>
                  <a:srgbClr val="00B0F0"/>
                </a:solidFill>
                <a:latin typeface="Consolas" panose="020B0609020204030204" pitchFamily="49" charset="0"/>
              </a:rPr>
              <a:t>9</a:t>
            </a:r>
            <a:endParaRPr lang="zh-CN" altLang="en-US" sz="1600" strike="noStrike" noProof="1">
              <a:solidFill>
                <a:srgbClr val="00B0F0"/>
              </a:solidFill>
              <a:latin typeface="Consolas" panose="020B0609020204030204" pitchFamily="49" charset="0"/>
            </a:endParaRPr>
          </a:p>
          <a:p>
            <a:pPr marL="0" indent="0" fontAlgn="base">
              <a:buFontTx/>
              <a:buNone/>
            </a:pPr>
            <a:r>
              <a:rPr lang="zh-CN" altLang="en-US" sz="1600" strike="noStrike" noProof="1">
                <a:latin typeface="Consolas" panose="020B0609020204030204" pitchFamily="49" charset="0"/>
              </a:rPr>
              <a:t>&gt;&gt;&gt; len(struct.pack('if?', 9999, 5336.0, False))</a:t>
            </a:r>
            <a:endParaRPr lang="zh-CN" altLang="en-US" sz="1600" strike="noStrike" noProof="1">
              <a:latin typeface="Consolas" panose="020B0609020204030204" pitchFamily="49" charset="0"/>
            </a:endParaRPr>
          </a:p>
          <a:p>
            <a:pPr marL="0" indent="0" fontAlgn="base">
              <a:buFontTx/>
              <a:buNone/>
            </a:pPr>
            <a:r>
              <a:rPr lang="zh-CN" altLang="en-US" sz="1600" strike="noStrike" noProof="1">
                <a:solidFill>
                  <a:srgbClr val="00B0F0"/>
                </a:solidFill>
                <a:latin typeface="Consolas" panose="020B0609020204030204" pitchFamily="49" charset="0"/>
              </a:rPr>
              <a:t>9</a:t>
            </a:r>
            <a:endParaRPr lang="zh-CN" altLang="en-US" sz="1600" strike="noStrike" noProof="1">
              <a:solidFill>
                <a:srgbClr val="00B0F0"/>
              </a:solidFill>
              <a:latin typeface="Consolas" panose="020B0609020204030204" pitchFamily="49" charset="0"/>
            </a:endParaRPr>
          </a:p>
          <a:p>
            <a:pPr marL="0" indent="0" fontAlgn="base">
              <a:buFontTx/>
              <a:buNone/>
            </a:pPr>
            <a:r>
              <a:rPr lang="zh-CN" altLang="en-US" sz="1600" strike="noStrike" noProof="1">
                <a:latin typeface="Consolas" panose="020B0609020204030204" pitchFamily="49" charset="0"/>
              </a:rPr>
              <a:t>&gt;&gt;&gt; x = 'a1@中国'</a:t>
            </a:r>
            <a:endParaRPr lang="zh-CN" altLang="en-US" sz="1600" strike="noStrike" noProof="1">
              <a:latin typeface="Consolas" panose="020B0609020204030204" pitchFamily="49" charset="0"/>
            </a:endParaRPr>
          </a:p>
          <a:p>
            <a:pPr marL="0" indent="0" fontAlgn="base">
              <a:buFontTx/>
              <a:buNone/>
            </a:pPr>
            <a:r>
              <a:rPr lang="zh-CN" altLang="en-US" sz="1600" strike="noStrike" noProof="1">
                <a:latin typeface="Consolas" panose="020B0609020204030204" pitchFamily="49" charset="0"/>
              </a:rPr>
              <a:t>&gt;&gt;&gt; len(x.encode())</a:t>
            </a:r>
            <a:endParaRPr lang="zh-CN" altLang="en-US" sz="1600" strike="noStrike" noProof="1">
              <a:latin typeface="Consolas" panose="020B0609020204030204" pitchFamily="49" charset="0"/>
            </a:endParaRPr>
          </a:p>
          <a:p>
            <a:pPr marL="0" indent="0" fontAlgn="base">
              <a:buFontTx/>
              <a:buNone/>
            </a:pPr>
            <a:r>
              <a:rPr lang="zh-CN" altLang="en-US" sz="1600" strike="noStrike" noProof="1">
                <a:solidFill>
                  <a:srgbClr val="00B0F0"/>
                </a:solidFill>
                <a:latin typeface="Consolas" panose="020B0609020204030204" pitchFamily="49" charset="0"/>
              </a:rPr>
              <a:t>9</a:t>
            </a:r>
            <a:endParaRPr lang="zh-CN" altLang="en-US" sz="1600" strike="noStrike" noProof="1">
              <a:solidFill>
                <a:srgbClr val="00B0F0"/>
              </a:solidFill>
              <a:latin typeface="Consolas" panose="020B0609020204030204" pitchFamily="49" charset="0"/>
            </a:endParaRPr>
          </a:p>
        </p:txBody>
      </p:sp>
      <p:pic>
        <p:nvPicPr>
          <p:cNvPr id="14340" name="图片 3" descr="qrcode_for_gh_6f2df669dea9_1280"/>
          <p:cNvPicPr>
            <a:picLocks noChangeAspect="1"/>
          </p:cNvPicPr>
          <p:nvPr userDrawn="1"/>
        </p:nvPicPr>
        <p:blipFill>
          <a:blip r:embed="rId1"/>
          <a:stretch>
            <a:fillRect/>
          </a:stretch>
        </p:blipFill>
        <p:spPr>
          <a:xfrm>
            <a:off x="7767955" y="3934460"/>
            <a:ext cx="1318895" cy="1183640"/>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70" y="4287"/>
            <a:ext cx="9140825" cy="924563"/>
          </a:xfrm>
        </p:spPr>
        <p:txBody>
          <a:bodyPr/>
          <a:lstStyle/>
          <a:p>
            <a:pPr fontAlgn="base"/>
            <a:r>
              <a:rPr lang="en-US" strike="noStrike" noProof="1"/>
              <a:t>7.3.3  </a:t>
            </a:r>
            <a:r>
              <a:rPr lang="zh-CN" altLang="en-US" strike="noStrike" noProof="1"/>
              <a:t>补充：</a:t>
            </a:r>
            <a:r>
              <a:rPr lang="zh-CN" altLang="en-US" strike="noStrike" noProof="1"/>
              <a:t>使用</a:t>
            </a:r>
            <a:r>
              <a:rPr lang="en-US" altLang="zh-CN" strike="noStrike" noProof="1"/>
              <a:t>shelve</a:t>
            </a:r>
            <a:r>
              <a:rPr lang="zh-CN" altLang="en-US" strike="noStrike" noProof="1"/>
              <a:t>序列化</a:t>
            </a:r>
            <a:endParaRPr lang="zh-CN" altLang="en-US" strike="noStrike" noProof="1"/>
          </a:p>
        </p:txBody>
      </p:sp>
      <p:sp>
        <p:nvSpPr>
          <p:cNvPr id="3" name="Content Placeholder 2"/>
          <p:cNvSpPr>
            <a:spLocks noGrp="1"/>
          </p:cNvSpPr>
          <p:nvPr>
            <p:ph idx="1"/>
          </p:nvPr>
        </p:nvSpPr>
        <p:spPr>
          <a:xfrm>
            <a:off x="293370" y="1186815"/>
            <a:ext cx="8345805" cy="3395345"/>
          </a:xfrm>
        </p:spPr>
        <p:txBody>
          <a:bodyPr/>
          <a:lstStyle/>
          <a:p>
            <a:pPr eaLnBrk="1" latinLnBrk="0" hangingPunct="1">
              <a:lnSpc>
                <a:spcPct val="150000"/>
              </a:lnSpc>
              <a:spcBef>
                <a:spcPts val="0"/>
              </a:spcBef>
              <a:buFont typeface="Wingdings" panose="05000000000000000000" charset="0"/>
              <a:buChar char="§"/>
            </a:pPr>
            <a:r>
              <a:rPr lang="en-US" sz="1800" strike="noStrike" noProof="1">
                <a:latin typeface="+mn-ea"/>
              </a:rPr>
              <a:t>Python标准库shelve也提供了二进制文件操作的功能，可以像</a:t>
            </a:r>
            <a:r>
              <a:rPr lang="en-US" sz="1800" strike="noStrike" noProof="1">
                <a:solidFill>
                  <a:srgbClr val="FF0000"/>
                </a:solidFill>
                <a:latin typeface="+mn-ea"/>
              </a:rPr>
              <a:t>字典</a:t>
            </a:r>
            <a:r>
              <a:rPr lang="en-US" sz="1800" strike="noStrike" noProof="1">
                <a:latin typeface="+mn-ea"/>
              </a:rPr>
              <a:t>赋值一样来写入二进制文件，也可以像字典一样读取二进制文件。</a:t>
            </a:r>
            <a:endParaRPr lang="en-US" sz="1800" strike="noStrike" noProof="1">
              <a:latin typeface="+mn-ea"/>
            </a:endParaRPr>
          </a:p>
          <a:p>
            <a:pPr marL="0" indent="0" fontAlgn="base">
              <a:buFontTx/>
              <a:buNone/>
            </a:pPr>
            <a:endParaRPr lang="en-US" sz="1350" strike="noStrike" noProof="1">
              <a:latin typeface="Times New Roman" panose="02020603050405020304" pitchFamily="18" charset="0"/>
            </a:endParaRPr>
          </a:p>
          <a:p>
            <a:pPr marL="0" indent="0" fontAlgn="base">
              <a:buFontTx/>
              <a:buNone/>
            </a:pPr>
            <a:r>
              <a:rPr lang="en-US" sz="1600" strike="noStrike" noProof="1">
                <a:latin typeface="Consolas" panose="020B0609020204030204" pitchFamily="49" charset="0"/>
              </a:rPr>
              <a:t>&gt;&gt;&gt; import shelve</a:t>
            </a:r>
            <a:endParaRPr lang="en-US" sz="1600" strike="noStrike" noProof="1">
              <a:latin typeface="Consolas" panose="020B0609020204030204" pitchFamily="49" charset="0"/>
            </a:endParaRPr>
          </a:p>
          <a:p>
            <a:pPr marL="0" indent="0" fontAlgn="base">
              <a:buFontTx/>
              <a:buNone/>
            </a:pPr>
            <a:r>
              <a:rPr lang="en-US" sz="1600" strike="noStrike" noProof="1">
                <a:latin typeface="Consolas" panose="020B0609020204030204" pitchFamily="49" charset="0"/>
              </a:rPr>
              <a:t>&gt;&gt;&gt; zhangsan = {'age':38, 'sex':'Male', 'address':'SDIBT'}</a:t>
            </a:r>
            <a:endParaRPr lang="en-US" sz="1600" strike="noStrike" noProof="1">
              <a:latin typeface="Consolas" panose="020B0609020204030204" pitchFamily="49" charset="0"/>
            </a:endParaRPr>
          </a:p>
          <a:p>
            <a:pPr marL="0" indent="0" fontAlgn="base">
              <a:buFontTx/>
              <a:buNone/>
            </a:pPr>
            <a:r>
              <a:rPr lang="en-US" sz="1600" strike="noStrike" noProof="1">
                <a:latin typeface="Consolas" panose="020B0609020204030204" pitchFamily="49" charset="0"/>
              </a:rPr>
              <a:t>&gt;&gt;&gt; lisi = {'age':40, 'sex':'Male', 'qq':'1234567', 'tel':'7654321'}</a:t>
            </a:r>
            <a:endParaRPr lang="en-US" sz="1600" strike="noStrike" noProof="1">
              <a:latin typeface="Consolas" panose="020B0609020204030204" pitchFamily="49" charset="0"/>
            </a:endParaRPr>
          </a:p>
          <a:p>
            <a:pPr marL="0" indent="0" fontAlgn="base">
              <a:buFontTx/>
              <a:buNone/>
            </a:pPr>
            <a:r>
              <a:rPr lang="en-US" sz="1600" strike="noStrike" noProof="1">
                <a:latin typeface="Consolas" panose="020B0609020204030204" pitchFamily="49" charset="0"/>
              </a:rPr>
              <a:t>&gt;&gt;&gt; with shelve.open('shelve_test.dat') as fp:</a:t>
            </a:r>
            <a:endParaRPr lang="en-US" sz="1600" strike="noStrike" noProof="1">
              <a:latin typeface="Consolas" panose="020B0609020204030204" pitchFamily="49" charset="0"/>
            </a:endParaRPr>
          </a:p>
          <a:p>
            <a:pPr marL="0" indent="0" fontAlgn="base">
              <a:buFontTx/>
              <a:buNone/>
            </a:pPr>
            <a:r>
              <a:rPr lang="en-US" sz="1600" strike="noStrike" noProof="1">
                <a:latin typeface="Consolas" panose="020B0609020204030204" pitchFamily="49" charset="0"/>
                <a:sym typeface="+mn-ea"/>
              </a:rPr>
              <a:t>    </a:t>
            </a:r>
            <a:r>
              <a:rPr lang="en-US" sz="1600" strike="noStrike" noProof="1">
                <a:latin typeface="Consolas" panose="020B0609020204030204" pitchFamily="49" charset="0"/>
              </a:rPr>
              <a:t>fp['zhangsan'] = zhangsan      # </a:t>
            </a:r>
            <a:r>
              <a:rPr lang="zh-CN" altLang="en-US" sz="1600" strike="noStrike" noProof="1">
                <a:latin typeface="Consolas" panose="020B0609020204030204" pitchFamily="49" charset="0"/>
              </a:rPr>
              <a:t>像操作</a:t>
            </a:r>
            <a:r>
              <a:rPr lang="en-US" sz="1600" strike="noStrike" noProof="1">
                <a:latin typeface="Consolas" panose="020B0609020204030204" pitchFamily="49" charset="0"/>
              </a:rPr>
              <a:t>字典</a:t>
            </a:r>
            <a:r>
              <a:rPr lang="zh-CN" altLang="en-US" sz="1600" strike="noStrike" noProof="1">
                <a:latin typeface="Consolas" panose="020B0609020204030204" pitchFamily="49" charset="0"/>
              </a:rPr>
              <a:t>一样</a:t>
            </a:r>
            <a:r>
              <a:rPr lang="en-US" sz="1600" strike="noStrike" noProof="1">
                <a:latin typeface="Consolas" panose="020B0609020204030204" pitchFamily="49" charset="0"/>
              </a:rPr>
              <a:t>把数据写入文件</a:t>
            </a:r>
            <a:endParaRPr lang="en-US" sz="1600" strike="noStrike" noProof="1">
              <a:latin typeface="Consolas" panose="020B0609020204030204" pitchFamily="49" charset="0"/>
            </a:endParaRPr>
          </a:p>
          <a:p>
            <a:pPr marL="0" indent="0" fontAlgn="base">
              <a:buFontTx/>
              <a:buNone/>
            </a:pPr>
            <a:r>
              <a:rPr lang="en-US" sz="1600" strike="noStrike" noProof="1">
                <a:latin typeface="Consolas" panose="020B0609020204030204" pitchFamily="49" charset="0"/>
                <a:sym typeface="+mn-ea"/>
              </a:rPr>
              <a:t>    </a:t>
            </a:r>
            <a:r>
              <a:rPr lang="en-US" sz="1600" strike="noStrike" noProof="1">
                <a:latin typeface="Consolas" panose="020B0609020204030204" pitchFamily="49" charset="0"/>
              </a:rPr>
              <a:t>fp['lisi'] = lisi</a:t>
            </a:r>
            <a:endParaRPr lang="en-US" sz="1600" strike="noStrike" noProof="1">
              <a:latin typeface="Consolas" panose="020B0609020204030204" pitchFamily="49" charset="0"/>
            </a:endParaRPr>
          </a:p>
          <a:p>
            <a:pPr marL="0" indent="0" fontAlgn="base">
              <a:buFontTx/>
              <a:buNone/>
            </a:pPr>
            <a:r>
              <a:rPr lang="en-US" sz="1600" strike="noStrike" noProof="1">
                <a:latin typeface="Consolas" panose="020B0609020204030204" pitchFamily="49" charset="0"/>
                <a:sym typeface="+mn-ea"/>
              </a:rPr>
              <a:t>    </a:t>
            </a:r>
            <a:r>
              <a:rPr lang="en-US" sz="1600" strike="noStrike" noProof="1">
                <a:latin typeface="Consolas" panose="020B0609020204030204" pitchFamily="49" charset="0"/>
              </a:rPr>
              <a:t>for i in range(5):</a:t>
            </a:r>
            <a:endParaRPr lang="en-US" sz="1600" strike="noStrike" noProof="1">
              <a:latin typeface="Consolas" panose="020B0609020204030204" pitchFamily="49" charset="0"/>
            </a:endParaRPr>
          </a:p>
          <a:p>
            <a:pPr marL="0" indent="0" fontAlgn="base">
              <a:buFontTx/>
              <a:buNone/>
            </a:pPr>
            <a:r>
              <a:rPr lang="en-US" sz="1600" strike="noStrike" noProof="1">
                <a:latin typeface="Consolas" panose="020B0609020204030204" pitchFamily="49" charset="0"/>
                <a:sym typeface="+mn-ea"/>
              </a:rPr>
              <a:t>        </a:t>
            </a:r>
            <a:r>
              <a:rPr lang="en-US" sz="1600" strike="noStrike" noProof="1">
                <a:latin typeface="Consolas" panose="020B0609020204030204" pitchFamily="49" charset="0"/>
              </a:rPr>
              <a:t>fp[str(i)] = str(i)</a:t>
            </a:r>
            <a:endParaRPr lang="en-US" sz="1600" strike="noStrike" noProof="1">
              <a:latin typeface="Consolas" panose="020B0609020204030204"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Content Placeholder 2"/>
          <p:cNvSpPr>
            <a:spLocks noGrp="1"/>
          </p:cNvSpPr>
          <p:nvPr>
            <p:ph idx="1"/>
          </p:nvPr>
        </p:nvSpPr>
        <p:spPr/>
        <p:txBody>
          <a:bodyPr wrap="square" lIns="68591" tIns="34295" rIns="68591" bIns="34295" anchor="t"/>
          <a:p>
            <a:pPr marL="0" indent="0">
              <a:buNone/>
            </a:pPr>
            <a:r>
              <a:rPr lang="en-US" altLang="en-US" sz="1600">
                <a:latin typeface="Consolas" panose="020B0609020204030204" pitchFamily="49" charset="0"/>
              </a:rPr>
              <a:t>&gt;&gt;&gt; with shelve.open('shelve_test.dat') as fp:</a:t>
            </a:r>
            <a:endParaRPr lang="en-US" altLang="en-US" sz="1600">
              <a:latin typeface="Consolas" panose="020B0609020204030204" pitchFamily="49" charset="0"/>
            </a:endParaRPr>
          </a:p>
          <a:p>
            <a:pPr marL="0" indent="0">
              <a:buNone/>
            </a:pPr>
            <a:r>
              <a:rPr lang="en-US" altLang="en-US" sz="1600">
                <a:latin typeface="Times New Roman" panose="02020603050405020304" pitchFamily="18" charset="0"/>
              </a:rPr>
              <a:t>        </a:t>
            </a:r>
            <a:r>
              <a:rPr lang="en-US" altLang="en-US" sz="1600">
                <a:latin typeface="Consolas" panose="020B0609020204030204" pitchFamily="49" charset="0"/>
              </a:rPr>
              <a:t>print(fp['zhangsan'])                 #读取并显示文件内容</a:t>
            </a:r>
            <a:endParaRPr lang="en-US" altLang="en-US" sz="1600">
              <a:latin typeface="Consolas" panose="020B0609020204030204" pitchFamily="49" charset="0"/>
            </a:endParaRPr>
          </a:p>
          <a:p>
            <a:pPr marL="0" indent="0">
              <a:buNone/>
            </a:pPr>
            <a:r>
              <a:rPr lang="en-US" altLang="en-US" sz="1600">
                <a:latin typeface="Times New Roman" panose="02020603050405020304" pitchFamily="18" charset="0"/>
              </a:rPr>
              <a:t>        </a:t>
            </a:r>
            <a:r>
              <a:rPr lang="en-US" altLang="en-US" sz="1600">
                <a:latin typeface="Consolas" panose="020B0609020204030204" pitchFamily="49" charset="0"/>
              </a:rPr>
              <a:t>print(fp['zhangsan']['age'])</a:t>
            </a:r>
            <a:endParaRPr lang="en-US" altLang="en-US" sz="1600">
              <a:latin typeface="Consolas" panose="020B0609020204030204" pitchFamily="49" charset="0"/>
            </a:endParaRPr>
          </a:p>
          <a:p>
            <a:pPr marL="0" indent="0">
              <a:buNone/>
            </a:pPr>
            <a:r>
              <a:rPr lang="en-US" altLang="en-US" sz="1600">
                <a:latin typeface="Times New Roman" panose="02020603050405020304" pitchFamily="18" charset="0"/>
              </a:rPr>
              <a:t>        </a:t>
            </a:r>
            <a:r>
              <a:rPr lang="en-US" altLang="en-US" sz="1600">
                <a:latin typeface="Consolas" panose="020B0609020204030204" pitchFamily="49" charset="0"/>
              </a:rPr>
              <a:t>print(fp['lisi']['qq'])</a:t>
            </a:r>
            <a:endParaRPr lang="en-US" altLang="en-US" sz="1600">
              <a:latin typeface="Consolas" panose="020B0609020204030204" pitchFamily="49" charset="0"/>
            </a:endParaRPr>
          </a:p>
          <a:p>
            <a:pPr marL="0" indent="0">
              <a:buNone/>
            </a:pPr>
            <a:r>
              <a:rPr lang="en-US" altLang="en-US" sz="1600">
                <a:latin typeface="Times New Roman" panose="02020603050405020304" pitchFamily="18" charset="0"/>
              </a:rPr>
              <a:t>        </a:t>
            </a:r>
            <a:r>
              <a:rPr lang="en-US" altLang="en-US" sz="1600">
                <a:latin typeface="Consolas" panose="020B0609020204030204" pitchFamily="49" charset="0"/>
              </a:rPr>
              <a:t>print(fp['3'])</a:t>
            </a:r>
            <a:endParaRPr lang="en-US" altLang="en-US" sz="1600">
              <a:latin typeface="Consolas" panose="020B0609020204030204" pitchFamily="49" charset="0"/>
            </a:endParaRPr>
          </a:p>
          <a:p>
            <a:pPr marL="0" indent="0">
              <a:buNone/>
            </a:pPr>
            <a:endParaRPr lang="en-US" altLang="en-US" sz="1600">
              <a:latin typeface="Consolas" panose="020B0609020204030204" pitchFamily="49" charset="0"/>
            </a:endParaRPr>
          </a:p>
          <a:p>
            <a:pPr marL="0" indent="0">
              <a:buNone/>
            </a:pPr>
            <a:r>
              <a:rPr lang="en-US" altLang="en-US" sz="1600">
                <a:solidFill>
                  <a:srgbClr val="00B0F0"/>
                </a:solidFill>
                <a:latin typeface="Consolas" panose="020B0609020204030204" pitchFamily="49" charset="0"/>
              </a:rPr>
              <a:t>{'sex': 'Male', 'address': 'SDIBT', 'age': 38}</a:t>
            </a:r>
            <a:endParaRPr lang="en-US" altLang="en-US" sz="1600">
              <a:solidFill>
                <a:srgbClr val="00B0F0"/>
              </a:solidFill>
              <a:latin typeface="Consolas" panose="020B0609020204030204" pitchFamily="49" charset="0"/>
            </a:endParaRPr>
          </a:p>
          <a:p>
            <a:pPr marL="0" indent="0">
              <a:buNone/>
            </a:pPr>
            <a:r>
              <a:rPr lang="en-US" altLang="en-US" sz="1600">
                <a:solidFill>
                  <a:srgbClr val="00B0F0"/>
                </a:solidFill>
                <a:latin typeface="Consolas" panose="020B0609020204030204" pitchFamily="49" charset="0"/>
              </a:rPr>
              <a:t>38</a:t>
            </a:r>
            <a:endParaRPr lang="en-US" altLang="en-US" sz="1600">
              <a:solidFill>
                <a:srgbClr val="00B0F0"/>
              </a:solidFill>
              <a:latin typeface="Consolas" panose="020B0609020204030204" pitchFamily="49" charset="0"/>
            </a:endParaRPr>
          </a:p>
          <a:p>
            <a:pPr marL="0" indent="0">
              <a:buNone/>
            </a:pPr>
            <a:r>
              <a:rPr lang="en-US" altLang="en-US" sz="1600">
                <a:solidFill>
                  <a:srgbClr val="00B0F0"/>
                </a:solidFill>
                <a:latin typeface="Consolas" panose="020B0609020204030204" pitchFamily="49" charset="0"/>
              </a:rPr>
              <a:t>1234567</a:t>
            </a:r>
            <a:endParaRPr lang="en-US" altLang="en-US" sz="1600">
              <a:solidFill>
                <a:srgbClr val="00B0F0"/>
              </a:solidFill>
              <a:latin typeface="Consolas" panose="020B0609020204030204" pitchFamily="49" charset="0"/>
            </a:endParaRPr>
          </a:p>
          <a:p>
            <a:pPr marL="0" indent="0">
              <a:buNone/>
            </a:pPr>
            <a:r>
              <a:rPr lang="en-US" altLang="en-US" sz="1600">
                <a:solidFill>
                  <a:srgbClr val="00B0F0"/>
                </a:solidFill>
                <a:latin typeface="Consolas" panose="020B0609020204030204" pitchFamily="49" charset="0"/>
              </a:rPr>
              <a:t>3</a:t>
            </a:r>
            <a:endParaRPr lang="en-US" altLang="en-US" sz="1600">
              <a:solidFill>
                <a:srgbClr val="00B0F0"/>
              </a:solidFill>
              <a:latin typeface="Consolas" panose="020B0609020204030204" pitchFamily="49" charset="0"/>
            </a:endParaRPr>
          </a:p>
        </p:txBody>
      </p:sp>
      <p:sp>
        <p:nvSpPr>
          <p:cNvPr id="4" name="Title 3"/>
          <p:cNvSpPr>
            <a:spLocks noGrp="1"/>
          </p:cNvSpPr>
          <p:nvPr>
            <p:ph type="title"/>
          </p:nvPr>
        </p:nvSpPr>
        <p:spPr>
          <a:xfrm>
            <a:off x="-1270" y="4287"/>
            <a:ext cx="9140825" cy="924563"/>
          </a:xfrm>
        </p:spPr>
        <p:txBody>
          <a:bodyPr/>
          <a:lstStyle/>
          <a:p>
            <a:pPr fontAlgn="base"/>
            <a:r>
              <a:rPr lang="en-US" strike="noStrike" noProof="1"/>
              <a:t>7.3.3  </a:t>
            </a:r>
            <a:r>
              <a:rPr lang="zh-CN" altLang="en-US" strike="noStrike" noProof="1"/>
              <a:t>补充：</a:t>
            </a:r>
            <a:r>
              <a:rPr lang="zh-CN" altLang="en-US" strike="noStrike" noProof="1"/>
              <a:t>使用</a:t>
            </a:r>
            <a:r>
              <a:rPr lang="en-US" altLang="zh-CN" strike="noStrike" noProof="1"/>
              <a:t>shelve</a:t>
            </a:r>
            <a:r>
              <a:rPr lang="zh-CN" altLang="en-US" strike="noStrike" noProof="1"/>
              <a:t>序列化</a:t>
            </a:r>
            <a:endParaRPr lang="zh-CN" altLang="en-US" strike="noStrike" noProof="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70" y="4287"/>
            <a:ext cx="9140825" cy="924563"/>
          </a:xfrm>
        </p:spPr>
        <p:txBody>
          <a:bodyPr/>
          <a:lstStyle/>
          <a:p>
            <a:pPr fontAlgn="base"/>
            <a:r>
              <a:rPr lang="en-US" strike="noStrike" noProof="1"/>
              <a:t>7.3.4  </a:t>
            </a:r>
            <a:r>
              <a:rPr lang="zh-CN" altLang="en-US" strike="noStrike" noProof="1"/>
              <a:t>补充：</a:t>
            </a:r>
            <a:r>
              <a:rPr lang="zh-CN" altLang="en-US" strike="noStrike" noProof="1"/>
              <a:t>使用</a:t>
            </a:r>
            <a:r>
              <a:rPr lang="en-US" altLang="zh-CN" strike="noStrike" noProof="1"/>
              <a:t>marshal</a:t>
            </a:r>
            <a:r>
              <a:rPr lang="zh-CN" altLang="en-US" strike="noStrike" noProof="1"/>
              <a:t>序列化</a:t>
            </a:r>
            <a:endParaRPr lang="zh-CN" altLang="en-US" strike="noStrike" noProof="1"/>
          </a:p>
        </p:txBody>
      </p:sp>
      <p:sp>
        <p:nvSpPr>
          <p:cNvPr id="64514" name="Content Placeholder 2"/>
          <p:cNvSpPr>
            <a:spLocks noGrp="1"/>
          </p:cNvSpPr>
          <p:nvPr>
            <p:ph idx="1"/>
          </p:nvPr>
        </p:nvSpPr>
        <p:spPr/>
        <p:txBody>
          <a:bodyPr wrap="square" lIns="68591" tIns="34295" rIns="68591" bIns="34295" anchor="t"/>
          <a:p>
            <a:r>
              <a:rPr lang="en-US" altLang="en-US" sz="1800">
                <a:latin typeface="Times New Roman" panose="02020603050405020304" pitchFamily="18" charset="0"/>
              </a:rPr>
              <a:t>Python标准库marshal也可以进行对象的序列化和反序列化。</a:t>
            </a:r>
            <a:endParaRPr lang="en-US" altLang="en-US" sz="1800">
              <a:latin typeface="Times New Roman" panose="02020603050405020304" pitchFamily="18" charset="0"/>
            </a:endParaRPr>
          </a:p>
          <a:p>
            <a:pPr marL="0" indent="0" eaLnBrk="1" latinLnBrk="0" hangingPunct="1">
              <a:spcBef>
                <a:spcPts val="0"/>
              </a:spcBef>
              <a:buNone/>
            </a:pPr>
            <a:r>
              <a:rPr lang="en-US" altLang="en-US" sz="1600">
                <a:latin typeface="Consolas" panose="020B0609020204030204" pitchFamily="49" charset="0"/>
              </a:rPr>
              <a:t>&gt;&gt;&gt; import marshal                              #导入模块</a:t>
            </a:r>
            <a:endParaRPr lang="en-US" altLang="en-US" sz="1600">
              <a:latin typeface="Consolas" panose="020B0609020204030204" pitchFamily="49" charset="0"/>
            </a:endParaRPr>
          </a:p>
          <a:p>
            <a:pPr marL="0" indent="0" eaLnBrk="1" latinLnBrk="0" hangingPunct="1">
              <a:spcBef>
                <a:spcPts val="0"/>
              </a:spcBef>
              <a:buNone/>
            </a:pPr>
            <a:r>
              <a:rPr lang="en-US" altLang="en-US" sz="1600">
                <a:latin typeface="Consolas" panose="020B0609020204030204" pitchFamily="49" charset="0"/>
              </a:rPr>
              <a:t>&gt;&gt;&gt; x1 = 30                                     #待序列化的对象</a:t>
            </a:r>
            <a:endParaRPr lang="en-US" altLang="en-US" sz="1600">
              <a:latin typeface="Consolas" panose="020B0609020204030204" pitchFamily="49" charset="0"/>
            </a:endParaRPr>
          </a:p>
          <a:p>
            <a:pPr marL="0" indent="0" eaLnBrk="1" latinLnBrk="0" hangingPunct="1">
              <a:spcBef>
                <a:spcPts val="0"/>
              </a:spcBef>
              <a:buNone/>
            </a:pPr>
            <a:r>
              <a:rPr lang="en-US" altLang="en-US" sz="1600">
                <a:latin typeface="Consolas" panose="020B0609020204030204" pitchFamily="49" charset="0"/>
              </a:rPr>
              <a:t>&gt;&gt;&gt; x2 = 5.0</a:t>
            </a:r>
            <a:endParaRPr lang="en-US" altLang="en-US" sz="1600">
              <a:latin typeface="Consolas" panose="020B0609020204030204" pitchFamily="49" charset="0"/>
            </a:endParaRPr>
          </a:p>
          <a:p>
            <a:pPr marL="0" indent="0" eaLnBrk="1" latinLnBrk="0" hangingPunct="1">
              <a:spcBef>
                <a:spcPts val="0"/>
              </a:spcBef>
              <a:buNone/>
            </a:pPr>
            <a:r>
              <a:rPr lang="en-US" altLang="en-US" sz="1600">
                <a:latin typeface="Consolas" panose="020B0609020204030204" pitchFamily="49" charset="0"/>
              </a:rPr>
              <a:t>&gt;&gt;&gt; x3 = [1, 2, 3]</a:t>
            </a:r>
            <a:endParaRPr lang="en-US" altLang="en-US" sz="1600">
              <a:latin typeface="Consolas" panose="020B0609020204030204" pitchFamily="49" charset="0"/>
            </a:endParaRPr>
          </a:p>
          <a:p>
            <a:pPr marL="0" indent="0" eaLnBrk="1" latinLnBrk="0" hangingPunct="1">
              <a:spcBef>
                <a:spcPts val="0"/>
              </a:spcBef>
              <a:buNone/>
            </a:pPr>
            <a:r>
              <a:rPr lang="en-US" altLang="en-US" sz="1600">
                <a:latin typeface="Consolas" panose="020B0609020204030204" pitchFamily="49" charset="0"/>
              </a:rPr>
              <a:t>&gt;&gt;&gt; x4 = (4, 5, 6)</a:t>
            </a:r>
            <a:endParaRPr lang="en-US" altLang="en-US" sz="1600">
              <a:latin typeface="Consolas" panose="020B0609020204030204" pitchFamily="49" charset="0"/>
            </a:endParaRPr>
          </a:p>
          <a:p>
            <a:pPr marL="0" indent="0" eaLnBrk="1" latinLnBrk="0" hangingPunct="1">
              <a:spcBef>
                <a:spcPts val="0"/>
              </a:spcBef>
              <a:buNone/>
            </a:pPr>
            <a:r>
              <a:rPr lang="en-US" altLang="en-US" sz="1600">
                <a:latin typeface="Consolas" panose="020B0609020204030204" pitchFamily="49" charset="0"/>
              </a:rPr>
              <a:t>&gt;&gt;&gt; x5 = {'a':1, 'b':2, 'c':3}</a:t>
            </a:r>
            <a:endParaRPr lang="en-US" altLang="en-US" sz="1600">
              <a:latin typeface="Consolas" panose="020B0609020204030204" pitchFamily="49" charset="0"/>
            </a:endParaRPr>
          </a:p>
          <a:p>
            <a:pPr marL="0" indent="0" eaLnBrk="1" latinLnBrk="0" hangingPunct="1">
              <a:spcBef>
                <a:spcPts val="0"/>
              </a:spcBef>
              <a:buNone/>
            </a:pPr>
            <a:r>
              <a:rPr lang="en-US" altLang="en-US" sz="1600">
                <a:latin typeface="Consolas" panose="020B0609020204030204" pitchFamily="49" charset="0"/>
              </a:rPr>
              <a:t>&gt;&gt;&gt; x6 = {7, 8, 9}</a:t>
            </a:r>
            <a:endParaRPr lang="en-US" altLang="en-US" sz="1600">
              <a:latin typeface="Consolas" panose="020B0609020204030204" pitchFamily="49" charset="0"/>
            </a:endParaRPr>
          </a:p>
          <a:p>
            <a:pPr marL="0" indent="0" eaLnBrk="1" latinLnBrk="0" hangingPunct="1">
              <a:spcBef>
                <a:spcPts val="0"/>
              </a:spcBef>
              <a:buNone/>
            </a:pPr>
            <a:r>
              <a:rPr lang="en-US" altLang="en-US" sz="1600">
                <a:latin typeface="Consolas" panose="020B0609020204030204" pitchFamily="49" charset="0"/>
              </a:rPr>
              <a:t>&gt;&gt;&gt; x = [eval('x'+str(i)) for i in range(1,7)]  #把</a:t>
            </a:r>
            <a:r>
              <a:rPr lang="zh-CN" altLang="en-US" sz="1600">
                <a:latin typeface="Consolas" panose="020B0609020204030204" pitchFamily="49" charset="0"/>
              </a:rPr>
              <a:t>待</a:t>
            </a:r>
            <a:r>
              <a:rPr lang="en-US" altLang="en-US" sz="1600">
                <a:latin typeface="Consolas" panose="020B0609020204030204" pitchFamily="49" charset="0"/>
              </a:rPr>
              <a:t>序列化</a:t>
            </a:r>
            <a:r>
              <a:rPr lang="zh-CN" altLang="en-US" sz="1600">
                <a:latin typeface="Consolas" panose="020B0609020204030204" pitchFamily="49" charset="0"/>
              </a:rPr>
              <a:t>对象</a:t>
            </a:r>
            <a:r>
              <a:rPr lang="en-US" altLang="en-US" sz="1600">
                <a:latin typeface="Consolas" panose="020B0609020204030204" pitchFamily="49" charset="0"/>
              </a:rPr>
              <a:t>放到列表中</a:t>
            </a:r>
            <a:endParaRPr lang="en-US" altLang="en-US" sz="1600">
              <a:latin typeface="Consolas" panose="020B0609020204030204" pitchFamily="49" charset="0"/>
            </a:endParaRPr>
          </a:p>
          <a:p>
            <a:pPr marL="0" indent="0" eaLnBrk="1" latinLnBrk="0" hangingPunct="1">
              <a:spcBef>
                <a:spcPts val="0"/>
              </a:spcBef>
              <a:buNone/>
            </a:pPr>
            <a:r>
              <a:rPr lang="en-US" altLang="en-US" sz="1600">
                <a:latin typeface="Consolas" panose="020B0609020204030204" pitchFamily="49" charset="0"/>
              </a:rPr>
              <a:t>&gt;&gt;&gt; x</a:t>
            </a:r>
            <a:endParaRPr lang="en-US" altLang="en-US" sz="1600">
              <a:latin typeface="Consolas" panose="020B0609020204030204" pitchFamily="49" charset="0"/>
            </a:endParaRPr>
          </a:p>
          <a:p>
            <a:pPr marL="0" indent="0" eaLnBrk="1" latinLnBrk="0" hangingPunct="1">
              <a:spcBef>
                <a:spcPts val="0"/>
              </a:spcBef>
              <a:buNone/>
            </a:pPr>
            <a:r>
              <a:rPr lang="en-US" altLang="en-US" sz="1600">
                <a:solidFill>
                  <a:srgbClr val="00B0F0"/>
                </a:solidFill>
                <a:latin typeface="Consolas" panose="020B0609020204030204" pitchFamily="49" charset="0"/>
              </a:rPr>
              <a:t>[30, 5.0, [1, 2, 3], (4, 5, 6), {'a': 1, 'b': 2, 'c': 3}, {8, 9, 7}]</a:t>
            </a:r>
            <a:endParaRPr lang="en-US" altLang="en-US" sz="1600">
              <a:solidFill>
                <a:srgbClr val="00B0F0"/>
              </a:solidFill>
              <a:latin typeface="Consolas" panose="020B0609020204030204" pitchFamily="49" charset="0"/>
            </a:endParaRPr>
          </a:p>
          <a:p>
            <a:pPr marL="0" indent="0" eaLnBrk="1" latinLnBrk="0" hangingPunct="1">
              <a:spcBef>
                <a:spcPts val="0"/>
              </a:spcBef>
              <a:buNone/>
            </a:pPr>
            <a:r>
              <a:rPr lang="en-US" altLang="en-US" sz="1600">
                <a:latin typeface="Consolas" panose="020B0609020204030204" pitchFamily="49" charset="0"/>
              </a:rPr>
              <a:t>&gt;&gt;&gt; with open('test.dat', 'wb') as fp:          #创建二进制文件</a:t>
            </a:r>
            <a:endParaRPr lang="en-US" altLang="en-US" sz="1600">
              <a:latin typeface="Consolas" panose="020B0609020204030204" pitchFamily="49" charset="0"/>
            </a:endParaRPr>
          </a:p>
          <a:p>
            <a:pPr marL="0" indent="0" eaLnBrk="1" latinLnBrk="0" hangingPunct="1">
              <a:spcBef>
                <a:spcPts val="0"/>
              </a:spcBef>
              <a:buNone/>
            </a:pPr>
            <a:r>
              <a:rPr lang="en-US" altLang="en-US" sz="1600">
                <a:latin typeface="Consolas" panose="020B0609020204030204" pitchFamily="49" charset="0"/>
              </a:rPr>
              <a:t>    marshal.dump(len(x), fp)                    #先写入对象个数</a:t>
            </a:r>
            <a:endParaRPr lang="en-US" altLang="en-US" sz="1600">
              <a:latin typeface="Consolas" panose="020B0609020204030204" pitchFamily="49" charset="0"/>
            </a:endParaRPr>
          </a:p>
          <a:p>
            <a:pPr marL="0" indent="0" eaLnBrk="1" latinLnBrk="0" hangingPunct="1">
              <a:spcBef>
                <a:spcPts val="0"/>
              </a:spcBef>
              <a:buNone/>
            </a:pPr>
            <a:r>
              <a:rPr lang="en-US" altLang="en-US" sz="1600">
                <a:latin typeface="Consolas" panose="020B0609020204030204" pitchFamily="49" charset="0"/>
              </a:rPr>
              <a:t>    for item in x:</a:t>
            </a:r>
            <a:endParaRPr lang="en-US" altLang="en-US" sz="1600">
              <a:latin typeface="Consolas" panose="020B0609020204030204" pitchFamily="49" charset="0"/>
            </a:endParaRPr>
          </a:p>
          <a:p>
            <a:pPr marL="0" indent="0" eaLnBrk="1" latinLnBrk="0" hangingPunct="1">
              <a:spcBef>
                <a:spcPts val="0"/>
              </a:spcBef>
              <a:buNone/>
            </a:pPr>
            <a:r>
              <a:rPr lang="en-US" altLang="en-US" sz="1600">
                <a:latin typeface="Consolas" panose="020B0609020204030204" pitchFamily="49" charset="0"/>
              </a:rPr>
              <a:t>        marshal.dump(item,fp) </a:t>
            </a:r>
            <a:endParaRPr lang="en-US" altLang="en-US" sz="1600">
              <a:latin typeface="Consolas" panose="020B0609020204030204" pitchFamily="49"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Content Placeholder 2"/>
          <p:cNvSpPr>
            <a:spLocks noGrp="1"/>
          </p:cNvSpPr>
          <p:nvPr>
            <p:ph idx="1"/>
          </p:nvPr>
        </p:nvSpPr>
        <p:spPr/>
        <p:txBody>
          <a:bodyPr wrap="square" lIns="68591" tIns="34295" rIns="68591" bIns="34295" anchor="t"/>
          <a:p>
            <a:pPr marL="0" indent="0">
              <a:buNone/>
            </a:pPr>
            <a:r>
              <a:rPr lang="en-US" altLang="en-US" sz="1600">
                <a:latin typeface="Consolas" panose="020B0609020204030204" pitchFamily="49" charset="0"/>
              </a:rPr>
              <a:t>&gt;&gt;&gt; with open('test.dat', 'rb') as fp:    #打开二进制文件</a:t>
            </a:r>
            <a:endParaRPr lang="en-US" altLang="en-US" sz="1600">
              <a:latin typeface="Consolas" panose="020B0609020204030204" pitchFamily="49" charset="0"/>
            </a:endParaRPr>
          </a:p>
          <a:p>
            <a:pPr marL="0" indent="0">
              <a:buNone/>
            </a:pPr>
            <a:r>
              <a:rPr lang="en-US" altLang="en-US" sz="1600">
                <a:latin typeface="Consolas" panose="020B0609020204030204" pitchFamily="49" charset="0"/>
              </a:rPr>
              <a:t>    n = marshal.load(fp)                  #获取对象个数</a:t>
            </a:r>
            <a:endParaRPr lang="en-US" altLang="en-US" sz="1600">
              <a:latin typeface="Consolas" panose="020B0609020204030204" pitchFamily="49" charset="0"/>
            </a:endParaRPr>
          </a:p>
          <a:p>
            <a:pPr marL="0" indent="0">
              <a:buNone/>
            </a:pPr>
            <a:r>
              <a:rPr lang="en-US" altLang="en-US" sz="1600">
                <a:latin typeface="Consolas" panose="020B0609020204030204" pitchFamily="49" charset="0"/>
                <a:sym typeface="+mn-ea"/>
              </a:rPr>
              <a:t>        </a:t>
            </a:r>
            <a:r>
              <a:rPr lang="en-US" altLang="en-US" sz="1600">
                <a:latin typeface="Consolas" panose="020B0609020204030204" pitchFamily="49" charset="0"/>
              </a:rPr>
              <a:t>for i in range(n):</a:t>
            </a:r>
            <a:endParaRPr lang="en-US" altLang="en-US" sz="1600">
              <a:latin typeface="Consolas" panose="020B0609020204030204" pitchFamily="49" charset="0"/>
            </a:endParaRPr>
          </a:p>
          <a:p>
            <a:pPr marL="0" indent="0">
              <a:buNone/>
            </a:pPr>
            <a:r>
              <a:rPr lang="en-US" altLang="en-US" sz="1600">
                <a:latin typeface="Consolas" panose="020B0609020204030204" pitchFamily="49" charset="0"/>
                <a:sym typeface="+mn-ea"/>
              </a:rPr>
              <a:t>            </a:t>
            </a:r>
            <a:r>
              <a:rPr lang="en-US" altLang="en-US" sz="1600">
                <a:latin typeface="Consolas" panose="020B0609020204030204" pitchFamily="49" charset="0"/>
              </a:rPr>
              <a:t>print(marshal.load(fp))       #反序列化，输出结果</a:t>
            </a:r>
            <a:endParaRPr lang="en-US" altLang="en-US" sz="1600">
              <a:latin typeface="Consolas" panose="020B0609020204030204" pitchFamily="49" charset="0"/>
            </a:endParaRPr>
          </a:p>
          <a:p>
            <a:pPr marL="0" indent="0">
              <a:buNone/>
            </a:pPr>
            <a:endParaRPr lang="en-US" altLang="en-US" sz="1600">
              <a:latin typeface="Consolas" panose="020B0609020204030204" pitchFamily="49" charset="0"/>
            </a:endParaRPr>
          </a:p>
          <a:p>
            <a:pPr marL="0" indent="0">
              <a:buNone/>
            </a:pPr>
            <a:r>
              <a:rPr lang="en-US" altLang="en-US" sz="1600">
                <a:solidFill>
                  <a:srgbClr val="00B0F0"/>
                </a:solidFill>
                <a:latin typeface="Consolas" panose="020B0609020204030204" pitchFamily="49" charset="0"/>
              </a:rPr>
              <a:t>30</a:t>
            </a:r>
            <a:endParaRPr lang="en-US" altLang="en-US" sz="1600">
              <a:solidFill>
                <a:srgbClr val="00B0F0"/>
              </a:solidFill>
              <a:latin typeface="Consolas" panose="020B0609020204030204" pitchFamily="49" charset="0"/>
            </a:endParaRPr>
          </a:p>
          <a:p>
            <a:pPr marL="0" indent="0">
              <a:buNone/>
            </a:pPr>
            <a:r>
              <a:rPr lang="en-US" altLang="en-US" sz="1600">
                <a:solidFill>
                  <a:srgbClr val="00B0F0"/>
                </a:solidFill>
                <a:latin typeface="Consolas" panose="020B0609020204030204" pitchFamily="49" charset="0"/>
              </a:rPr>
              <a:t>5.0</a:t>
            </a:r>
            <a:endParaRPr lang="en-US" altLang="en-US" sz="1600">
              <a:solidFill>
                <a:srgbClr val="00B0F0"/>
              </a:solidFill>
              <a:latin typeface="Consolas" panose="020B0609020204030204" pitchFamily="49" charset="0"/>
            </a:endParaRPr>
          </a:p>
          <a:p>
            <a:pPr marL="0" indent="0">
              <a:buNone/>
            </a:pPr>
            <a:r>
              <a:rPr lang="en-US" altLang="en-US" sz="1600">
                <a:solidFill>
                  <a:srgbClr val="00B0F0"/>
                </a:solidFill>
                <a:latin typeface="Consolas" panose="020B0609020204030204" pitchFamily="49" charset="0"/>
              </a:rPr>
              <a:t>[1, 2, 3]</a:t>
            </a:r>
            <a:endParaRPr lang="en-US" altLang="en-US" sz="1600">
              <a:solidFill>
                <a:srgbClr val="00B0F0"/>
              </a:solidFill>
              <a:latin typeface="Consolas" panose="020B0609020204030204" pitchFamily="49" charset="0"/>
            </a:endParaRPr>
          </a:p>
          <a:p>
            <a:pPr marL="0" indent="0">
              <a:buNone/>
            </a:pPr>
            <a:r>
              <a:rPr lang="en-US" altLang="en-US" sz="1600">
                <a:solidFill>
                  <a:srgbClr val="00B0F0"/>
                </a:solidFill>
                <a:latin typeface="Consolas" panose="020B0609020204030204" pitchFamily="49" charset="0"/>
              </a:rPr>
              <a:t>(4, 5, 6)</a:t>
            </a:r>
            <a:endParaRPr lang="en-US" altLang="en-US" sz="1600">
              <a:solidFill>
                <a:srgbClr val="00B0F0"/>
              </a:solidFill>
              <a:latin typeface="Consolas" panose="020B0609020204030204" pitchFamily="49" charset="0"/>
            </a:endParaRPr>
          </a:p>
          <a:p>
            <a:pPr marL="0" indent="0">
              <a:buNone/>
            </a:pPr>
            <a:r>
              <a:rPr lang="en-US" altLang="en-US" sz="1600">
                <a:solidFill>
                  <a:srgbClr val="00B0F0"/>
                </a:solidFill>
                <a:latin typeface="Consolas" panose="020B0609020204030204" pitchFamily="49" charset="0"/>
              </a:rPr>
              <a:t>{'a': 1, 'b': 2, 'c': 3}</a:t>
            </a:r>
            <a:endParaRPr lang="en-US" altLang="en-US" sz="1600">
              <a:solidFill>
                <a:srgbClr val="00B0F0"/>
              </a:solidFill>
              <a:latin typeface="Consolas" panose="020B0609020204030204" pitchFamily="49" charset="0"/>
            </a:endParaRPr>
          </a:p>
          <a:p>
            <a:pPr marL="0" indent="0">
              <a:buNone/>
            </a:pPr>
            <a:r>
              <a:rPr lang="en-US" altLang="en-US" sz="1600">
                <a:solidFill>
                  <a:srgbClr val="00B0F0"/>
                </a:solidFill>
                <a:latin typeface="Consolas" panose="020B0609020204030204" pitchFamily="49" charset="0"/>
              </a:rPr>
              <a:t>{8, 9, 7}</a:t>
            </a:r>
            <a:endParaRPr lang="en-US" altLang="en-US" sz="1600">
              <a:solidFill>
                <a:srgbClr val="00B0F0"/>
              </a:solidFill>
              <a:latin typeface="Consolas" panose="020B0609020204030204" pitchFamily="49" charset="0"/>
            </a:endParaRPr>
          </a:p>
        </p:txBody>
      </p:sp>
      <p:sp>
        <p:nvSpPr>
          <p:cNvPr id="4" name="Title 3"/>
          <p:cNvSpPr>
            <a:spLocks noGrp="1"/>
          </p:cNvSpPr>
          <p:nvPr>
            <p:ph type="title"/>
          </p:nvPr>
        </p:nvSpPr>
        <p:spPr>
          <a:xfrm>
            <a:off x="-1270" y="4287"/>
            <a:ext cx="9140825" cy="924563"/>
          </a:xfrm>
        </p:spPr>
        <p:txBody>
          <a:bodyPr/>
          <a:lstStyle/>
          <a:p>
            <a:pPr fontAlgn="base"/>
            <a:r>
              <a:rPr lang="en-US" strike="noStrike" noProof="1"/>
              <a:t>7.3.4  </a:t>
            </a:r>
            <a:r>
              <a:rPr lang="zh-CN" altLang="en-US" strike="noStrike" noProof="1"/>
              <a:t>补充：</a:t>
            </a:r>
            <a:r>
              <a:rPr lang="zh-CN" altLang="en-US" strike="noStrike" noProof="1"/>
              <a:t>使用</a:t>
            </a:r>
            <a:r>
              <a:rPr lang="en-US" altLang="zh-CN" strike="noStrike" noProof="1"/>
              <a:t>marshal</a:t>
            </a:r>
            <a:r>
              <a:rPr lang="zh-CN" altLang="en-US" strike="noStrike" noProof="1"/>
              <a:t>序列化</a:t>
            </a:r>
            <a:endParaRPr lang="zh-CN" altLang="en-US" strike="noStrike" noProof="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70" y="4287"/>
            <a:ext cx="9140825" cy="924563"/>
          </a:xfrm>
        </p:spPr>
        <p:txBody>
          <a:bodyPr/>
          <a:lstStyle/>
          <a:p>
            <a:pPr fontAlgn="base"/>
            <a:r>
              <a:rPr lang="en-US" strike="noStrike" noProof="1"/>
              <a:t>7.4.1  os</a:t>
            </a:r>
            <a:r>
              <a:rPr lang="zh-CN" altLang="en-US" strike="noStrike" noProof="1"/>
              <a:t>与</a:t>
            </a:r>
            <a:r>
              <a:rPr lang="en-US" altLang="zh-CN" strike="noStrike" noProof="1"/>
              <a:t>os.path</a:t>
            </a:r>
            <a:r>
              <a:rPr lang="zh-CN" altLang="en-US" strike="noStrike" noProof="1"/>
              <a:t>模块</a:t>
            </a:r>
            <a:endParaRPr lang="zh-CN" altLang="en-US" strike="noStrike" noProof="1"/>
          </a:p>
        </p:txBody>
      </p:sp>
      <p:sp>
        <p:nvSpPr>
          <p:cNvPr id="67586" name="Content Placeholder 2"/>
          <p:cNvSpPr>
            <a:spLocks noGrp="1"/>
          </p:cNvSpPr>
          <p:nvPr>
            <p:ph idx="1"/>
          </p:nvPr>
        </p:nvSpPr>
        <p:spPr/>
        <p:txBody>
          <a:bodyPr wrap="square" lIns="68591" tIns="34295" rIns="68591" bIns="34295" anchor="t"/>
          <a:p>
            <a:r>
              <a:rPr lang="en-US" altLang="en-US" sz="1800"/>
              <a:t>os</a:t>
            </a:r>
            <a:r>
              <a:rPr lang="zh-CN" altLang="en-US" sz="1800"/>
              <a:t>模块常用的文件操作函数</a:t>
            </a:r>
            <a:endParaRPr lang="zh-CN" altLang="en-US" sz="1800"/>
          </a:p>
        </p:txBody>
      </p:sp>
      <p:graphicFrame>
        <p:nvGraphicFramePr>
          <p:cNvPr id="3" name="Table -1"/>
          <p:cNvGraphicFramePr/>
          <p:nvPr/>
        </p:nvGraphicFramePr>
        <p:xfrm>
          <a:off x="441747" y="1592144"/>
          <a:ext cx="7345045" cy="2880995"/>
        </p:xfrm>
        <a:graphic>
          <a:graphicData uri="http://schemas.openxmlformats.org/drawingml/2006/table">
            <a:tbl>
              <a:tblPr firstRow="1" bandRow="1">
                <a:tableStyleId>{5940675A-B579-460E-94D1-54222C63F5DA}</a:tableStyleId>
              </a:tblPr>
              <a:tblGrid>
                <a:gridCol w="3984625"/>
                <a:gridCol w="3360420"/>
              </a:tblGrid>
              <a:tr h="205740">
                <a:tc>
                  <a:txBody>
                    <a:bodyPr/>
                    <a:lstStyle/>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方法</a:t>
                      </a:r>
                      <a:endParaRPr lang="zh-CN" altLang="en-US" sz="135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35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350" b="0" u="none">
                          <a:latin typeface="Calibri" panose="020F0502020204030204" charset="0"/>
                          <a:ea typeface="Calibri" panose="020F0502020204030204" charset="0"/>
                          <a:cs typeface="Calibri" panose="020F0502020204030204" charset="0"/>
                        </a:rPr>
                        <a:t>access(path, mode)</a:t>
                      </a:r>
                      <a:endParaRPr lang="en-US" altLang="zh-CN" sz="1350" b="0" u="none">
                        <a:latin typeface="Calibri" panose="020F0502020204030204" charset="0"/>
                        <a:ea typeface="Calibri" panose="020F0502020204030204" charset="0"/>
                        <a:cs typeface="Calibri" panose="020F0502020204030204" charset="0"/>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测试是否可以按照</a:t>
                      </a:r>
                      <a:r>
                        <a:rPr lang="en-US" altLang="zh-CN" sz="1350" b="0" u="none">
                          <a:latin typeface="宋体" panose="02010600030101010101" pitchFamily="2" charset="-122"/>
                          <a:ea typeface="宋体" panose="02010600030101010101" pitchFamily="2" charset="-122"/>
                          <a:cs typeface="宋体" panose="02010600030101010101" pitchFamily="2" charset="-122"/>
                        </a:rPr>
                        <a:t>mode</a:t>
                      </a:r>
                      <a:r>
                        <a:rPr lang="zh-CN" altLang="en-US" sz="1350" b="0" u="none">
                          <a:latin typeface="宋体" panose="02010600030101010101" pitchFamily="2" charset="-122"/>
                          <a:ea typeface="宋体" panose="02010600030101010101" pitchFamily="2" charset="-122"/>
                          <a:cs typeface="宋体" panose="02010600030101010101" pitchFamily="2" charset="-122"/>
                        </a:rPr>
                        <a:t>指定的权限访问文件</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chdir(path)</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把</a:t>
                      </a:r>
                      <a:r>
                        <a:rPr lang="en-US" altLang="zh-CN" sz="1350" b="0" u="none">
                          <a:latin typeface="宋体" panose="02010600030101010101" pitchFamily="2" charset="-122"/>
                          <a:ea typeface="宋体" panose="02010600030101010101" pitchFamily="2" charset="-122"/>
                          <a:cs typeface="宋体" panose="02010600030101010101" pitchFamily="2" charset="-122"/>
                        </a:rPr>
                        <a:t>path</a:t>
                      </a:r>
                      <a:r>
                        <a:rPr lang="zh-CN" altLang="en-US" sz="1350" b="0" u="none">
                          <a:latin typeface="宋体" panose="02010600030101010101" pitchFamily="2" charset="-122"/>
                          <a:ea typeface="宋体" panose="02010600030101010101" pitchFamily="2" charset="-122"/>
                          <a:cs typeface="宋体" panose="02010600030101010101" pitchFamily="2" charset="-122"/>
                        </a:rPr>
                        <a:t>设为当前工作目录</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1148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chmod(path, mode, *, dir_fd=None, follow_symlinks=True)</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改变文件的访问权限</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curdir</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当前文件夹</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environ</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包含系统环境变量和值的字典</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extsep</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当前操作系统所使用的文件扩展名分隔符</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get_exec_path()</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返回可执行文件的搜索路径</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63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getcwd()</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返回当前工作目录</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350" b="0" u="none">
                          <a:solidFill>
                            <a:srgbClr val="FF0000"/>
                          </a:solidFill>
                          <a:latin typeface="宋体" panose="02010600030101010101" pitchFamily="2" charset="-122"/>
                          <a:ea typeface="宋体" panose="02010600030101010101" pitchFamily="2" charset="-122"/>
                          <a:cs typeface="宋体" panose="02010600030101010101" pitchFamily="2" charset="-122"/>
                        </a:rPr>
                        <a:t>listdir(path)</a:t>
                      </a:r>
                      <a:endParaRPr lang="en-US" altLang="zh-CN" sz="135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solidFill>
                            <a:srgbClr val="FF0000"/>
                          </a:solidFill>
                          <a:latin typeface="宋体" panose="02010600030101010101" pitchFamily="2" charset="-122"/>
                          <a:ea typeface="宋体" panose="02010600030101010101" pitchFamily="2" charset="-122"/>
                          <a:cs typeface="宋体" panose="02010600030101010101" pitchFamily="2" charset="-122"/>
                        </a:rPr>
                        <a:t>返回</a:t>
                      </a:r>
                      <a:r>
                        <a:rPr lang="en-US" altLang="zh-CN" sz="1350" b="0" u="none">
                          <a:solidFill>
                            <a:srgbClr val="FF0000"/>
                          </a:solidFill>
                          <a:latin typeface="宋体" panose="02010600030101010101" pitchFamily="2" charset="-122"/>
                          <a:ea typeface="宋体" panose="02010600030101010101" pitchFamily="2" charset="-122"/>
                          <a:cs typeface="宋体" panose="02010600030101010101" pitchFamily="2" charset="-122"/>
                        </a:rPr>
                        <a:t>path</a:t>
                      </a:r>
                      <a:r>
                        <a:rPr lang="zh-CN" altLang="en-US" sz="1350" b="0" u="none">
                          <a:solidFill>
                            <a:srgbClr val="FF0000"/>
                          </a:solidFill>
                          <a:latin typeface="宋体" panose="02010600030101010101" pitchFamily="2" charset="-122"/>
                          <a:ea typeface="宋体" panose="02010600030101010101" pitchFamily="2" charset="-122"/>
                          <a:cs typeface="宋体" panose="02010600030101010101" pitchFamily="2" charset="-122"/>
                        </a:rPr>
                        <a:t>目录下的文件和目录列表</a:t>
                      </a:r>
                      <a:endParaRPr lang="zh-CN" altLang="en-US" sz="135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1148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open(path, flags, mode=0o777, *, dir_fd=None)</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按照</a:t>
                      </a:r>
                      <a:r>
                        <a:rPr lang="en-US" altLang="zh-CN" sz="1350" b="0" u="none">
                          <a:latin typeface="宋体" panose="02010600030101010101" pitchFamily="2" charset="-122"/>
                          <a:ea typeface="宋体" panose="02010600030101010101" pitchFamily="2" charset="-122"/>
                          <a:cs typeface="宋体" panose="02010600030101010101" pitchFamily="2" charset="-122"/>
                        </a:rPr>
                        <a:t>mode</a:t>
                      </a:r>
                      <a:r>
                        <a:rPr lang="zh-CN" altLang="en-US" sz="1350" b="0" u="none">
                          <a:latin typeface="宋体" panose="02010600030101010101" pitchFamily="2" charset="-122"/>
                          <a:ea typeface="宋体" panose="02010600030101010101" pitchFamily="2" charset="-122"/>
                          <a:cs typeface="宋体" panose="02010600030101010101" pitchFamily="2" charset="-122"/>
                        </a:rPr>
                        <a:t>指定的权限打开文件，默认权限为可读、可写、可执行</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popen(cmd, mode='r', buffering=-1)</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创建进程，启动外部程序</a:t>
                      </a:r>
                      <a:endParaRPr lang="zh-CN" alt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Content Placeholder -1"/>
          <p:cNvGraphicFramePr>
            <a:graphicFrameLocks noGrp="1"/>
          </p:cNvGraphicFramePr>
          <p:nvPr>
            <p:ph idx="1"/>
          </p:nvPr>
        </p:nvGraphicFramePr>
        <p:xfrm>
          <a:off x="421005" y="1200150"/>
          <a:ext cx="8472805" cy="3671570"/>
        </p:xfrm>
        <a:graphic>
          <a:graphicData uri="http://schemas.openxmlformats.org/drawingml/2006/table">
            <a:tbl>
              <a:tblPr firstRow="1" bandRow="1">
                <a:tableStyleId>{5940675A-B579-460E-94D1-54222C63F5DA}</a:tableStyleId>
              </a:tblPr>
              <a:tblGrid>
                <a:gridCol w="3408045"/>
                <a:gridCol w="5064760"/>
              </a:tblGrid>
              <a:tr h="205740">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方法</a:t>
                      </a:r>
                      <a:endParaRPr lang="zh-CN" altLang="en-US"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11480">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remove(path)</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删除指定的文件，要求用户拥有删除文件的权限，并且文件没有只读或其他特殊属性</a:t>
                      </a:r>
                      <a:endPar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11480">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rename(src, dst)</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重命名文件或目录，可以实现文件的移动，若目标文件已存在则抛出异常，不能跨越磁盘或分区</a:t>
                      </a:r>
                      <a:endPar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1148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replace(old, new)</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重命名文件或目录，若目标文件已存在则直接覆盖，不能跨越磁盘或分区</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12115">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scandir(path='.')</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返回包含指定文件夹中所有</a:t>
                      </a:r>
                      <a:r>
                        <a:rPr lang="en-US" altLang="zh-CN" sz="1600" b="0" u="none">
                          <a:latin typeface="宋体" panose="02010600030101010101" pitchFamily="2" charset="-122"/>
                          <a:ea typeface="宋体" panose="02010600030101010101" pitchFamily="2" charset="-122"/>
                          <a:cs typeface="宋体" panose="02010600030101010101" pitchFamily="2" charset="-122"/>
                        </a:rPr>
                        <a:t>DirEntry</a:t>
                      </a:r>
                      <a:r>
                        <a:rPr lang="zh-CN" altLang="en-US" sz="1600" b="0" u="none">
                          <a:latin typeface="宋体" panose="02010600030101010101" pitchFamily="2" charset="-122"/>
                          <a:ea typeface="宋体" panose="02010600030101010101" pitchFamily="2" charset="-122"/>
                          <a:cs typeface="宋体" panose="02010600030101010101" pitchFamily="2" charset="-122"/>
                        </a:rPr>
                        <a:t>对象的迭代对象，遍历文件夹时比</a:t>
                      </a:r>
                      <a:r>
                        <a:rPr lang="en-US" altLang="zh-CN" sz="1600" b="0" u="none">
                          <a:latin typeface="宋体" panose="02010600030101010101" pitchFamily="2" charset="-122"/>
                          <a:ea typeface="宋体" panose="02010600030101010101" pitchFamily="2" charset="-122"/>
                          <a:cs typeface="宋体" panose="02010600030101010101" pitchFamily="2" charset="-122"/>
                        </a:rPr>
                        <a:t>listdir()</a:t>
                      </a:r>
                      <a:r>
                        <a:rPr lang="zh-CN" altLang="en-US" sz="1600" b="0" u="none">
                          <a:latin typeface="宋体" panose="02010600030101010101" pitchFamily="2" charset="-122"/>
                          <a:ea typeface="宋体" panose="02010600030101010101" pitchFamily="2" charset="-122"/>
                          <a:cs typeface="宋体" panose="02010600030101010101" pitchFamily="2" charset="-122"/>
                        </a:rPr>
                        <a:t>更加高效</a:t>
                      </a:r>
                      <a:endParaRPr lang="en-US"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sep</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当前操作系统所使用的路径分隔符</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7810">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startfile(filepath [, operation])</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使用关联的应用程序打开指定文件或启动指定应用程序</a:t>
                      </a:r>
                      <a:endPar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stat(path)</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返回文件的所有属性</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system()</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启动外部程序</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truncate(path, length)</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将文件截断，只保留指定长度的内容</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write(fd, data)</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将</a:t>
                      </a:r>
                      <a:r>
                        <a:rPr lang="en-US" altLang="zh-CN" sz="1600" b="0" u="none">
                          <a:latin typeface="宋体" panose="02010600030101010101" pitchFamily="2" charset="-122"/>
                          <a:ea typeface="宋体" panose="02010600030101010101" pitchFamily="2" charset="-122"/>
                          <a:cs typeface="宋体" panose="02010600030101010101" pitchFamily="2" charset="-122"/>
                        </a:rPr>
                        <a:t>bytes</a:t>
                      </a:r>
                      <a:r>
                        <a:rPr lang="zh-CN" altLang="en-US" sz="1600" b="0" u="none">
                          <a:latin typeface="宋体" panose="02010600030101010101" pitchFamily="2" charset="-122"/>
                          <a:ea typeface="宋体" panose="02010600030101010101" pitchFamily="2" charset="-122"/>
                          <a:cs typeface="宋体" panose="02010600030101010101" pitchFamily="2" charset="-122"/>
                        </a:rPr>
                        <a:t>对象</a:t>
                      </a:r>
                      <a:r>
                        <a:rPr lang="en-US" altLang="zh-CN" sz="1600" b="0" u="none">
                          <a:latin typeface="宋体" panose="02010600030101010101" pitchFamily="2" charset="-122"/>
                          <a:ea typeface="宋体" panose="02010600030101010101" pitchFamily="2" charset="-122"/>
                          <a:cs typeface="宋体" panose="02010600030101010101" pitchFamily="2" charset="-122"/>
                        </a:rPr>
                        <a:t>data</a:t>
                      </a:r>
                      <a:r>
                        <a:rPr lang="zh-CN" altLang="en-US" sz="1600" b="0" u="none">
                          <a:latin typeface="宋体" panose="02010600030101010101" pitchFamily="2" charset="-122"/>
                          <a:ea typeface="宋体" panose="02010600030101010101" pitchFamily="2" charset="-122"/>
                          <a:cs typeface="宋体" panose="02010600030101010101" pitchFamily="2" charset="-122"/>
                        </a:rPr>
                        <a:t>写入文件</a:t>
                      </a:r>
                      <a:r>
                        <a:rPr lang="en-US" altLang="zh-CN" sz="1600" b="0" u="none">
                          <a:latin typeface="宋体" panose="02010600030101010101" pitchFamily="2" charset="-122"/>
                          <a:ea typeface="宋体" panose="02010600030101010101" pitchFamily="2" charset="-122"/>
                          <a:cs typeface="宋体" panose="02010600030101010101" pitchFamily="2" charset="-122"/>
                        </a:rPr>
                        <a:t>fd</a:t>
                      </a:r>
                      <a:endParaRPr lang="en-US" sz="160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 name="Title 4"/>
          <p:cNvSpPr>
            <a:spLocks noGrp="1"/>
          </p:cNvSpPr>
          <p:nvPr>
            <p:ph type="title"/>
          </p:nvPr>
        </p:nvSpPr>
        <p:spPr>
          <a:xfrm>
            <a:off x="-1270" y="4287"/>
            <a:ext cx="9140825" cy="924563"/>
          </a:xfrm>
        </p:spPr>
        <p:txBody>
          <a:bodyPr/>
          <a:lstStyle/>
          <a:p>
            <a:pPr fontAlgn="base"/>
            <a:r>
              <a:rPr lang="en-US" strike="noStrike" noProof="1"/>
              <a:t>7.4.1  os</a:t>
            </a:r>
            <a:r>
              <a:rPr lang="zh-CN" altLang="en-US" strike="noStrike" noProof="1"/>
              <a:t>与</a:t>
            </a:r>
            <a:r>
              <a:rPr lang="en-US" altLang="zh-CN" strike="noStrike" noProof="1"/>
              <a:t>os.path</a:t>
            </a:r>
            <a:r>
              <a:rPr lang="zh-CN" altLang="en-US" strike="noStrike" noProof="1"/>
              <a:t>模块</a:t>
            </a:r>
            <a:endParaRPr lang="zh-CN" altLang="en-US" strike="noStrike" noProof="1"/>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Content Placeholder 2"/>
          <p:cNvSpPr>
            <a:spLocks noGrp="1"/>
          </p:cNvSpPr>
          <p:nvPr>
            <p:ph idx="1"/>
          </p:nvPr>
        </p:nvSpPr>
        <p:spPr/>
        <p:txBody>
          <a:bodyPr wrap="square" lIns="68591" tIns="34295" rIns="68591" bIns="34295" anchor="t"/>
          <a:p>
            <a:r>
              <a:rPr lang="en-US" altLang="en-US" sz="1800"/>
              <a:t>os.path</a:t>
            </a:r>
            <a:r>
              <a:rPr lang="zh-CN" altLang="en-US" sz="1800"/>
              <a:t>常用的文件操作函数</a:t>
            </a:r>
            <a:endParaRPr lang="zh-CN" altLang="en-US" sz="1800"/>
          </a:p>
        </p:txBody>
      </p:sp>
      <p:sp>
        <p:nvSpPr>
          <p:cNvPr id="4" name="Title 3"/>
          <p:cNvSpPr>
            <a:spLocks noGrp="1"/>
          </p:cNvSpPr>
          <p:nvPr>
            <p:ph type="title"/>
          </p:nvPr>
        </p:nvSpPr>
        <p:spPr>
          <a:xfrm>
            <a:off x="-1270" y="4287"/>
            <a:ext cx="9140825" cy="924563"/>
          </a:xfrm>
        </p:spPr>
        <p:txBody>
          <a:bodyPr/>
          <a:lstStyle/>
          <a:p>
            <a:pPr fontAlgn="base"/>
            <a:r>
              <a:rPr lang="en-US" strike="noStrike" noProof="1"/>
              <a:t>7.4.1  os</a:t>
            </a:r>
            <a:r>
              <a:rPr lang="zh-CN" altLang="en-US" strike="noStrike" noProof="1"/>
              <a:t>与</a:t>
            </a:r>
            <a:r>
              <a:rPr lang="en-US" altLang="zh-CN" strike="noStrike" noProof="1"/>
              <a:t>os.path</a:t>
            </a:r>
            <a:r>
              <a:rPr lang="zh-CN" altLang="en-US" strike="noStrike" noProof="1"/>
              <a:t>模块</a:t>
            </a:r>
            <a:endParaRPr lang="zh-CN" altLang="en-US" strike="noStrike" noProof="1"/>
          </a:p>
        </p:txBody>
      </p:sp>
      <p:graphicFrame>
        <p:nvGraphicFramePr>
          <p:cNvPr id="2" name="Table -1"/>
          <p:cNvGraphicFramePr/>
          <p:nvPr/>
        </p:nvGraphicFramePr>
        <p:xfrm>
          <a:off x="457200" y="1659890"/>
          <a:ext cx="7167880" cy="2682240"/>
        </p:xfrm>
        <a:graphic>
          <a:graphicData uri="http://schemas.openxmlformats.org/drawingml/2006/table">
            <a:tbl>
              <a:tblPr firstRow="1" bandRow="1">
                <a:tableStyleId>{5940675A-B579-460E-94D1-54222C63F5DA}</a:tableStyleId>
              </a:tblPr>
              <a:tblGrid>
                <a:gridCol w="2598420"/>
                <a:gridCol w="4569460"/>
              </a:tblGrid>
              <a:tr h="206375">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方法</a:t>
                      </a:r>
                      <a:endParaRPr lang="zh-CN" altLang="en-US"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6375">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abspath(path)</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返回给定路径的绝对路径</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6375">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basename(path)</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返回指定路径的最后一个组成部分</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6375">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commonpath(paths)</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返回给定的多个路径的最长公共路径</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6375">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commonprefix(paths)</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返回给定的多个路径的最长公共前缀</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6375">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dirname(p)</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返回给定路径的文件夹部分</a:t>
                      </a:r>
                      <a:endPar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6375">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exists(path)</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判断文件是否存在</a:t>
                      </a:r>
                      <a:endPar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6375">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getatime(filename)</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返回文件的最后访问时间</a:t>
                      </a:r>
                      <a:endPar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6375">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getctime(filename)</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返回文件的创建时间</a:t>
                      </a:r>
                      <a:endPar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6375">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getmtime(filename)</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返回文件的最后修改时间</a:t>
                      </a:r>
                      <a:endPar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6375">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getsize(filename)</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返回文件的大小</a:t>
                      </a:r>
                      <a:endPar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Table -1"/>
          <p:cNvGraphicFramePr/>
          <p:nvPr/>
        </p:nvGraphicFramePr>
        <p:xfrm>
          <a:off x="384810" y="1301115"/>
          <a:ext cx="8497570" cy="2708275"/>
        </p:xfrm>
        <a:graphic>
          <a:graphicData uri="http://schemas.openxmlformats.org/drawingml/2006/table">
            <a:tbl>
              <a:tblPr firstRow="1" bandRow="1">
                <a:tableStyleId>{5940675A-B579-460E-94D1-54222C63F5DA}</a:tableStyleId>
              </a:tblPr>
              <a:tblGrid>
                <a:gridCol w="1942465"/>
                <a:gridCol w="6555105"/>
              </a:tblGrid>
              <a:tr h="205740">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方法</a:t>
                      </a:r>
                      <a:endParaRPr lang="zh-CN" altLang="en-US"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isabs(path)</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判断</a:t>
                      </a:r>
                      <a:r>
                        <a:rPr lang="en-US" altLang="zh-CN" sz="1600" b="0" u="none">
                          <a:latin typeface="宋体" panose="02010600030101010101" pitchFamily="2" charset="-122"/>
                          <a:ea typeface="宋体" panose="02010600030101010101" pitchFamily="2" charset="-122"/>
                          <a:cs typeface="宋体" panose="02010600030101010101" pitchFamily="2" charset="-122"/>
                        </a:rPr>
                        <a:t>path</a:t>
                      </a:r>
                      <a:r>
                        <a:rPr lang="zh-CN" altLang="en-US" sz="1600" b="0" u="none">
                          <a:latin typeface="宋体" panose="02010600030101010101" pitchFamily="2" charset="-122"/>
                          <a:ea typeface="宋体" panose="02010600030101010101" pitchFamily="2" charset="-122"/>
                          <a:cs typeface="宋体" panose="02010600030101010101" pitchFamily="2" charset="-122"/>
                        </a:rPr>
                        <a:t>是否为绝对路径</a:t>
                      </a:r>
                      <a:endParaRPr lang="en-US" sz="16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isdir(path)</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判断</a:t>
                      </a: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path</a:t>
                      </a: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是否为文件夹</a:t>
                      </a:r>
                      <a:endPar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isfile(path)</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判断</a:t>
                      </a: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path</a:t>
                      </a: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是否为文件</a:t>
                      </a:r>
                      <a:endPar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join(path, *paths)</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连接两个或多个</a:t>
                      </a: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path</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6375">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realpath(path)</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返回给定路径的绝对路径</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relpath(path)</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返回给定路径的相对路径，不能跨越磁盘驱动器或分区</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samefile(f1, f2)</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测试</a:t>
                      </a:r>
                      <a:r>
                        <a:rPr lang="en-US" altLang="zh-CN" sz="1600" b="0" u="none">
                          <a:latin typeface="宋体" panose="02010600030101010101" pitchFamily="2" charset="-122"/>
                          <a:ea typeface="宋体" panose="02010600030101010101" pitchFamily="2" charset="-122"/>
                          <a:cs typeface="宋体" panose="02010600030101010101" pitchFamily="2" charset="-122"/>
                        </a:rPr>
                        <a:t>f1</a:t>
                      </a:r>
                      <a:r>
                        <a:rPr lang="zh-CN" altLang="en-US" sz="1600" b="0" u="none">
                          <a:latin typeface="宋体" panose="02010600030101010101" pitchFamily="2" charset="-122"/>
                          <a:ea typeface="宋体" panose="02010600030101010101" pitchFamily="2" charset="-122"/>
                          <a:cs typeface="宋体" panose="02010600030101010101" pitchFamily="2" charset="-122"/>
                        </a:rPr>
                        <a:t>和</a:t>
                      </a:r>
                      <a:r>
                        <a:rPr lang="en-US" altLang="zh-CN" sz="1600" b="0" u="none">
                          <a:latin typeface="宋体" panose="02010600030101010101" pitchFamily="2" charset="-122"/>
                          <a:ea typeface="宋体" panose="02010600030101010101" pitchFamily="2" charset="-122"/>
                          <a:cs typeface="宋体" panose="02010600030101010101" pitchFamily="2" charset="-122"/>
                        </a:rPr>
                        <a:t>f2</a:t>
                      </a:r>
                      <a:r>
                        <a:rPr lang="zh-CN" altLang="en-US" sz="1600" b="0" u="none">
                          <a:latin typeface="宋体" panose="02010600030101010101" pitchFamily="2" charset="-122"/>
                          <a:ea typeface="宋体" panose="02010600030101010101" pitchFamily="2" charset="-122"/>
                          <a:cs typeface="宋体" panose="02010600030101010101" pitchFamily="2" charset="-122"/>
                        </a:rPr>
                        <a:t>这两个路径是否引用的同一个文件</a:t>
                      </a:r>
                      <a:endParaRPr lang="en-US" sz="16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9875">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split(path)</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以路径中的最后一个斜线为分隔符把路径分隔成两部分，以元组形式返回</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rPr>
                        <a:t>splitext(path)</a:t>
                      </a:r>
                      <a:endParaRPr lang="en-US" altLang="zh-CN"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rPr>
                        <a:t>从路径中分隔文件的扩展名</a:t>
                      </a:r>
                      <a:endParaRPr lang="zh-CN" altLang="en-US" sz="1600" b="0" u="none">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05740">
                <a:tc>
                  <a:txBody>
                    <a:bodyPr/>
                    <a:lstStyle/>
                    <a:p>
                      <a:pPr marL="0" indent="0" algn="l">
                        <a:buNone/>
                      </a:pPr>
                      <a:r>
                        <a:rPr lang="en-US" altLang="zh-CN" sz="1600" b="0" u="none">
                          <a:latin typeface="宋体" panose="02010600030101010101" pitchFamily="2" charset="-122"/>
                          <a:ea typeface="宋体" panose="02010600030101010101" pitchFamily="2" charset="-122"/>
                          <a:cs typeface="宋体" panose="02010600030101010101" pitchFamily="2" charset="-122"/>
                        </a:rPr>
                        <a:t>splitdrive(path)</a:t>
                      </a:r>
                      <a:endParaRPr lang="en-US" altLang="zh-CN" sz="16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a:latin typeface="宋体" panose="02010600030101010101" pitchFamily="2" charset="-122"/>
                          <a:ea typeface="宋体" panose="02010600030101010101" pitchFamily="2" charset="-122"/>
                          <a:cs typeface="宋体" panose="02010600030101010101" pitchFamily="2" charset="-122"/>
                        </a:rPr>
                        <a:t>从路径中分隔驱动器的名称</a:t>
                      </a:r>
                      <a:endParaRPr lang="zh-CN" altLang="en-US" sz="16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4" name="Title 3"/>
          <p:cNvSpPr>
            <a:spLocks noGrp="1"/>
          </p:cNvSpPr>
          <p:nvPr>
            <p:ph type="title"/>
          </p:nvPr>
        </p:nvSpPr>
        <p:spPr>
          <a:xfrm>
            <a:off x="-1270" y="4287"/>
            <a:ext cx="9140825" cy="924563"/>
          </a:xfrm>
        </p:spPr>
        <p:txBody>
          <a:bodyPr/>
          <a:lstStyle/>
          <a:p>
            <a:pPr fontAlgn="base"/>
            <a:r>
              <a:rPr lang="en-US" strike="noStrike" noProof="1"/>
              <a:t>7.4.1  os</a:t>
            </a:r>
            <a:r>
              <a:rPr lang="zh-CN" altLang="en-US" strike="noStrike" noProof="1"/>
              <a:t>与</a:t>
            </a:r>
            <a:r>
              <a:rPr lang="en-US" altLang="zh-CN" strike="noStrike" noProof="1"/>
              <a:t>os.path</a:t>
            </a:r>
            <a:r>
              <a:rPr lang="zh-CN" altLang="en-US" strike="noStrike" noProof="1"/>
              <a:t>模块</a:t>
            </a:r>
            <a:endParaRPr lang="zh-CN" altLang="en-US" strike="noStrike" noProof="1"/>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标题 47105"/>
          <p:cNvSpPr>
            <a:spLocks noGrp="1"/>
          </p:cNvSpPr>
          <p:nvPr>
            <p:ph type="title"/>
          </p:nvPr>
        </p:nvSpPr>
        <p:spPr>
          <a:xfrm>
            <a:off x="-1270" y="4287"/>
            <a:ext cx="9140825" cy="924563"/>
          </a:xfrm>
        </p:spPr>
        <p:txBody>
          <a:bodyPr/>
          <a:lstStyle/>
          <a:p>
            <a:pPr fontAlgn="base"/>
            <a:r>
              <a:rPr lang="zh-CN" altLang="en-US" strike="noStrike" noProof="1"/>
              <a:t>7.4.1  os与os.path模块</a:t>
            </a:r>
            <a:endParaRPr lang="zh-CN" altLang="en-US" strike="noStrike" noProof="1"/>
          </a:p>
        </p:txBody>
      </p:sp>
      <p:sp>
        <p:nvSpPr>
          <p:cNvPr id="73730" name="文本占位符 47106"/>
          <p:cNvSpPr>
            <a:spLocks noGrp="1"/>
          </p:cNvSpPr>
          <p:nvPr>
            <p:ph idx="1"/>
          </p:nvPr>
        </p:nvSpPr>
        <p:spPr/>
        <p:txBody>
          <a:bodyPr wrap="square" lIns="68591" tIns="34295" rIns="68591" bIns="34295" anchor="t"/>
          <a:p>
            <a:pPr>
              <a:buSzPct val="90000"/>
              <a:buFont typeface="Wingdings" panose="05000000000000000000" pitchFamily="2" charset="2"/>
              <a:buChar char="§"/>
            </a:pPr>
            <a:r>
              <a:rPr lang="zh-CN" altLang="en-US" sz="1800"/>
              <a:t>列出当前目录下所有扩展名为</a:t>
            </a:r>
            <a:r>
              <a:rPr lang="en-US" altLang="zh-CN" sz="1800"/>
              <a:t>pyc</a:t>
            </a:r>
            <a:r>
              <a:rPr lang="zh-CN" altLang="en-US" sz="1800"/>
              <a:t>的文件：</a:t>
            </a:r>
            <a:endParaRPr lang="zh-CN" altLang="en-US" sz="1800"/>
          </a:p>
          <a:p>
            <a:pPr>
              <a:buSzPct val="90000"/>
              <a:buFont typeface="Wingdings" panose="05000000000000000000" pitchFamily="2" charset="2"/>
              <a:buNone/>
            </a:pPr>
            <a:endParaRPr lang="en-US" altLang="zh-CN" sz="1350">
              <a:latin typeface="Consolas" panose="020B0609020204030204" pitchFamily="49" charset="0"/>
            </a:endParaRPr>
          </a:p>
          <a:p>
            <a:pPr>
              <a:buSzPct val="90000"/>
              <a:buFont typeface="Wingdings" panose="05000000000000000000" pitchFamily="2" charset="2"/>
              <a:buNone/>
            </a:pPr>
            <a:r>
              <a:rPr lang="en-US" altLang="zh-CN" sz="1600">
                <a:latin typeface="Consolas" panose="020B0609020204030204" pitchFamily="49" charset="0"/>
              </a:rPr>
              <a:t>&gt;&gt;&gt; import os</a:t>
            </a:r>
            <a:endParaRPr lang="en-US" altLang="zh-CN" sz="1600">
              <a:latin typeface="Consolas" panose="020B0609020204030204" pitchFamily="49" charset="0"/>
            </a:endParaRPr>
          </a:p>
          <a:p>
            <a:pPr>
              <a:buSzPct val="90000"/>
              <a:buFont typeface="Wingdings" panose="05000000000000000000" pitchFamily="2" charset="2"/>
              <a:buNone/>
            </a:pPr>
            <a:r>
              <a:rPr lang="en-US" altLang="zh-CN" sz="1600">
                <a:latin typeface="Consolas" panose="020B0609020204030204" pitchFamily="49" charset="0"/>
              </a:rPr>
              <a:t>&gt;&gt;&gt; [fname for fname in os.listdir(os.getcwd()) if   </a:t>
            </a:r>
            <a:endParaRPr lang="en-US" altLang="zh-CN" sz="1600">
              <a:latin typeface="Consolas" panose="020B0609020204030204" pitchFamily="49" charset="0"/>
            </a:endParaRPr>
          </a:p>
          <a:p>
            <a:pPr>
              <a:buSzPct val="90000"/>
              <a:buFont typeface="Wingdings" panose="05000000000000000000" pitchFamily="2" charset="2"/>
              <a:buNone/>
            </a:pPr>
            <a:r>
              <a:rPr lang="en-US" altLang="zh-CN" sz="1600">
                <a:latin typeface="Consolas" panose="020B0609020204030204" pitchFamily="49" charset="0"/>
              </a:rPr>
              <a:t>     os.path.isfile(fname) and fname.endswith('.pyc')]</a:t>
            </a:r>
            <a:endParaRPr lang="en-US" altLang="zh-CN" sz="1600">
              <a:latin typeface="Consolas" panose="020B0609020204030204" pitchFamily="49" charset="0"/>
            </a:endParaRPr>
          </a:p>
          <a:p>
            <a:pPr>
              <a:buSzPct val="90000"/>
              <a:buFont typeface="Wingdings" panose="05000000000000000000" pitchFamily="2" charset="2"/>
              <a:buNone/>
            </a:pPr>
            <a:endParaRPr lang="en-US" altLang="zh-CN" sz="1600">
              <a:latin typeface="Consolas" panose="020B0609020204030204" pitchFamily="49" charset="0"/>
            </a:endParaRPr>
          </a:p>
          <a:p>
            <a:pPr>
              <a:buSzPct val="90000"/>
              <a:buFont typeface="Wingdings" panose="05000000000000000000" pitchFamily="2" charset="2"/>
              <a:buNone/>
            </a:pPr>
            <a:r>
              <a:rPr lang="en-US" altLang="zh-CN" sz="1600">
                <a:solidFill>
                  <a:srgbClr val="00B0F0"/>
                </a:solidFill>
                <a:latin typeface="Consolas" panose="020B0609020204030204" pitchFamily="49" charset="0"/>
              </a:rPr>
              <a:t>['consts.pyc', 'database_demo.pyc', 'nqueens.pyc']</a:t>
            </a:r>
            <a:endParaRPr lang="en-US" altLang="zh-CN" sz="1600">
              <a:solidFill>
                <a:srgbClr val="00B0F0"/>
              </a:solidFill>
              <a:latin typeface="Consolas" panose="020B0609020204030204" pitchFamily="49"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标题 49153"/>
          <p:cNvSpPr>
            <a:spLocks noGrp="1"/>
          </p:cNvSpPr>
          <p:nvPr>
            <p:ph type="title"/>
          </p:nvPr>
        </p:nvSpPr>
        <p:spPr>
          <a:xfrm>
            <a:off x="-1270" y="4287"/>
            <a:ext cx="9140825" cy="924563"/>
          </a:xfrm>
        </p:spPr>
        <p:txBody>
          <a:bodyPr/>
          <a:lstStyle/>
          <a:p>
            <a:pPr fontAlgn="base"/>
            <a:r>
              <a:rPr lang="zh-CN" altLang="en-US" strike="noStrike" noProof="1"/>
              <a:t>7.4.1  os与os.path模块</a:t>
            </a:r>
            <a:endParaRPr lang="zh-CN" altLang="en-US" strike="noStrike" noProof="1"/>
          </a:p>
        </p:txBody>
      </p:sp>
      <p:sp>
        <p:nvSpPr>
          <p:cNvPr id="49155" name="文本占位符 49154"/>
          <p:cNvSpPr>
            <a:spLocks noGrp="1"/>
          </p:cNvSpPr>
          <p:nvPr>
            <p:ph idx="1"/>
          </p:nvPr>
        </p:nvSpPr>
        <p:spPr>
          <a:xfrm>
            <a:off x="299085" y="1200150"/>
            <a:ext cx="7386955" cy="3398520"/>
          </a:xfrm>
        </p:spPr>
        <p:txBody>
          <a:bodyPr/>
          <a:lstStyle/>
          <a:p>
            <a:pPr fontAlgn="base">
              <a:lnSpc>
                <a:spcPct val="80000"/>
              </a:lnSpc>
              <a:buFont typeface="Wingdings" panose="05000000000000000000" charset="0"/>
              <a:buChar char="v"/>
            </a:pPr>
            <a:r>
              <a:rPr lang="zh-CN" altLang="en-US" sz="1800" strike="noStrike" noProof="1"/>
              <a:t>将当前目录中所有扩展名为</a:t>
            </a:r>
            <a:r>
              <a:rPr lang="en-US" altLang="zh-CN" sz="1800" strike="noStrike" noProof="1"/>
              <a:t>html</a:t>
            </a:r>
            <a:r>
              <a:rPr lang="zh-CN" altLang="en-US" sz="1800" strike="noStrike" noProof="1"/>
              <a:t>的文件重命名为</a:t>
            </a:r>
            <a:r>
              <a:rPr lang="en-US" altLang="zh-CN" sz="1800" strike="noStrike" noProof="1"/>
              <a:t>htm</a:t>
            </a:r>
            <a:r>
              <a:rPr lang="zh-CN" altLang="en-US" sz="1800" strike="noStrike" noProof="1"/>
              <a:t>的文件</a:t>
            </a:r>
            <a:r>
              <a:rPr lang="zh-CN" altLang="en-US" sz="1800" strike="noStrike" noProof="1"/>
              <a:t>：</a:t>
            </a:r>
            <a:endParaRPr lang="zh-CN" altLang="en-US" sz="1800" strike="noStrike" noProof="1"/>
          </a:p>
          <a:p>
            <a:pPr marL="1905" indent="-344805" fontAlgn="base">
              <a:lnSpc>
                <a:spcPct val="80000"/>
              </a:lnSpc>
              <a:buFontTx/>
              <a:buNone/>
            </a:pPr>
            <a:endParaRPr lang="zh-CN" altLang="en-US" sz="1350" strike="noStrike" noProof="1"/>
          </a:p>
          <a:p>
            <a:pPr marL="1905" indent="-344805" fontAlgn="base">
              <a:lnSpc>
                <a:spcPct val="110000"/>
              </a:lnSpc>
              <a:buFontTx/>
              <a:buNone/>
            </a:pPr>
            <a:r>
              <a:rPr lang="en-US" altLang="zh-CN" sz="1600" strike="noStrike" noProof="1">
                <a:latin typeface="Consolas" panose="020B0609020204030204" pitchFamily="49" charset="0"/>
              </a:rPr>
              <a:t>import os</a:t>
            </a:r>
            <a:endParaRPr lang="en-US" altLang="zh-CN" sz="1600" strike="noStrike" noProof="1">
              <a:latin typeface="Consolas" panose="020B0609020204030204" pitchFamily="49" charset="0"/>
            </a:endParaRPr>
          </a:p>
          <a:p>
            <a:pPr marL="1905" indent="-344805" fontAlgn="base">
              <a:lnSpc>
                <a:spcPct val="110000"/>
              </a:lnSpc>
              <a:buFontTx/>
              <a:buNone/>
            </a:pPr>
            <a:endParaRPr lang="en-US" altLang="zh-CN" sz="1600" strike="noStrike" noProof="1">
              <a:latin typeface="Consolas" panose="020B0609020204030204" pitchFamily="49" charset="0"/>
            </a:endParaRPr>
          </a:p>
          <a:p>
            <a:pPr marL="1905" indent="-344805" fontAlgn="base">
              <a:lnSpc>
                <a:spcPct val="110000"/>
              </a:lnSpc>
              <a:buFontTx/>
              <a:buNone/>
            </a:pPr>
            <a:r>
              <a:rPr lang="en-US" altLang="zh-CN" sz="1600" strike="noStrike" noProof="1">
                <a:latin typeface="Consolas" panose="020B0609020204030204" pitchFamily="49" charset="0"/>
              </a:rPr>
              <a:t>file_list = [filename for filename in os.listdir(".")\</a:t>
            </a:r>
            <a:endParaRPr lang="en-US" altLang="zh-CN" sz="1600" strike="noStrike" noProof="1">
              <a:latin typeface="Consolas" panose="020B0609020204030204" pitchFamily="49" charset="0"/>
            </a:endParaRPr>
          </a:p>
          <a:p>
            <a:pPr marL="1905" indent="-344805" fontAlgn="base">
              <a:lnSpc>
                <a:spcPct val="110000"/>
              </a:lnSpc>
              <a:buFontTx/>
              <a:buNone/>
            </a:pPr>
            <a:r>
              <a:rPr lang="en-US" altLang="zh-CN" sz="1600" strike="noStrike" noProof="1">
                <a:latin typeface="Consolas" panose="020B0609020204030204" pitchFamily="49" charset="0"/>
              </a:rPr>
              <a:t>             if filename.endswith('.html')]</a:t>
            </a:r>
            <a:endParaRPr lang="en-US" altLang="zh-CN" sz="1600" strike="noStrike" noProof="1">
              <a:latin typeface="Consolas" panose="020B0609020204030204" pitchFamily="49" charset="0"/>
            </a:endParaRPr>
          </a:p>
          <a:p>
            <a:pPr marL="1905" indent="-344805" fontAlgn="base">
              <a:lnSpc>
                <a:spcPct val="110000"/>
              </a:lnSpc>
              <a:buFontTx/>
              <a:buNone/>
            </a:pPr>
            <a:r>
              <a:rPr lang="en-US" altLang="zh-CN" sz="1600" strike="noStrike" noProof="1">
                <a:latin typeface="Consolas" panose="020B0609020204030204" pitchFamily="49" charset="0"/>
              </a:rPr>
              <a:t>for filename in file_list:</a:t>
            </a:r>
            <a:endParaRPr lang="en-US" altLang="zh-CN" sz="1600" strike="noStrike" noProof="1">
              <a:latin typeface="Consolas" panose="020B0609020204030204" pitchFamily="49" charset="0"/>
            </a:endParaRPr>
          </a:p>
          <a:p>
            <a:pPr marL="1905" indent="-344805" fontAlgn="base">
              <a:lnSpc>
                <a:spcPct val="110000"/>
              </a:lnSpc>
              <a:buFontTx/>
              <a:buNone/>
            </a:pPr>
            <a:r>
              <a:rPr lang="en-US" altLang="zh-CN" sz="1600" strike="noStrike" noProof="1">
                <a:latin typeface="Consolas" panose="020B0609020204030204" pitchFamily="49" charset="0"/>
              </a:rPr>
              <a:t>    newname = filename[:-4]+'htm'</a:t>
            </a:r>
            <a:endParaRPr lang="en-US" altLang="zh-CN" sz="1600" strike="noStrike" noProof="1">
              <a:latin typeface="Consolas" panose="020B0609020204030204" pitchFamily="49" charset="0"/>
            </a:endParaRPr>
          </a:p>
          <a:p>
            <a:pPr marL="1905" indent="-344805" fontAlgn="base">
              <a:lnSpc>
                <a:spcPct val="110000"/>
              </a:lnSpc>
              <a:buFontTx/>
              <a:buNone/>
            </a:pPr>
            <a:r>
              <a:rPr lang="en-US" altLang="zh-CN" sz="1600" strike="noStrike" noProof="1">
                <a:latin typeface="Consolas" panose="020B0609020204030204" pitchFamily="49" charset="0"/>
              </a:rPr>
              <a:t>    os.rename(filename, newname)</a:t>
            </a:r>
            <a:endParaRPr lang="en-US" altLang="zh-CN" sz="1600" strike="noStrike" noProof="1">
              <a:latin typeface="Consolas" panose="020B0609020204030204" pitchFamily="49" charset="0"/>
            </a:endParaRPr>
          </a:p>
          <a:p>
            <a:pPr marL="1905" indent="-344805" fontAlgn="base">
              <a:lnSpc>
                <a:spcPct val="110000"/>
              </a:lnSpc>
              <a:buFontTx/>
              <a:buNone/>
            </a:pPr>
            <a:r>
              <a:rPr lang="en-US" altLang="zh-CN" sz="1600" strike="noStrike" noProof="1">
                <a:latin typeface="Consolas" panose="020B0609020204030204" pitchFamily="49" charset="0"/>
              </a:rPr>
              <a:t>    print(filename+"</a:t>
            </a:r>
            <a:r>
              <a:rPr lang="zh-CN" altLang="en-US" sz="1600" strike="noStrike" noProof="1">
                <a:latin typeface="Consolas" panose="020B0609020204030204" pitchFamily="49" charset="0"/>
              </a:rPr>
              <a:t>更名为：</a:t>
            </a:r>
            <a:r>
              <a:rPr lang="en-US" altLang="zh-CN" sz="1600" strike="noStrike" noProof="1">
                <a:latin typeface="Consolas" panose="020B0609020204030204" pitchFamily="49" charset="0"/>
              </a:rPr>
              <a:t>"+newname)</a:t>
            </a:r>
            <a:endParaRPr lang="en-US" altLang="zh-CN" sz="1600" strike="noStrike" noProof="1">
              <a:latin typeface="Consolas" panose="020B0609020204030204" pitchFamily="49"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270" y="4287"/>
            <a:ext cx="9140825" cy="924563"/>
          </a:xfrm>
        </p:spPr>
        <p:txBody>
          <a:bodyPr/>
          <a:p>
            <a:pPr fontAlgn="base"/>
            <a:r>
              <a:rPr lang="zh-CN" altLang="en-US" strike="noStrike" noProof="1">
                <a:sym typeface="+mn-ea"/>
              </a:rPr>
              <a:t>7.4.2  shutil模块</a:t>
            </a:r>
            <a:endParaRPr lang="zh-CN" altLang="en-US" strike="noStrike" noProof="1"/>
          </a:p>
        </p:txBody>
      </p:sp>
      <p:graphicFrame>
        <p:nvGraphicFramePr>
          <p:cNvPr id="3" name="Content Placeholder -1"/>
          <p:cNvGraphicFramePr/>
          <p:nvPr>
            <p:ph idx="1"/>
          </p:nvPr>
        </p:nvGraphicFramePr>
        <p:xfrm>
          <a:off x="349885" y="1155065"/>
          <a:ext cx="8364855" cy="3982085"/>
        </p:xfrm>
        <a:graphic>
          <a:graphicData uri="http://schemas.openxmlformats.org/drawingml/2006/table">
            <a:tbl>
              <a:tblPr firstRow="1" bandRow="1">
                <a:tableStyleId>{5940675A-B579-460E-94D1-54222C63F5DA}</a:tableStyleId>
              </a:tblPr>
              <a:tblGrid>
                <a:gridCol w="2894330"/>
                <a:gridCol w="5470525"/>
              </a:tblGrid>
              <a:tr h="218440">
                <a:tc>
                  <a:txBody>
                    <a:bodyPr/>
                    <a:p>
                      <a:pPr indent="0" algn="ctr">
                        <a:buNone/>
                      </a:pPr>
                      <a:r>
                        <a:rPr lang="zh-CN" altLang="en-US" sz="1300" b="1">
                          <a:latin typeface="宋体" panose="02010600030101010101" pitchFamily="2" charset="-122"/>
                          <a:ea typeface="宋体" panose="02010600030101010101" pitchFamily="2" charset="-122"/>
                          <a:cs typeface="宋体" panose="02010600030101010101" pitchFamily="2" charset="-122"/>
                        </a:rPr>
                        <a:t>方法</a:t>
                      </a:r>
                      <a:endParaRPr lang="zh-CN" altLang="en-US" sz="1300" b="1">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altLang="en-US" sz="1300" b="1">
                          <a:latin typeface="宋体" panose="02010600030101010101" pitchFamily="2" charset="-122"/>
                          <a:ea typeface="宋体" panose="02010600030101010101" pitchFamily="2" charset="-122"/>
                          <a:cs typeface="宋体" panose="02010600030101010101" pitchFamily="2" charset="-122"/>
                        </a:rPr>
                        <a:t>功能说明</a:t>
                      </a:r>
                      <a:endParaRPr lang="zh-CN" altLang="en-US" sz="1300" b="1">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p>
                      <a:pPr indent="0">
                        <a:buNone/>
                      </a:pPr>
                      <a:r>
                        <a:rPr lang="en-US" altLang="zh-CN" sz="1300" b="0">
                          <a:latin typeface="宋体" panose="02010600030101010101" pitchFamily="2" charset="-122"/>
                          <a:ea typeface="宋体" panose="02010600030101010101" pitchFamily="2" charset="-122"/>
                          <a:cs typeface="宋体" panose="02010600030101010101" pitchFamily="2" charset="-122"/>
                        </a:rPr>
                        <a:t>copy(src, dst)</a:t>
                      </a:r>
                      <a:endParaRPr lang="en-US" altLang="zh-CN"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300" b="0">
                          <a:latin typeface="宋体" panose="02010600030101010101" pitchFamily="2" charset="-122"/>
                          <a:ea typeface="宋体" panose="02010600030101010101" pitchFamily="2" charset="-122"/>
                          <a:cs typeface="宋体" panose="02010600030101010101" pitchFamily="2" charset="-122"/>
                        </a:rPr>
                        <a:t>复制文件，新文件具有同样的文件属性，如果目标文件已存在则抛出异常</a:t>
                      </a:r>
                      <a:endParaRPr lang="zh-CN" altLang="en-US"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buNone/>
                      </a:pPr>
                      <a:r>
                        <a:rPr lang="en-US" altLang="zh-CN" sz="1300" b="0">
                          <a:latin typeface="宋体" panose="02010600030101010101" pitchFamily="2" charset="-122"/>
                          <a:ea typeface="宋体" panose="02010600030101010101" pitchFamily="2" charset="-122"/>
                          <a:cs typeface="宋体" panose="02010600030101010101" pitchFamily="2" charset="-122"/>
                        </a:rPr>
                        <a:t>copy2(src, dst)</a:t>
                      </a:r>
                      <a:endParaRPr lang="en-US" altLang="zh-CN"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300" b="0">
                          <a:latin typeface="宋体" panose="02010600030101010101" pitchFamily="2" charset="-122"/>
                          <a:ea typeface="宋体" panose="02010600030101010101" pitchFamily="2" charset="-122"/>
                          <a:cs typeface="宋体" panose="02010600030101010101" pitchFamily="2" charset="-122"/>
                        </a:rPr>
                        <a:t>复制文件，新文件具有原文件完全一样的属性，包括创建时间、修改时间和最后访问时间等等，如果目标文件已存在则抛出异常</a:t>
                      </a:r>
                      <a:endParaRPr lang="zh-CN" altLang="en-US"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8440">
                <a:tc>
                  <a:txBody>
                    <a:bodyPr/>
                    <a:p>
                      <a:pPr indent="0">
                        <a:buNone/>
                      </a:pPr>
                      <a:r>
                        <a:rPr lang="en-US" altLang="zh-CN" sz="1300" b="0">
                          <a:solidFill>
                            <a:srgbClr val="FF0000"/>
                          </a:solidFill>
                          <a:latin typeface="宋体" panose="02010600030101010101" pitchFamily="2" charset="-122"/>
                          <a:ea typeface="宋体" panose="02010600030101010101" pitchFamily="2" charset="-122"/>
                          <a:cs typeface="宋体" panose="02010600030101010101" pitchFamily="2" charset="-122"/>
                        </a:rPr>
                        <a:t>copyfile(src, dst)</a:t>
                      </a:r>
                      <a:endParaRPr lang="en-US" altLang="zh-CN" sz="13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300" b="0">
                          <a:latin typeface="宋体" panose="02010600030101010101" pitchFamily="2" charset="-122"/>
                          <a:ea typeface="宋体" panose="02010600030101010101" pitchFamily="2" charset="-122"/>
                          <a:cs typeface="宋体" panose="02010600030101010101" pitchFamily="2" charset="-122"/>
                        </a:rPr>
                        <a:t>复制文件，不复制文件属性，如果目标文件已存在则直接覆盖</a:t>
                      </a:r>
                      <a:endParaRPr lang="zh-CN" altLang="en-US"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buNone/>
                      </a:pPr>
                      <a:r>
                        <a:rPr lang="en-US" altLang="zh-CN" sz="1300" b="0">
                          <a:latin typeface="宋体" panose="02010600030101010101" pitchFamily="2" charset="-122"/>
                          <a:ea typeface="宋体" panose="02010600030101010101" pitchFamily="2" charset="-122"/>
                          <a:cs typeface="宋体" panose="02010600030101010101" pitchFamily="2" charset="-122"/>
                        </a:rPr>
                        <a:t>copyfileobj(fsrc, fdst)</a:t>
                      </a:r>
                      <a:endParaRPr lang="en-US" altLang="zh-CN"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300" b="0">
                          <a:latin typeface="宋体" panose="02010600030101010101" pitchFamily="2" charset="-122"/>
                          <a:ea typeface="宋体" panose="02010600030101010101" pitchFamily="2" charset="-122"/>
                          <a:cs typeface="宋体" panose="02010600030101010101" pitchFamily="2" charset="-122"/>
                        </a:rPr>
                        <a:t>在两个文件对象之间复制数据，例如</a:t>
                      </a:r>
                      <a:r>
                        <a:rPr lang="en-US" altLang="zh-CN" sz="1300" b="0">
                          <a:latin typeface="宋体" panose="02010600030101010101" pitchFamily="2" charset="-122"/>
                          <a:ea typeface="宋体" panose="02010600030101010101" pitchFamily="2" charset="-122"/>
                          <a:cs typeface="宋体" panose="02010600030101010101" pitchFamily="2" charset="-122"/>
                        </a:rPr>
                        <a:t>copyfileobj(open('123.txt'), open('456.txt', 'a'))</a:t>
                      </a:r>
                      <a:endParaRPr lang="en-US"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075">
                <a:tc>
                  <a:txBody>
                    <a:bodyPr/>
                    <a:p>
                      <a:pPr indent="0">
                        <a:buNone/>
                      </a:pPr>
                      <a:r>
                        <a:rPr lang="en-US" altLang="zh-CN" sz="1300" b="0">
                          <a:latin typeface="宋体" panose="02010600030101010101" pitchFamily="2" charset="-122"/>
                          <a:ea typeface="宋体" panose="02010600030101010101" pitchFamily="2" charset="-122"/>
                          <a:cs typeface="宋体" panose="02010600030101010101" pitchFamily="2" charset="-122"/>
                        </a:rPr>
                        <a:t>copymode(src, dst)</a:t>
                      </a:r>
                      <a:endParaRPr lang="en-US" altLang="zh-CN"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300" b="0">
                          <a:latin typeface="宋体" panose="02010600030101010101" pitchFamily="2" charset="-122"/>
                          <a:ea typeface="宋体" panose="02010600030101010101" pitchFamily="2" charset="-122"/>
                          <a:cs typeface="宋体" panose="02010600030101010101" pitchFamily="2" charset="-122"/>
                        </a:rPr>
                        <a:t>把</a:t>
                      </a:r>
                      <a:r>
                        <a:rPr lang="en-US" altLang="zh-CN" sz="1300" b="0">
                          <a:latin typeface="宋体" panose="02010600030101010101" pitchFamily="2" charset="-122"/>
                          <a:ea typeface="宋体" panose="02010600030101010101" pitchFamily="2" charset="-122"/>
                          <a:cs typeface="宋体" panose="02010600030101010101" pitchFamily="2" charset="-122"/>
                        </a:rPr>
                        <a:t>src</a:t>
                      </a:r>
                      <a:r>
                        <a:rPr lang="zh-CN" altLang="en-US" sz="1300" b="0">
                          <a:latin typeface="宋体" panose="02010600030101010101" pitchFamily="2" charset="-122"/>
                          <a:ea typeface="宋体" panose="02010600030101010101" pitchFamily="2" charset="-122"/>
                          <a:cs typeface="宋体" panose="02010600030101010101" pitchFamily="2" charset="-122"/>
                        </a:rPr>
                        <a:t>的模式位（</a:t>
                      </a:r>
                      <a:r>
                        <a:rPr lang="en-US" altLang="zh-CN" sz="1300" b="0">
                          <a:latin typeface="宋体" panose="02010600030101010101" pitchFamily="2" charset="-122"/>
                          <a:ea typeface="宋体" panose="02010600030101010101" pitchFamily="2" charset="-122"/>
                          <a:cs typeface="宋体" panose="02010600030101010101" pitchFamily="2" charset="-122"/>
                        </a:rPr>
                        <a:t>mode bit</a:t>
                      </a:r>
                      <a:r>
                        <a:rPr lang="zh-CN" altLang="en-US" sz="1300" b="0">
                          <a:latin typeface="宋体" panose="02010600030101010101" pitchFamily="2" charset="-122"/>
                          <a:ea typeface="宋体" panose="02010600030101010101" pitchFamily="2" charset="-122"/>
                          <a:cs typeface="宋体" panose="02010600030101010101" pitchFamily="2" charset="-122"/>
                        </a:rPr>
                        <a:t>）复制到</a:t>
                      </a:r>
                      <a:r>
                        <a:rPr lang="en-US" altLang="zh-CN" sz="1300" b="0">
                          <a:latin typeface="宋体" panose="02010600030101010101" pitchFamily="2" charset="-122"/>
                          <a:ea typeface="宋体" panose="02010600030101010101" pitchFamily="2" charset="-122"/>
                          <a:cs typeface="宋体" panose="02010600030101010101" pitchFamily="2" charset="-122"/>
                        </a:rPr>
                        <a:t>dst</a:t>
                      </a:r>
                      <a:r>
                        <a:rPr lang="zh-CN" altLang="en-US" sz="1300" b="0">
                          <a:latin typeface="宋体" panose="02010600030101010101" pitchFamily="2" charset="-122"/>
                          <a:ea typeface="宋体" panose="02010600030101010101" pitchFamily="2" charset="-122"/>
                          <a:cs typeface="宋体" panose="02010600030101010101" pitchFamily="2" charset="-122"/>
                        </a:rPr>
                        <a:t>上，之后二者具有相同的模式</a:t>
                      </a:r>
                      <a:endParaRPr lang="en-US"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075">
                <a:tc>
                  <a:txBody>
                    <a:bodyPr/>
                    <a:p>
                      <a:pPr indent="0">
                        <a:buNone/>
                      </a:pPr>
                      <a:r>
                        <a:rPr lang="en-US" altLang="zh-CN" sz="1300" b="0">
                          <a:latin typeface="宋体" panose="02010600030101010101" pitchFamily="2" charset="-122"/>
                          <a:ea typeface="宋体" panose="02010600030101010101" pitchFamily="2" charset="-122"/>
                          <a:cs typeface="宋体" panose="02010600030101010101" pitchFamily="2" charset="-122"/>
                        </a:rPr>
                        <a:t>copystat(src, dst)</a:t>
                      </a:r>
                      <a:endParaRPr lang="en-US" altLang="zh-CN"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300" b="0">
                          <a:latin typeface="宋体" panose="02010600030101010101" pitchFamily="2" charset="-122"/>
                          <a:ea typeface="宋体" panose="02010600030101010101" pitchFamily="2" charset="-122"/>
                          <a:cs typeface="宋体" panose="02010600030101010101" pitchFamily="2" charset="-122"/>
                        </a:rPr>
                        <a:t>把</a:t>
                      </a:r>
                      <a:r>
                        <a:rPr lang="en-US" altLang="zh-CN" sz="1300" b="0">
                          <a:latin typeface="宋体" panose="02010600030101010101" pitchFamily="2" charset="-122"/>
                          <a:ea typeface="宋体" panose="02010600030101010101" pitchFamily="2" charset="-122"/>
                          <a:cs typeface="宋体" panose="02010600030101010101" pitchFamily="2" charset="-122"/>
                        </a:rPr>
                        <a:t>src</a:t>
                      </a:r>
                      <a:r>
                        <a:rPr lang="zh-CN" altLang="en-US" sz="1300" b="0">
                          <a:latin typeface="宋体" panose="02010600030101010101" pitchFamily="2" charset="-122"/>
                          <a:ea typeface="宋体" panose="02010600030101010101" pitchFamily="2" charset="-122"/>
                          <a:cs typeface="宋体" panose="02010600030101010101" pitchFamily="2" charset="-122"/>
                        </a:rPr>
                        <a:t>的模式位、访问时间等所有状态都复制到</a:t>
                      </a:r>
                      <a:r>
                        <a:rPr lang="en-US" altLang="zh-CN" sz="1300" b="0">
                          <a:latin typeface="宋体" panose="02010600030101010101" pitchFamily="2" charset="-122"/>
                          <a:ea typeface="宋体" panose="02010600030101010101" pitchFamily="2" charset="-122"/>
                          <a:cs typeface="宋体" panose="02010600030101010101" pitchFamily="2" charset="-122"/>
                        </a:rPr>
                        <a:t>dst</a:t>
                      </a:r>
                      <a:r>
                        <a:rPr lang="zh-CN" altLang="en-US" sz="1300" b="0">
                          <a:latin typeface="宋体" panose="02010600030101010101" pitchFamily="2" charset="-122"/>
                          <a:ea typeface="宋体" panose="02010600030101010101" pitchFamily="2" charset="-122"/>
                          <a:cs typeface="宋体" panose="02010600030101010101" pitchFamily="2" charset="-122"/>
                        </a:rPr>
                        <a:t>上</a:t>
                      </a:r>
                      <a:endParaRPr lang="en-US"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8440">
                <a:tc>
                  <a:txBody>
                    <a:bodyPr/>
                    <a:p>
                      <a:pPr indent="0">
                        <a:buNone/>
                      </a:pPr>
                      <a:r>
                        <a:rPr lang="en-US" altLang="zh-CN" sz="1300" b="0">
                          <a:solidFill>
                            <a:srgbClr val="FF0000"/>
                          </a:solidFill>
                          <a:latin typeface="宋体" panose="02010600030101010101" pitchFamily="2" charset="-122"/>
                          <a:ea typeface="宋体" panose="02010600030101010101" pitchFamily="2" charset="-122"/>
                          <a:cs typeface="宋体" panose="02010600030101010101" pitchFamily="2" charset="-122"/>
                        </a:rPr>
                        <a:t>copytree(src, dst)</a:t>
                      </a:r>
                      <a:endParaRPr lang="en-US" altLang="zh-CN" sz="13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300" b="0">
                          <a:latin typeface="宋体" panose="02010600030101010101" pitchFamily="2" charset="-122"/>
                          <a:ea typeface="宋体" panose="02010600030101010101" pitchFamily="2" charset="-122"/>
                          <a:cs typeface="宋体" panose="02010600030101010101" pitchFamily="2" charset="-122"/>
                        </a:rPr>
                        <a:t>递归复制文件夹</a:t>
                      </a:r>
                      <a:endParaRPr lang="zh-CN" altLang="en-US"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075">
                <a:tc>
                  <a:txBody>
                    <a:bodyPr/>
                    <a:p>
                      <a:pPr indent="0">
                        <a:buNone/>
                      </a:pPr>
                      <a:r>
                        <a:rPr lang="en-US" altLang="zh-CN" sz="1300" b="0">
                          <a:latin typeface="宋体" panose="02010600030101010101" pitchFamily="2" charset="-122"/>
                          <a:ea typeface="宋体" panose="02010600030101010101" pitchFamily="2" charset="-122"/>
                          <a:cs typeface="宋体" panose="02010600030101010101" pitchFamily="2" charset="-122"/>
                        </a:rPr>
                        <a:t>disk_usage(path)</a:t>
                      </a:r>
                      <a:endParaRPr lang="en-US" altLang="zh-CN"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300" b="0">
                          <a:latin typeface="宋体" panose="02010600030101010101" pitchFamily="2" charset="-122"/>
                          <a:ea typeface="宋体" panose="02010600030101010101" pitchFamily="2" charset="-122"/>
                          <a:cs typeface="宋体" panose="02010600030101010101" pitchFamily="2" charset="-122"/>
                        </a:rPr>
                        <a:t>查看磁盘使用情况</a:t>
                      </a:r>
                      <a:endParaRPr lang="zh-CN" altLang="en-US"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8440">
                <a:tc>
                  <a:txBody>
                    <a:bodyPr/>
                    <a:p>
                      <a:pPr indent="0">
                        <a:buNone/>
                      </a:pPr>
                      <a:r>
                        <a:rPr lang="en-US" altLang="zh-CN" sz="1300" b="0">
                          <a:latin typeface="宋体" panose="02010600030101010101" pitchFamily="2" charset="-122"/>
                          <a:ea typeface="宋体" panose="02010600030101010101" pitchFamily="2" charset="-122"/>
                          <a:cs typeface="宋体" panose="02010600030101010101" pitchFamily="2" charset="-122"/>
                        </a:rPr>
                        <a:t>move(src, dst)</a:t>
                      </a:r>
                      <a:endParaRPr lang="en-US" altLang="zh-CN"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300" b="0">
                          <a:latin typeface="宋体" panose="02010600030101010101" pitchFamily="2" charset="-122"/>
                          <a:ea typeface="宋体" panose="02010600030101010101" pitchFamily="2" charset="-122"/>
                          <a:cs typeface="宋体" panose="02010600030101010101" pitchFamily="2" charset="-122"/>
                        </a:rPr>
                        <a:t>移动文件或递归移动文件夹，也可以给文件和文件夹重命名</a:t>
                      </a:r>
                      <a:endParaRPr lang="zh-CN" altLang="en-US"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075">
                <a:tc>
                  <a:txBody>
                    <a:bodyPr/>
                    <a:p>
                      <a:pPr indent="0">
                        <a:buNone/>
                      </a:pPr>
                      <a:r>
                        <a:rPr lang="en-US" altLang="zh-CN" sz="1300" b="0">
                          <a:solidFill>
                            <a:srgbClr val="FF0000"/>
                          </a:solidFill>
                          <a:latin typeface="宋体" panose="02010600030101010101" pitchFamily="2" charset="-122"/>
                          <a:ea typeface="宋体" panose="02010600030101010101" pitchFamily="2" charset="-122"/>
                          <a:cs typeface="宋体" panose="02010600030101010101" pitchFamily="2" charset="-122"/>
                        </a:rPr>
                        <a:t>rmtree(path)</a:t>
                      </a:r>
                      <a:endParaRPr lang="en-US" altLang="zh-CN" sz="13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300" b="0">
                          <a:latin typeface="宋体" panose="02010600030101010101" pitchFamily="2" charset="-122"/>
                          <a:ea typeface="宋体" panose="02010600030101010101" pitchFamily="2" charset="-122"/>
                          <a:cs typeface="宋体" panose="02010600030101010101" pitchFamily="2" charset="-122"/>
                        </a:rPr>
                        <a:t>递归删除文件夹</a:t>
                      </a:r>
                      <a:endParaRPr lang="zh-CN" altLang="en-US"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5605">
                <a:tc>
                  <a:txBody>
                    <a:bodyPr/>
                    <a:p>
                      <a:pPr indent="0">
                        <a:buNone/>
                      </a:pPr>
                      <a:r>
                        <a:rPr lang="en-US" altLang="zh-CN" sz="1300" b="0">
                          <a:solidFill>
                            <a:srgbClr val="FF0000"/>
                          </a:solidFill>
                          <a:latin typeface="宋体" panose="02010600030101010101" pitchFamily="2" charset="-122"/>
                          <a:ea typeface="宋体" panose="02010600030101010101" pitchFamily="2" charset="-122"/>
                          <a:cs typeface="宋体" panose="02010600030101010101" pitchFamily="2" charset="-122"/>
                        </a:rPr>
                        <a:t>make_archive(base_name, format, root_dir=None, base_dir=None)</a:t>
                      </a:r>
                      <a:endParaRPr lang="en-US" altLang="zh-CN" sz="13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300" b="0">
                          <a:latin typeface="宋体" panose="02010600030101010101" pitchFamily="2" charset="-122"/>
                          <a:ea typeface="宋体" panose="02010600030101010101" pitchFamily="2" charset="-122"/>
                          <a:cs typeface="宋体" panose="02010600030101010101" pitchFamily="2" charset="-122"/>
                        </a:rPr>
                        <a:t>创建</a:t>
                      </a:r>
                      <a:r>
                        <a:rPr lang="en-US" altLang="zh-CN" sz="1300" b="0">
                          <a:latin typeface="宋体" panose="02010600030101010101" pitchFamily="2" charset="-122"/>
                          <a:ea typeface="宋体" panose="02010600030101010101" pitchFamily="2" charset="-122"/>
                          <a:cs typeface="宋体" panose="02010600030101010101" pitchFamily="2" charset="-122"/>
                        </a:rPr>
                        <a:t>tar</a:t>
                      </a:r>
                      <a:r>
                        <a:rPr lang="zh-CN" altLang="en-US" sz="1300" b="0">
                          <a:latin typeface="宋体" panose="02010600030101010101" pitchFamily="2" charset="-122"/>
                          <a:ea typeface="宋体" panose="02010600030101010101" pitchFamily="2" charset="-122"/>
                          <a:cs typeface="宋体" panose="02010600030101010101" pitchFamily="2" charset="-122"/>
                        </a:rPr>
                        <a:t>或</a:t>
                      </a:r>
                      <a:r>
                        <a:rPr lang="en-US" altLang="zh-CN" sz="1300" b="0">
                          <a:latin typeface="宋体" panose="02010600030101010101" pitchFamily="2" charset="-122"/>
                          <a:ea typeface="宋体" panose="02010600030101010101" pitchFamily="2" charset="-122"/>
                          <a:cs typeface="宋体" panose="02010600030101010101" pitchFamily="2" charset="-122"/>
                        </a:rPr>
                        <a:t>zip</a:t>
                      </a:r>
                      <a:r>
                        <a:rPr lang="zh-CN" altLang="en-US" sz="1300" b="0">
                          <a:latin typeface="宋体" panose="02010600030101010101" pitchFamily="2" charset="-122"/>
                          <a:ea typeface="宋体" panose="02010600030101010101" pitchFamily="2" charset="-122"/>
                          <a:cs typeface="宋体" panose="02010600030101010101" pitchFamily="2" charset="-122"/>
                        </a:rPr>
                        <a:t>格式的压缩文件</a:t>
                      </a:r>
                      <a:endParaRPr lang="en-US"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25145">
                <a:tc>
                  <a:txBody>
                    <a:bodyPr/>
                    <a:p>
                      <a:pPr indent="0">
                        <a:buNone/>
                      </a:pPr>
                      <a:r>
                        <a:rPr lang="en-US" altLang="zh-CN" sz="1300" b="0">
                          <a:solidFill>
                            <a:srgbClr val="FF0000"/>
                          </a:solidFill>
                          <a:latin typeface="宋体" panose="02010600030101010101" pitchFamily="2" charset="-122"/>
                          <a:ea typeface="宋体" panose="02010600030101010101" pitchFamily="2" charset="-122"/>
                          <a:cs typeface="宋体" panose="02010600030101010101" pitchFamily="2" charset="-122"/>
                        </a:rPr>
                        <a:t>unpack_archive(filename, extract_dir=None, format=None)</a:t>
                      </a:r>
                      <a:endParaRPr lang="en-US" altLang="zh-CN" sz="13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300" b="0">
                          <a:latin typeface="宋体" panose="02010600030101010101" pitchFamily="2" charset="-122"/>
                          <a:ea typeface="宋体" panose="02010600030101010101" pitchFamily="2" charset="-122"/>
                          <a:cs typeface="宋体" panose="02010600030101010101" pitchFamily="2" charset="-122"/>
                        </a:rPr>
                        <a:t>解压缩压缩文件</a:t>
                      </a:r>
                      <a:endParaRPr lang="zh-CN" altLang="en-US" sz="1300" b="0">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标题 52225"/>
          <p:cNvSpPr>
            <a:spLocks noGrp="1"/>
          </p:cNvSpPr>
          <p:nvPr>
            <p:ph type="title"/>
          </p:nvPr>
        </p:nvSpPr>
        <p:spPr>
          <a:xfrm>
            <a:off x="-1270" y="4287"/>
            <a:ext cx="9140825" cy="924563"/>
          </a:xfrm>
        </p:spPr>
        <p:txBody>
          <a:bodyPr/>
          <a:lstStyle/>
          <a:p>
            <a:pPr fontAlgn="base"/>
            <a:r>
              <a:rPr lang="zh-CN" altLang="en-US" strike="noStrike" noProof="1"/>
              <a:t>7.4.2  shutil模块</a:t>
            </a:r>
            <a:endParaRPr lang="zh-CN" altLang="en-US" strike="noStrike" noProof="1"/>
          </a:p>
        </p:txBody>
      </p:sp>
      <p:sp>
        <p:nvSpPr>
          <p:cNvPr id="52227" name="文本占位符 52226"/>
          <p:cNvSpPr>
            <a:spLocks noGrp="1"/>
          </p:cNvSpPr>
          <p:nvPr>
            <p:ph idx="1"/>
          </p:nvPr>
        </p:nvSpPr>
        <p:spPr/>
        <p:txBody>
          <a:bodyPr/>
          <a:lstStyle/>
          <a:p>
            <a:pPr fontAlgn="base">
              <a:buFont typeface="Wingdings" panose="05000000000000000000" charset="0"/>
              <a:buChar char="§"/>
            </a:pPr>
            <a:r>
              <a:rPr lang="en-US" altLang="x-none" sz="1800" strike="noStrike" noProof="1"/>
              <a:t>使用该模块的copyfile()方法复制文件</a:t>
            </a:r>
            <a:endParaRPr lang="en-US" altLang="x-none" sz="1800" strike="noStrike" noProof="1"/>
          </a:p>
          <a:p>
            <a:pPr marL="1905" indent="-344805" fontAlgn="base">
              <a:buFontTx/>
              <a:buNone/>
            </a:pPr>
            <a:r>
              <a:rPr lang="en-US" altLang="x-none" sz="1600" strike="noStrike" noProof="1">
                <a:latin typeface="Consolas" panose="020B0609020204030204" pitchFamily="49" charset="0"/>
              </a:rPr>
              <a:t>&gt;&gt;&gt; import shutil</a:t>
            </a:r>
            <a:endParaRPr lang="en-US" altLang="x-none" sz="1600" strike="noStrike" noProof="1">
              <a:latin typeface="Consolas" panose="020B0609020204030204" pitchFamily="49" charset="0"/>
            </a:endParaRPr>
          </a:p>
          <a:p>
            <a:pPr marL="1905" indent="-344805" fontAlgn="base">
              <a:buFontTx/>
              <a:buNone/>
            </a:pPr>
            <a:r>
              <a:rPr lang="en-US" altLang="x-none" sz="1600" strike="noStrike" noProof="1">
                <a:latin typeface="Consolas" panose="020B0609020204030204" pitchFamily="49" charset="0"/>
              </a:rPr>
              <a:t>&gt;&gt;&gt; shutil.copyfile('C:\\dir.txt', 'C:\\dir1.txt')</a:t>
            </a:r>
            <a:endParaRPr lang="en-US" altLang="x-none" sz="1350" strike="noStrike" noProof="1">
              <a:latin typeface="Consolas" panose="020B0609020204030204" pitchFamily="49" charset="0"/>
            </a:endParaRPr>
          </a:p>
          <a:p>
            <a:pPr marL="1905" indent="-344805" fontAlgn="base">
              <a:buFont typeface="Wingdings" panose="05000000000000000000" charset="0"/>
              <a:buChar char="§"/>
            </a:pPr>
            <a:r>
              <a:rPr lang="en-US" altLang="x-none" sz="1800" strike="noStrike" noProof="1"/>
              <a:t>将C:\Python37\Dlls文件夹以及该文件夹中所有文件压缩至D:\a.zip文件</a:t>
            </a:r>
            <a:endParaRPr lang="en-US" altLang="x-none" sz="1800" strike="noStrike" noProof="1"/>
          </a:p>
          <a:p>
            <a:pPr marL="1905" indent="-344805" fontAlgn="base">
              <a:buFontTx/>
              <a:buNone/>
            </a:pPr>
            <a:r>
              <a:rPr lang="en-US" altLang="x-none" sz="1600" strike="noStrike" noProof="1">
                <a:latin typeface="Consolas" panose="020B0609020204030204" pitchFamily="49" charset="0"/>
              </a:rPr>
              <a:t>&gt;&gt;&gt; shutil.make_archive('D:\\a', 'zip', 'C:\\Python37', 'Dlls')</a:t>
            </a:r>
            <a:endParaRPr lang="en-US" altLang="x-none" sz="1350" strike="noStrike" noProof="1">
              <a:latin typeface="Consolas" panose="020B0609020204030204" pitchFamily="49" charset="0"/>
            </a:endParaRPr>
          </a:p>
          <a:p>
            <a:pPr fontAlgn="base">
              <a:buFont typeface="Wingdings" panose="05000000000000000000" charset="0"/>
              <a:buChar char="§"/>
            </a:pPr>
            <a:r>
              <a:rPr lang="en-US" altLang="x-none" sz="1800" strike="noStrike" noProof="1"/>
              <a:t>将刚压缩得到的文件D:\a.zip解压缩至D:\a_unpack文件夹</a:t>
            </a:r>
            <a:endParaRPr lang="en-US" altLang="x-none" sz="1800" strike="noStrike" noProof="1"/>
          </a:p>
          <a:p>
            <a:pPr marL="1905" indent="-344805" fontAlgn="base">
              <a:buFontTx/>
              <a:buNone/>
            </a:pPr>
            <a:r>
              <a:rPr lang="en-US" altLang="x-none" sz="1600" strike="noStrike" noProof="1">
                <a:latin typeface="Consolas" panose="020B0609020204030204" pitchFamily="49" charset="0"/>
              </a:rPr>
              <a:t>&gt;&gt;&gt; shutil.unpack_archive('D:\\a.zip', 'D:\\a_unpack')</a:t>
            </a:r>
            <a:endParaRPr lang="en-US" altLang="x-none" sz="1350" strike="noStrike" noProof="1">
              <a:latin typeface="Consolas" panose="020B0609020204030204" pitchFamily="49" charset="0"/>
            </a:endParaRPr>
          </a:p>
          <a:p>
            <a:pPr fontAlgn="base">
              <a:buFont typeface="Wingdings" panose="05000000000000000000" charset="0"/>
              <a:buChar char="§"/>
            </a:pPr>
            <a:r>
              <a:rPr lang="en-US" altLang="x-none" sz="1800" strike="noStrike" noProof="1"/>
              <a:t>删除刚刚解压缩得到的文件夹</a:t>
            </a:r>
            <a:endParaRPr lang="en-US" altLang="x-none" sz="1800" strike="noStrike" noProof="1"/>
          </a:p>
          <a:p>
            <a:pPr marL="1905" indent="-344805" fontAlgn="base">
              <a:buFontTx/>
              <a:buNone/>
            </a:pPr>
            <a:r>
              <a:rPr lang="en-US" altLang="x-none" sz="1600" strike="noStrike" noProof="1">
                <a:latin typeface="Consolas" panose="020B0609020204030204" pitchFamily="49" charset="0"/>
              </a:rPr>
              <a:t>&gt;&gt;&gt; shutil.rmtree('D:\\a_unpack')</a:t>
            </a:r>
            <a:endParaRPr lang="en-US" altLang="x-none" sz="1600" strike="noStrike" noProof="1">
              <a:latin typeface="Consolas" panose="020B0609020204030204" pitchFamily="49"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70" y="4287"/>
            <a:ext cx="9140825" cy="924563"/>
          </a:xfrm>
        </p:spPr>
        <p:txBody>
          <a:bodyPr/>
          <a:lstStyle/>
          <a:p>
            <a:pPr fontAlgn="base"/>
            <a:r>
              <a:rPr lang="en-US" strike="noStrike" noProof="1"/>
              <a:t>7.5   </a:t>
            </a:r>
            <a:r>
              <a:rPr lang="zh-CN" altLang="en-US" strike="noStrike" noProof="1"/>
              <a:t>目录操作</a:t>
            </a:r>
            <a:endParaRPr lang="zh-CN" altLang="en-US" strike="noStrike" noProof="1"/>
          </a:p>
        </p:txBody>
      </p:sp>
      <p:sp>
        <p:nvSpPr>
          <p:cNvPr id="79874" name="Content Placeholder 2"/>
          <p:cNvSpPr>
            <a:spLocks noGrp="1"/>
          </p:cNvSpPr>
          <p:nvPr>
            <p:ph idx="1"/>
          </p:nvPr>
        </p:nvSpPr>
        <p:spPr/>
        <p:txBody>
          <a:bodyPr wrap="square" lIns="68591" tIns="34295" rIns="68591" bIns="34295" anchor="t"/>
          <a:p>
            <a:r>
              <a:rPr lang="en-US" altLang="en-US" sz="1800"/>
              <a:t>os</a:t>
            </a:r>
            <a:r>
              <a:rPr lang="zh-CN" altLang="en-US" sz="1800"/>
              <a:t>模块常用的目录操作函数</a:t>
            </a:r>
            <a:endParaRPr lang="zh-CN" altLang="en-US" sz="1800"/>
          </a:p>
        </p:txBody>
      </p:sp>
      <p:graphicFrame>
        <p:nvGraphicFramePr>
          <p:cNvPr id="53252" name="内容占位符 53251"/>
          <p:cNvGraphicFramePr>
            <a:graphicFrameLocks noGrp="1"/>
          </p:cNvGraphicFramePr>
          <p:nvPr>
            <p:ph sz="half" idx="4294967295"/>
          </p:nvPr>
        </p:nvGraphicFramePr>
        <p:xfrm>
          <a:off x="387985" y="1622425"/>
          <a:ext cx="8337550" cy="3131820"/>
        </p:xfrm>
        <a:graphic>
          <a:graphicData uri="http://schemas.openxmlformats.org/drawingml/2006/table">
            <a:tbl>
              <a:tblPr/>
              <a:tblGrid>
                <a:gridCol w="2821305"/>
                <a:gridCol w="5516245"/>
              </a:tblGrid>
              <a:tr h="287655">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ctr">
                        <a:buNone/>
                      </a:pPr>
                      <a:r>
                        <a:rPr lang="zh-CN" altLang="en-US" sz="1600" b="1" dirty="0">
                          <a:effectLst/>
                          <a:latin typeface="宋体" panose="02010600030101010101" pitchFamily="2" charset="-122"/>
                        </a:rPr>
                        <a:t>函数名称</a:t>
                      </a:r>
                      <a:endParaRPr lang="zh-CN" altLang="en-US" sz="1600" b="1" dirty="0">
                        <a:effectLst/>
                        <a:latin typeface="宋体" panose="02010600030101010101" pitchFamily="2" charset="-122"/>
                      </a:endParaRPr>
                    </a:p>
                  </a:txBody>
                  <a:tcPr marL="68591" marR="68591" marT="34295" marB="342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ctr">
                        <a:buNone/>
                      </a:pPr>
                      <a:r>
                        <a:rPr lang="zh-CN" altLang="en-US" sz="1600" b="1" dirty="0">
                          <a:effectLst/>
                          <a:latin typeface="宋体" panose="02010600030101010101" pitchFamily="2" charset="-122"/>
                        </a:rPr>
                        <a:t>使用说明</a:t>
                      </a:r>
                      <a:endParaRPr lang="zh-CN" altLang="en-US" sz="1600" b="1" dirty="0">
                        <a:effectLst/>
                        <a:latin typeface="宋体" panose="02010600030101010101" pitchFamily="2" charset="-122"/>
                      </a:endParaRPr>
                    </a:p>
                  </a:txBody>
                  <a:tcPr marL="68591" marR="68591" marT="34295" marB="342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1940">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92075"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zh-CN" sz="1600" b="0" i="0" u="none" kern="1200" baseline="0" dirty="0" err="1">
                          <a:solidFill>
                            <a:schemeClr val="tx1"/>
                          </a:solidFill>
                          <a:effectLst/>
                          <a:latin typeface="宋体" panose="02010600030101010101" pitchFamily="2" charset="-122"/>
                          <a:ea typeface="+mn-ea"/>
                          <a:cs typeface="+mn-cs"/>
                        </a:rPr>
                        <a:t>mkdir</a:t>
                      </a:r>
                      <a:r>
                        <a:rPr lang="en-US" altLang="zh-CN" sz="1600" b="0" i="0" u="none" kern="1200" baseline="0" dirty="0">
                          <a:solidFill>
                            <a:schemeClr val="tx1"/>
                          </a:solidFill>
                          <a:effectLst/>
                          <a:latin typeface="宋体" panose="02010600030101010101" pitchFamily="2" charset="-122"/>
                          <a:ea typeface="+mn-ea"/>
                          <a:cs typeface="+mn-cs"/>
                        </a:rPr>
                        <a:t>(path[, mode=0o777])</a:t>
                      </a:r>
                      <a:endParaRPr lang="en-US" altLang="zh-CN" sz="1600" b="0" i="0" u="none" kern="1200" baseline="0" dirty="0">
                        <a:solidFill>
                          <a:schemeClr val="tx1"/>
                        </a:solidFill>
                        <a:effectLst/>
                        <a:latin typeface="宋体" panose="02010600030101010101" pitchFamily="2" charset="-122"/>
                        <a:ea typeface="+mn-ea"/>
                        <a:cs typeface="+mn-cs"/>
                      </a:endParaRPr>
                    </a:p>
                  </a:txBody>
                  <a:tcPr marL="2715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indent="92075" algn="l">
                        <a:buNone/>
                      </a:pPr>
                      <a:r>
                        <a:rPr lang="zh-CN" altLang="en-US" sz="1600" b="0" u="none" dirty="0">
                          <a:effectLst/>
                          <a:latin typeface="宋体" panose="02010600030101010101" pitchFamily="2" charset="-122"/>
                          <a:cs typeface="宋体" panose="02010600030101010101" pitchFamily="2" charset="-122"/>
                        </a:rPr>
                        <a:t>创建目录，要求上级目录必须存在</a:t>
                      </a:r>
                      <a:endParaRPr lang="zh-CN" altLang="en-US" sz="1600" b="0" u="none" dirty="0">
                        <a:effectLst/>
                        <a:latin typeface="宋体" panose="02010600030101010101" pitchFamily="2" charset="-122"/>
                        <a:cs typeface="宋体" panose="02010600030101010101" pitchFamily="2" charset="-122"/>
                      </a:endParaRPr>
                    </a:p>
                  </a:txBody>
                  <a:tcPr marL="2715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12115">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92075"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zh-CN" sz="1600" b="0" i="0" u="none" kern="1200" baseline="0" dirty="0" err="1">
                          <a:solidFill>
                            <a:schemeClr val="tx1"/>
                          </a:solidFill>
                          <a:effectLst/>
                          <a:latin typeface="宋体" panose="02010600030101010101" pitchFamily="2" charset="-122"/>
                          <a:ea typeface="+mn-ea"/>
                          <a:cs typeface="+mn-cs"/>
                        </a:rPr>
                        <a:t>makedirs</a:t>
                      </a:r>
                      <a:r>
                        <a:rPr lang="en-US" altLang="zh-CN" sz="1600" b="0" i="0" u="none" kern="1200" baseline="0" dirty="0">
                          <a:solidFill>
                            <a:schemeClr val="tx1"/>
                          </a:solidFill>
                          <a:effectLst/>
                          <a:latin typeface="宋体" panose="02010600030101010101" pitchFamily="2" charset="-122"/>
                          <a:ea typeface="+mn-ea"/>
                          <a:cs typeface="+mn-cs"/>
                        </a:rPr>
                        <a:t>(path1/path2…, mode=511)</a:t>
                      </a:r>
                      <a:endParaRPr lang="en-US" altLang="zh-CN" sz="1600" b="0" i="0" u="none" kern="1200" baseline="0" dirty="0">
                        <a:solidFill>
                          <a:schemeClr val="tx1"/>
                        </a:solidFill>
                        <a:effectLst/>
                        <a:latin typeface="宋体" panose="02010600030101010101" pitchFamily="2" charset="-122"/>
                        <a:ea typeface="+mn-ea"/>
                        <a:cs typeface="+mn-cs"/>
                      </a:endParaRPr>
                    </a:p>
                  </a:txBody>
                  <a:tcPr marL="2715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indent="92075" algn="l">
                        <a:buNone/>
                      </a:pPr>
                      <a:r>
                        <a:rPr lang="zh-CN" altLang="en-US" sz="1600" b="0" u="none" dirty="0">
                          <a:effectLst/>
                          <a:latin typeface="宋体" panose="02010600030101010101" pitchFamily="2" charset="-122"/>
                          <a:cs typeface="宋体" panose="02010600030101010101" pitchFamily="2" charset="-122"/>
                        </a:rPr>
                        <a:t>创建多级目录，会根据需要自动创建中间缺失的目录</a:t>
                      </a:r>
                      <a:endParaRPr lang="zh-CN" altLang="en-US" sz="1600" b="0" u="none" dirty="0">
                        <a:effectLst/>
                        <a:latin typeface="宋体" panose="02010600030101010101" pitchFamily="2" charset="-122"/>
                        <a:cs typeface="宋体" panose="02010600030101010101" pitchFamily="2" charset="-122"/>
                      </a:endParaRPr>
                    </a:p>
                  </a:txBody>
                  <a:tcPr marL="2715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5435">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x-none" sz="1600" b="0" i="0" u="none" kern="1200" baseline="0" dirty="0">
                          <a:solidFill>
                            <a:schemeClr val="tx1"/>
                          </a:solidFill>
                          <a:effectLst/>
                          <a:latin typeface="宋体" panose="02010600030101010101" pitchFamily="2" charset="-122"/>
                          <a:ea typeface="+mn-ea"/>
                          <a:cs typeface="+mn-cs"/>
                        </a:rPr>
                        <a:t>rmdir(path)</a:t>
                      </a:r>
                      <a:endParaRPr lang="en-US" altLang="x-none" sz="1600" b="0" i="0" u="none" kern="1200" baseline="0" dirty="0">
                        <a:solidFill>
                          <a:schemeClr val="tx1"/>
                        </a:solidFill>
                        <a:effectLst/>
                        <a:latin typeface="宋体" panose="02010600030101010101" pitchFamily="2" charset="-122"/>
                        <a:ea typeface="+mn-ea"/>
                        <a:cs typeface="+mn-cs"/>
                      </a:endParaRPr>
                    </a:p>
                  </a:txBody>
                  <a:tcPr marL="68591" marR="68591" marT="34295" marB="342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buNone/>
                      </a:pPr>
                      <a:r>
                        <a:rPr lang="zh-CN" altLang="en-US" sz="1600" b="0" dirty="0">
                          <a:effectLst/>
                          <a:latin typeface="宋体" panose="02010600030101010101" pitchFamily="2" charset="-122"/>
                        </a:rPr>
                        <a:t>删除目录，要求该文件夹中不能有文件或子文件夹</a:t>
                      </a:r>
                      <a:endParaRPr lang="zh-CN" altLang="en-US" sz="1600" b="0" dirty="0">
                        <a:effectLst/>
                        <a:latin typeface="宋体" panose="02010600030101010101" pitchFamily="2" charset="-122"/>
                      </a:endParaRPr>
                    </a:p>
                  </a:txBody>
                  <a:tcPr marL="68591" marR="68591" marT="34295" marB="342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74320">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x-none" sz="1600" b="0" i="0" u="none" kern="1200" baseline="0" dirty="0">
                          <a:solidFill>
                            <a:schemeClr val="tx1"/>
                          </a:solidFill>
                          <a:effectLst/>
                          <a:latin typeface="宋体" panose="02010600030101010101" pitchFamily="2" charset="-122"/>
                          <a:ea typeface="+mn-ea"/>
                          <a:cs typeface="+mn-cs"/>
                        </a:rPr>
                        <a:t>removedirs(path1/path2…)</a:t>
                      </a:r>
                      <a:endParaRPr lang="en-US" altLang="x-none" sz="1600" b="0" i="0" u="none" kern="1200" baseline="0" dirty="0">
                        <a:solidFill>
                          <a:schemeClr val="tx1"/>
                        </a:solidFill>
                        <a:effectLst/>
                        <a:latin typeface="宋体" panose="02010600030101010101" pitchFamily="2" charset="-122"/>
                        <a:ea typeface="+mn-ea"/>
                        <a:cs typeface="+mn-cs"/>
                      </a:endParaRPr>
                    </a:p>
                  </a:txBody>
                  <a:tcPr marL="68591" marR="68591" marT="34295" marB="342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buNone/>
                      </a:pPr>
                      <a:r>
                        <a:rPr lang="zh-CN" altLang="en-US" sz="1600" b="0" dirty="0">
                          <a:effectLst/>
                          <a:latin typeface="宋体" panose="02010600030101010101" pitchFamily="2" charset="-122"/>
                        </a:rPr>
                        <a:t>删除多级目录</a:t>
                      </a:r>
                      <a:endParaRPr lang="zh-CN" altLang="en-US" sz="1600" b="0" dirty="0">
                        <a:effectLst/>
                        <a:latin typeface="宋体" panose="02010600030101010101" pitchFamily="2" charset="-122"/>
                      </a:endParaRPr>
                    </a:p>
                  </a:txBody>
                  <a:tcPr marL="68591" marR="68591" marT="34295" marB="342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92735">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x-none" sz="1600" b="0" i="0" u="none" kern="1200" baseline="0" dirty="0">
                          <a:solidFill>
                            <a:schemeClr val="tx1"/>
                          </a:solidFill>
                          <a:effectLst/>
                          <a:latin typeface="宋体" panose="02010600030101010101" pitchFamily="2" charset="-122"/>
                          <a:ea typeface="+mn-ea"/>
                          <a:cs typeface="+mn-cs"/>
                        </a:rPr>
                        <a:t>listdir(path)</a:t>
                      </a:r>
                      <a:endParaRPr lang="en-US" altLang="x-none" sz="1600" b="0" i="0" u="none" kern="1200" baseline="0" dirty="0">
                        <a:solidFill>
                          <a:schemeClr val="tx1"/>
                        </a:solidFill>
                        <a:effectLst/>
                        <a:latin typeface="宋体" panose="02010600030101010101" pitchFamily="2" charset="-122"/>
                        <a:ea typeface="+mn-ea"/>
                        <a:cs typeface="+mn-cs"/>
                      </a:endParaRPr>
                    </a:p>
                  </a:txBody>
                  <a:tcPr marL="68591" marR="68591" marT="34295" marB="342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buNone/>
                      </a:pPr>
                      <a:r>
                        <a:rPr lang="zh-CN" altLang="en-US" sz="1600" b="0" dirty="0">
                          <a:effectLst/>
                          <a:latin typeface="宋体" panose="02010600030101010101" pitchFamily="2" charset="-122"/>
                        </a:rPr>
                        <a:t>返回指定目录下所有文件信息</a:t>
                      </a:r>
                      <a:endParaRPr lang="zh-CN" altLang="en-US" sz="1600" b="0" dirty="0">
                        <a:effectLst/>
                        <a:latin typeface="宋体" panose="02010600030101010101" pitchFamily="2" charset="-122"/>
                      </a:endParaRPr>
                    </a:p>
                  </a:txBody>
                  <a:tcPr marL="68591" marR="68591" marT="34295" marB="342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74320">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x-none" sz="1600" b="0" i="0" u="none" kern="1200" baseline="0" dirty="0">
                          <a:solidFill>
                            <a:schemeClr val="tx1"/>
                          </a:solidFill>
                          <a:effectLst/>
                          <a:latin typeface="宋体" panose="02010600030101010101" pitchFamily="2" charset="-122"/>
                          <a:ea typeface="+mn-ea"/>
                          <a:cs typeface="+mn-cs"/>
                        </a:rPr>
                        <a:t>getcwd()</a:t>
                      </a:r>
                      <a:endParaRPr lang="en-US" altLang="x-none" sz="1600" b="0" i="0" u="none" kern="1200" baseline="0" dirty="0">
                        <a:solidFill>
                          <a:schemeClr val="tx1"/>
                        </a:solidFill>
                        <a:effectLst/>
                        <a:latin typeface="宋体" panose="02010600030101010101" pitchFamily="2" charset="-122"/>
                        <a:ea typeface="+mn-ea"/>
                        <a:cs typeface="+mn-cs"/>
                      </a:endParaRPr>
                    </a:p>
                  </a:txBody>
                  <a:tcPr marL="68591" marR="68591" marT="34295" marB="342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buNone/>
                      </a:pPr>
                      <a:r>
                        <a:rPr lang="zh-CN" altLang="en-US" sz="1600" b="0" dirty="0">
                          <a:effectLst/>
                          <a:latin typeface="宋体" panose="02010600030101010101" pitchFamily="2" charset="-122"/>
                        </a:rPr>
                        <a:t>返回当前工作目录</a:t>
                      </a:r>
                      <a:endParaRPr lang="zh-CN" altLang="en-US" sz="1600" b="0" dirty="0">
                        <a:effectLst/>
                        <a:latin typeface="宋体" panose="02010600030101010101" pitchFamily="2" charset="-122"/>
                      </a:endParaRPr>
                    </a:p>
                  </a:txBody>
                  <a:tcPr marL="68591" marR="68591" marT="34295" marB="342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74320">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x-none" sz="1600" b="0" i="0" u="none" kern="1200" baseline="0" dirty="0">
                          <a:solidFill>
                            <a:schemeClr val="tx1"/>
                          </a:solidFill>
                          <a:effectLst/>
                          <a:latin typeface="宋体" panose="02010600030101010101" pitchFamily="2" charset="-122"/>
                          <a:ea typeface="+mn-ea"/>
                          <a:cs typeface="+mn-cs"/>
                        </a:rPr>
                        <a:t>chdir(path)</a:t>
                      </a:r>
                      <a:endParaRPr lang="en-US" altLang="x-none" sz="1600" b="0" i="0" u="none" kern="1200" baseline="0" dirty="0">
                        <a:solidFill>
                          <a:schemeClr val="tx1"/>
                        </a:solidFill>
                        <a:effectLst/>
                        <a:latin typeface="宋体" panose="02010600030101010101" pitchFamily="2" charset="-122"/>
                        <a:ea typeface="+mn-ea"/>
                        <a:cs typeface="+mn-cs"/>
                      </a:endParaRPr>
                    </a:p>
                  </a:txBody>
                  <a:tcPr marL="68591" marR="68591" marT="34295" marB="342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0">
                        <a:buNone/>
                      </a:pPr>
                      <a:r>
                        <a:rPr lang="zh-CN" altLang="en-US" sz="1600" b="0" dirty="0">
                          <a:effectLst/>
                          <a:latin typeface="宋体" panose="02010600030101010101" pitchFamily="2" charset="-122"/>
                        </a:rPr>
                        <a:t>把</a:t>
                      </a:r>
                      <a:r>
                        <a:rPr lang="en-US" altLang="x-none" sz="1600" b="0" dirty="0">
                          <a:effectLst/>
                          <a:latin typeface="宋体" panose="02010600030101010101" pitchFamily="2" charset="-122"/>
                        </a:rPr>
                        <a:t>path</a:t>
                      </a:r>
                      <a:r>
                        <a:rPr lang="zh-CN" altLang="en-US" sz="1600" b="0" dirty="0">
                          <a:effectLst/>
                          <a:latin typeface="宋体" panose="02010600030101010101" pitchFamily="2" charset="-122"/>
                        </a:rPr>
                        <a:t>设为当前工作目录</a:t>
                      </a:r>
                      <a:endParaRPr lang="zh-CN" altLang="en-US" sz="1600" b="0" dirty="0">
                        <a:effectLst/>
                        <a:latin typeface="宋体" panose="02010600030101010101" pitchFamily="2" charset="-122"/>
                      </a:endParaRPr>
                    </a:p>
                  </a:txBody>
                  <a:tcPr marL="68591" marR="68591" marT="34295" marB="342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47675">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lvl="0" indent="92075"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zh-CN" sz="1600" b="0" i="0" u="none" kern="1200" baseline="0" dirty="0">
                          <a:solidFill>
                            <a:schemeClr val="tx1"/>
                          </a:solidFill>
                          <a:effectLst/>
                          <a:latin typeface="宋体" panose="02010600030101010101" pitchFamily="2" charset="-122"/>
                          <a:ea typeface="+mn-ea"/>
                          <a:cs typeface="+mn-cs"/>
                        </a:rPr>
                        <a:t>walk(top, </a:t>
                      </a:r>
                      <a:r>
                        <a:rPr lang="en-US" altLang="zh-CN" sz="1600" b="0" i="0" u="none" kern="1200" baseline="0" dirty="0" err="1">
                          <a:solidFill>
                            <a:schemeClr val="tx1"/>
                          </a:solidFill>
                          <a:effectLst/>
                          <a:latin typeface="宋体" panose="02010600030101010101" pitchFamily="2" charset="-122"/>
                          <a:ea typeface="+mn-ea"/>
                          <a:cs typeface="+mn-cs"/>
                        </a:rPr>
                        <a:t>topdown</a:t>
                      </a:r>
                      <a:r>
                        <a:rPr lang="en-US" altLang="zh-CN" sz="1600" b="0" i="0" u="none" kern="1200" baseline="0" dirty="0">
                          <a:solidFill>
                            <a:schemeClr val="tx1"/>
                          </a:solidFill>
                          <a:effectLst/>
                          <a:latin typeface="宋体" panose="02010600030101010101" pitchFamily="2" charset="-122"/>
                          <a:ea typeface="+mn-ea"/>
                          <a:cs typeface="+mn-cs"/>
                        </a:rPr>
                        <a:t>=True, </a:t>
                      </a:r>
                      <a:r>
                        <a:rPr lang="en-US" altLang="zh-CN" sz="1600" b="0" i="0" u="none" kern="1200" baseline="0" dirty="0" err="1">
                          <a:solidFill>
                            <a:schemeClr val="tx1"/>
                          </a:solidFill>
                          <a:effectLst/>
                          <a:latin typeface="宋体" panose="02010600030101010101" pitchFamily="2" charset="-122"/>
                          <a:ea typeface="+mn-ea"/>
                          <a:cs typeface="+mn-cs"/>
                        </a:rPr>
                        <a:t>onerror</a:t>
                      </a:r>
                      <a:r>
                        <a:rPr lang="en-US" altLang="zh-CN" sz="1600" b="0" i="0" u="none" kern="1200" baseline="0" dirty="0">
                          <a:solidFill>
                            <a:schemeClr val="tx1"/>
                          </a:solidFill>
                          <a:effectLst/>
                          <a:latin typeface="宋体" panose="02010600030101010101" pitchFamily="2" charset="-122"/>
                          <a:ea typeface="+mn-ea"/>
                          <a:cs typeface="+mn-cs"/>
                        </a:rPr>
                        <a:t>=None)</a:t>
                      </a:r>
                      <a:endParaRPr lang="en-US" altLang="zh-CN" sz="1600" b="0" i="0" u="none" kern="1200" baseline="0" dirty="0">
                        <a:solidFill>
                          <a:schemeClr val="tx1"/>
                        </a:solidFill>
                        <a:effectLst/>
                        <a:latin typeface="宋体" panose="02010600030101010101" pitchFamily="2" charset="-122"/>
                        <a:ea typeface="+mn-ea"/>
                        <a:cs typeface="+mn-cs"/>
                      </a:endParaRPr>
                    </a:p>
                  </a:txBody>
                  <a:tcPr marL="2715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1"/>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2"/>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3"/>
                        </a:buBlip>
                        <a:defRPr sz="1800" kern="1200">
                          <a:effectLst>
                            <a:outerShdw blurRad="38100" dist="38100" dir="2700000">
                              <a:srgbClr val="C0C0C0"/>
                            </a:outerShdw>
                          </a:effectLst>
                        </a:defRPr>
                      </a:lvl5pPr>
                    </a:lstStyle>
                    <a:p>
                      <a:pPr marL="0" indent="92075" algn="l">
                        <a:buNone/>
                      </a:pPr>
                      <a:r>
                        <a:rPr lang="zh-CN" altLang="en-US" sz="1600" b="0" u="none" dirty="0">
                          <a:effectLst/>
                          <a:latin typeface="宋体" panose="02010600030101010101" pitchFamily="2" charset="-122"/>
                          <a:ea typeface="宋体" panose="02010600030101010101" pitchFamily="2" charset="-122"/>
                          <a:cs typeface="宋体" panose="02010600030101010101" pitchFamily="2" charset="-122"/>
                        </a:rPr>
                        <a:t>遍历目录树，该方法返回一个元组，包括</a:t>
                      </a:r>
                      <a:r>
                        <a:rPr lang="en-US" altLang="zh-CN" sz="1600" b="0" u="none" dirty="0">
                          <a:effectLst/>
                          <a:latin typeface="宋体" panose="02010600030101010101" pitchFamily="2" charset="-122"/>
                          <a:ea typeface="宋体" panose="02010600030101010101" pitchFamily="2" charset="-122"/>
                          <a:cs typeface="宋体" panose="02010600030101010101" pitchFamily="2" charset="-122"/>
                        </a:rPr>
                        <a:t>3</a:t>
                      </a:r>
                      <a:r>
                        <a:rPr lang="zh-CN" altLang="en-US" sz="1600" b="0" u="none" dirty="0">
                          <a:effectLst/>
                          <a:latin typeface="宋体" panose="02010600030101010101" pitchFamily="2" charset="-122"/>
                          <a:ea typeface="宋体" panose="02010600030101010101" pitchFamily="2" charset="-122"/>
                          <a:cs typeface="宋体" panose="02010600030101010101" pitchFamily="2" charset="-122"/>
                        </a:rPr>
                        <a:t>个元素：所有路径名、所有目录列表与文件列表</a:t>
                      </a:r>
                      <a:endParaRPr lang="en-US" sz="1600" b="0" u="none" dirty="0">
                        <a:effectLst/>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标题 54273"/>
          <p:cNvSpPr>
            <a:spLocks noGrp="1"/>
          </p:cNvSpPr>
          <p:nvPr>
            <p:ph type="title"/>
          </p:nvPr>
        </p:nvSpPr>
        <p:spPr>
          <a:xfrm>
            <a:off x="-1270" y="4287"/>
            <a:ext cx="9140825" cy="924563"/>
          </a:xfrm>
        </p:spPr>
        <p:txBody>
          <a:bodyPr/>
          <a:lstStyle/>
          <a:p>
            <a:pPr fontAlgn="base"/>
            <a:r>
              <a:rPr lang="zh-CN" altLang="en-US" strike="noStrike" noProof="1"/>
              <a:t>7.5  目录操作</a:t>
            </a:r>
            <a:endParaRPr lang="zh-CN" altLang="en-US" strike="noStrike" noProof="1"/>
          </a:p>
        </p:txBody>
      </p:sp>
      <p:sp>
        <p:nvSpPr>
          <p:cNvPr id="80898" name="文本占位符 54274"/>
          <p:cNvSpPr>
            <a:spLocks noGrp="1"/>
          </p:cNvSpPr>
          <p:nvPr>
            <p:ph idx="1"/>
          </p:nvPr>
        </p:nvSpPr>
        <p:spPr/>
        <p:txBody>
          <a:bodyPr wrap="square" lIns="68591" tIns="34295" rIns="68591" bIns="34295" anchor="t"/>
          <a:p>
            <a:pPr marL="1905" indent="-344805"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&gt;&gt;&gt; import </a:t>
            </a:r>
            <a:r>
              <a:rPr lang="en-US" altLang="zh-CN" sz="1600" dirty="0" err="1">
                <a:latin typeface="Consolas" panose="020B0609020204030204" pitchFamily="49" charset="0"/>
              </a:rPr>
              <a:t>os</a:t>
            </a:r>
            <a:endParaRPr lang="en-US" altLang="zh-CN" sz="1600" dirty="0">
              <a:latin typeface="Consolas" panose="020B0609020204030204" pitchFamily="49" charset="0"/>
            </a:endParaRPr>
          </a:p>
          <a:p>
            <a:pPr marL="1905" indent="-344805"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os.getcwd</a:t>
            </a:r>
            <a:r>
              <a:rPr lang="en-US" altLang="zh-CN" sz="1600" dirty="0">
                <a:latin typeface="Consolas" panose="020B0609020204030204" pitchFamily="49" charset="0"/>
              </a:rPr>
              <a:t>()                         #</a:t>
            </a:r>
            <a:r>
              <a:rPr lang="zh-CN" altLang="en-US" sz="1600" dirty="0">
                <a:latin typeface="Consolas" panose="020B0609020204030204" pitchFamily="49" charset="0"/>
              </a:rPr>
              <a:t>返回当前工作目录</a:t>
            </a:r>
            <a:endParaRPr lang="zh-CN" altLang="en-US" sz="1600" dirty="0">
              <a:latin typeface="Consolas" panose="020B0609020204030204" pitchFamily="49" charset="0"/>
            </a:endParaRPr>
          </a:p>
          <a:p>
            <a:pPr marL="1905" indent="-344805" eaLnBrk="1" latinLnBrk="0" hangingPunct="1">
              <a:spcBef>
                <a:spcPts val="0"/>
              </a:spcBef>
              <a:buSzPct val="90000"/>
              <a:buFont typeface="Wingdings" panose="05000000000000000000" pitchFamily="2" charset="2"/>
              <a:buNone/>
            </a:pPr>
            <a:r>
              <a:rPr lang="en-US" altLang="zh-CN" sz="1600" dirty="0">
                <a:solidFill>
                  <a:srgbClr val="00B0F0"/>
                </a:solidFill>
                <a:latin typeface="Consolas" panose="020B0609020204030204" pitchFamily="49" charset="0"/>
              </a:rPr>
              <a:t>'C:\\Python35'</a:t>
            </a:r>
            <a:endParaRPr lang="en-US" altLang="zh-CN" sz="1600" dirty="0">
              <a:solidFill>
                <a:srgbClr val="00B0F0"/>
              </a:solidFill>
              <a:latin typeface="Consolas" panose="020B0609020204030204" pitchFamily="49" charset="0"/>
            </a:endParaRPr>
          </a:p>
          <a:p>
            <a:pPr marL="1905" indent="-344805"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os.mkdir</a:t>
            </a:r>
            <a:r>
              <a:rPr lang="en-US" altLang="zh-CN" sz="1600" dirty="0">
                <a:latin typeface="Consolas" panose="020B0609020204030204" pitchFamily="49" charset="0"/>
              </a:rPr>
              <a:t>(</a:t>
            </a:r>
            <a:r>
              <a:rPr lang="en-US" altLang="zh-CN" sz="1600" dirty="0" err="1">
                <a:latin typeface="Consolas" panose="020B0609020204030204" pitchFamily="49" charset="0"/>
              </a:rPr>
              <a:t>os.getcwd</a:t>
            </a:r>
            <a:r>
              <a:rPr lang="en-US" altLang="zh-CN" sz="1600" dirty="0">
                <a:latin typeface="Consolas" panose="020B0609020204030204" pitchFamily="49" charset="0"/>
              </a:rPr>
              <a:t>()+'\\temp')      #</a:t>
            </a:r>
            <a:r>
              <a:rPr lang="zh-CN" altLang="en-US" sz="1600" dirty="0">
                <a:latin typeface="Consolas" panose="020B0609020204030204" pitchFamily="49" charset="0"/>
              </a:rPr>
              <a:t>创建目录</a:t>
            </a:r>
            <a:endParaRPr lang="zh-CN" altLang="en-US" sz="1600" dirty="0">
              <a:latin typeface="Consolas" panose="020B0609020204030204" pitchFamily="49" charset="0"/>
            </a:endParaRPr>
          </a:p>
          <a:p>
            <a:pPr marL="1905" indent="-344805"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os.chdir</a:t>
            </a:r>
            <a:r>
              <a:rPr lang="en-US" altLang="zh-CN" sz="1600" dirty="0">
                <a:latin typeface="Consolas" panose="020B0609020204030204" pitchFamily="49" charset="0"/>
              </a:rPr>
              <a:t>(</a:t>
            </a:r>
            <a:r>
              <a:rPr lang="en-US" altLang="zh-CN" sz="1600" dirty="0" err="1">
                <a:latin typeface="Consolas" panose="020B0609020204030204" pitchFamily="49" charset="0"/>
              </a:rPr>
              <a:t>os.getcwd</a:t>
            </a:r>
            <a:r>
              <a:rPr lang="en-US" altLang="zh-CN" sz="1600" dirty="0">
                <a:latin typeface="Consolas" panose="020B0609020204030204" pitchFamily="49" charset="0"/>
              </a:rPr>
              <a:t>()+'\\temp')      #</a:t>
            </a:r>
            <a:r>
              <a:rPr lang="zh-CN" altLang="en-US" sz="1600" dirty="0">
                <a:latin typeface="Consolas" panose="020B0609020204030204" pitchFamily="49" charset="0"/>
              </a:rPr>
              <a:t>改变当前工作目录</a:t>
            </a:r>
            <a:endParaRPr lang="zh-CN" altLang="en-US" sz="1600" dirty="0">
              <a:latin typeface="Consolas" panose="020B0609020204030204" pitchFamily="49" charset="0"/>
            </a:endParaRPr>
          </a:p>
          <a:p>
            <a:pPr marL="1905" indent="-344805"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os.getcwd</a:t>
            </a:r>
            <a:r>
              <a:rPr lang="en-US" altLang="zh-CN" sz="1600" dirty="0">
                <a:latin typeface="Consolas" panose="020B0609020204030204" pitchFamily="49" charset="0"/>
              </a:rPr>
              <a:t>()</a:t>
            </a:r>
            <a:endParaRPr lang="en-US" altLang="zh-CN" sz="1600" dirty="0">
              <a:latin typeface="Consolas" panose="020B0609020204030204" pitchFamily="49" charset="0"/>
            </a:endParaRPr>
          </a:p>
          <a:p>
            <a:pPr marL="1905" indent="-344805" eaLnBrk="1" latinLnBrk="0" hangingPunct="1">
              <a:spcBef>
                <a:spcPts val="0"/>
              </a:spcBef>
              <a:buSzPct val="90000"/>
              <a:buFont typeface="Wingdings" panose="05000000000000000000" pitchFamily="2" charset="2"/>
              <a:buNone/>
            </a:pPr>
            <a:r>
              <a:rPr lang="en-US" altLang="zh-CN" sz="1600" dirty="0">
                <a:solidFill>
                  <a:srgbClr val="00B0F0"/>
                </a:solidFill>
                <a:latin typeface="Consolas" panose="020B0609020204030204" pitchFamily="49" charset="0"/>
              </a:rPr>
              <a:t>'C:\\Python35\\temp'</a:t>
            </a:r>
            <a:endParaRPr lang="en-US" altLang="zh-CN" sz="1600" dirty="0">
              <a:solidFill>
                <a:srgbClr val="00B0F0"/>
              </a:solidFill>
              <a:latin typeface="Consolas" panose="020B0609020204030204" pitchFamily="49" charset="0"/>
            </a:endParaRPr>
          </a:p>
          <a:p>
            <a:pPr marL="1905" indent="-344805"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os.mkdir</a:t>
            </a:r>
            <a:r>
              <a:rPr lang="en-US" altLang="zh-CN" sz="1600" dirty="0">
                <a:latin typeface="Consolas" panose="020B0609020204030204" pitchFamily="49" charset="0"/>
              </a:rPr>
              <a:t>(</a:t>
            </a:r>
            <a:r>
              <a:rPr lang="en-US" altLang="zh-CN" sz="1600" dirty="0" err="1">
                <a:latin typeface="Consolas" panose="020B0609020204030204" pitchFamily="49" charset="0"/>
              </a:rPr>
              <a:t>os.getcwd</a:t>
            </a:r>
            <a:r>
              <a:rPr lang="en-US" altLang="zh-CN" sz="1600" dirty="0">
                <a:latin typeface="Consolas" panose="020B0609020204030204" pitchFamily="49" charset="0"/>
              </a:rPr>
              <a:t>()+'\\test')</a:t>
            </a:r>
            <a:endParaRPr lang="en-US" altLang="zh-CN" sz="1600" dirty="0">
              <a:latin typeface="Consolas" panose="020B0609020204030204" pitchFamily="49" charset="0"/>
            </a:endParaRPr>
          </a:p>
          <a:p>
            <a:pPr marL="1905" indent="-344805"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os.listdir</a:t>
            </a:r>
            <a:r>
              <a:rPr lang="en-US" altLang="zh-CN" sz="1600" dirty="0">
                <a:latin typeface="Consolas" panose="020B0609020204030204" pitchFamily="49" charset="0"/>
              </a:rPr>
              <a:t>('.')</a:t>
            </a:r>
            <a:endParaRPr lang="en-US" altLang="zh-CN" sz="1600" dirty="0">
              <a:latin typeface="Consolas" panose="020B0609020204030204" pitchFamily="49" charset="0"/>
            </a:endParaRPr>
          </a:p>
          <a:p>
            <a:pPr marL="1905" indent="-344805" eaLnBrk="1" latinLnBrk="0" hangingPunct="1">
              <a:spcBef>
                <a:spcPts val="0"/>
              </a:spcBef>
              <a:buSzPct val="90000"/>
              <a:buFont typeface="Wingdings" panose="05000000000000000000" pitchFamily="2" charset="2"/>
              <a:buNone/>
            </a:pPr>
            <a:r>
              <a:rPr lang="en-US" altLang="zh-CN" sz="1600" dirty="0">
                <a:solidFill>
                  <a:srgbClr val="00B0F0"/>
                </a:solidFill>
                <a:latin typeface="Consolas" panose="020B0609020204030204" pitchFamily="49" charset="0"/>
              </a:rPr>
              <a:t>['test']</a:t>
            </a:r>
            <a:endParaRPr lang="en-US" altLang="zh-CN" sz="1600" dirty="0">
              <a:solidFill>
                <a:srgbClr val="00B0F0"/>
              </a:solidFill>
              <a:latin typeface="Consolas" panose="020B0609020204030204" pitchFamily="49" charset="0"/>
            </a:endParaRPr>
          </a:p>
          <a:p>
            <a:pPr marL="1905" indent="-344805"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os.rmdir</a:t>
            </a:r>
            <a:r>
              <a:rPr lang="en-US" altLang="zh-CN" sz="1600" dirty="0">
                <a:latin typeface="Consolas" panose="020B0609020204030204" pitchFamily="49" charset="0"/>
              </a:rPr>
              <a:t>('test')                    #</a:t>
            </a:r>
            <a:r>
              <a:rPr lang="zh-CN" altLang="en-US" sz="1600" dirty="0">
                <a:latin typeface="Consolas" panose="020B0609020204030204" pitchFamily="49" charset="0"/>
              </a:rPr>
              <a:t>删除目录</a:t>
            </a:r>
            <a:endParaRPr lang="zh-CN" altLang="en-US" sz="1600" dirty="0">
              <a:latin typeface="Consolas" panose="020B0609020204030204" pitchFamily="49" charset="0"/>
            </a:endParaRPr>
          </a:p>
          <a:p>
            <a:pPr marL="1905" indent="-344805"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os.listdir</a:t>
            </a:r>
            <a:r>
              <a:rPr lang="en-US" altLang="zh-CN" sz="1600" dirty="0">
                <a:latin typeface="Consolas" panose="020B0609020204030204" pitchFamily="49" charset="0"/>
              </a:rPr>
              <a:t>('.')</a:t>
            </a:r>
            <a:endParaRPr lang="en-US" altLang="zh-CN" sz="1600" dirty="0">
              <a:latin typeface="Consolas" panose="020B0609020204030204" pitchFamily="49" charset="0"/>
            </a:endParaRPr>
          </a:p>
          <a:p>
            <a:pPr marL="1905" indent="-344805" eaLnBrk="1" latinLnBrk="0" hangingPunct="1">
              <a:spcBef>
                <a:spcPts val="0"/>
              </a:spcBef>
              <a:buSzPct val="90000"/>
              <a:buFont typeface="Wingdings" panose="05000000000000000000" pitchFamily="2" charset="2"/>
              <a:buNone/>
            </a:pPr>
            <a:r>
              <a:rPr lang="en-US" altLang="zh-CN" sz="1600" dirty="0">
                <a:solidFill>
                  <a:srgbClr val="00B0F0"/>
                </a:solidFill>
                <a:latin typeface="Consolas" panose="020B0609020204030204" pitchFamily="49" charset="0"/>
              </a:rPr>
              <a:t>[]</a:t>
            </a:r>
            <a:endParaRPr lang="en-US" altLang="zh-CN" sz="1600" dirty="0">
              <a:solidFill>
                <a:srgbClr val="00B0F0"/>
              </a:solidFill>
              <a:latin typeface="Consolas" panose="020B0609020204030204" pitchFamily="49"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55297"/>
          <p:cNvSpPr>
            <a:spLocks noGrp="1"/>
          </p:cNvSpPr>
          <p:nvPr>
            <p:ph type="title"/>
          </p:nvPr>
        </p:nvSpPr>
        <p:spPr>
          <a:xfrm>
            <a:off x="-1270" y="4287"/>
            <a:ext cx="9140825" cy="924563"/>
          </a:xfrm>
        </p:spPr>
        <p:txBody>
          <a:bodyPr/>
          <a:lstStyle/>
          <a:p>
            <a:pPr fontAlgn="base"/>
            <a:r>
              <a:rPr lang="zh-CN" altLang="en-US" strike="noStrike" noProof="1"/>
              <a:t>7.5  目录操作</a:t>
            </a:r>
            <a:endParaRPr lang="zh-CN" altLang="en-US" strike="noStrike" noProof="1"/>
          </a:p>
        </p:txBody>
      </p:sp>
      <p:sp>
        <p:nvSpPr>
          <p:cNvPr id="81922" name="文本占位符 55298"/>
          <p:cNvSpPr>
            <a:spLocks noGrp="1"/>
          </p:cNvSpPr>
          <p:nvPr>
            <p:ph idx="1"/>
          </p:nvPr>
        </p:nvSpPr>
        <p:spPr>
          <a:xfrm>
            <a:off x="457200" y="1200150"/>
            <a:ext cx="8562340" cy="3395345"/>
          </a:xfrm>
        </p:spPr>
        <p:txBody>
          <a:bodyPr wrap="square" lIns="68591" tIns="34295" rIns="68591" bIns="34295" anchor="t"/>
          <a:p>
            <a:pPr>
              <a:buSzPct val="90000"/>
              <a:buFont typeface="Wingdings" panose="05000000000000000000" pitchFamily="2" charset="2"/>
              <a:buChar char="§"/>
            </a:pPr>
            <a:r>
              <a:rPr lang="zh-CN" altLang="en-US" sz="1800" dirty="0"/>
              <a:t>递归遍历文件夹（深度优先）</a:t>
            </a:r>
            <a:endParaRPr lang="zh-CN" altLang="en-US" sz="1800" dirty="0"/>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from </a:t>
            </a:r>
            <a:r>
              <a:rPr lang="en-US" altLang="zh-CN" sz="1600" dirty="0" err="1">
                <a:latin typeface="Consolas" panose="020B0609020204030204" pitchFamily="49" charset="0"/>
              </a:rPr>
              <a:t>os</a:t>
            </a:r>
            <a:r>
              <a:rPr lang="en-US" altLang="zh-CN" sz="1600" dirty="0">
                <a:latin typeface="Consolas" panose="020B0609020204030204" pitchFamily="49" charset="0"/>
              </a:rPr>
              <a:t> import </a:t>
            </a:r>
            <a:r>
              <a:rPr lang="en-US" altLang="zh-CN" sz="1600" dirty="0" err="1">
                <a:latin typeface="Consolas" panose="020B0609020204030204" pitchFamily="49" charset="0"/>
              </a:rPr>
              <a:t>listdir</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from </a:t>
            </a:r>
            <a:r>
              <a:rPr lang="en-US" altLang="zh-CN" sz="1600" dirty="0" err="1">
                <a:latin typeface="Consolas" panose="020B0609020204030204" pitchFamily="49" charset="0"/>
              </a:rPr>
              <a:t>os.path</a:t>
            </a:r>
            <a:r>
              <a:rPr lang="en-US" altLang="zh-CN" sz="1600" dirty="0">
                <a:latin typeface="Consolas" panose="020B0609020204030204" pitchFamily="49" charset="0"/>
              </a:rPr>
              <a:t> import join, </a:t>
            </a:r>
            <a:r>
              <a:rPr lang="en-US" altLang="zh-CN" sz="1600" dirty="0" err="1">
                <a:latin typeface="Consolas" panose="020B0609020204030204" pitchFamily="49" charset="0"/>
              </a:rPr>
              <a:t>isfile</a:t>
            </a:r>
            <a:r>
              <a:rPr lang="en-US" altLang="zh-CN" sz="1600" dirty="0">
                <a:latin typeface="Consolas" panose="020B0609020204030204" pitchFamily="49" charset="0"/>
              </a:rPr>
              <a:t>, </a:t>
            </a:r>
            <a:r>
              <a:rPr lang="en-US" altLang="zh-CN" sz="1600" dirty="0" err="1">
                <a:latin typeface="Consolas" panose="020B0609020204030204" pitchFamily="49" charset="0"/>
              </a:rPr>
              <a:t>isdir</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err="1">
                <a:latin typeface="Consolas" panose="020B0609020204030204" pitchFamily="49" charset="0"/>
              </a:rPr>
              <a:t>def</a:t>
            </a:r>
            <a:r>
              <a:rPr lang="en-US" altLang="zh-CN" sz="1600" dirty="0">
                <a:latin typeface="Consolas" panose="020B0609020204030204" pitchFamily="49" charset="0"/>
              </a:rPr>
              <a:t> </a:t>
            </a:r>
            <a:r>
              <a:rPr lang="en-US" altLang="zh-CN" sz="1600" dirty="0" err="1">
                <a:latin typeface="Consolas" panose="020B0609020204030204" pitchFamily="49" charset="0"/>
              </a:rPr>
              <a:t>listDirDepthFirst</a:t>
            </a:r>
            <a:r>
              <a:rPr lang="en-US" altLang="zh-CN" sz="1600" dirty="0">
                <a:latin typeface="Consolas" panose="020B0609020204030204" pitchFamily="49" charset="0"/>
              </a:rPr>
              <a:t>(directory):</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遍历文件夹</a:t>
            </a:r>
            <a:r>
              <a:rPr lang="zh-CN" altLang="en-US" sz="1600" dirty="0">
                <a:latin typeface="Consolas" panose="020B0609020204030204" pitchFamily="49" charset="0"/>
              </a:rPr>
              <a:t>，</a:t>
            </a:r>
            <a:r>
              <a:rPr lang="en-US" altLang="zh-CN" sz="1600" dirty="0" err="1">
                <a:latin typeface="Consolas" panose="020B0609020204030204" pitchFamily="49" charset="0"/>
              </a:rPr>
              <a:t>文件直接输出</a:t>
            </a:r>
            <a:r>
              <a:rPr lang="zh-CN" altLang="en-US" sz="1600" dirty="0">
                <a:latin typeface="Consolas" panose="020B0609020204030204" pitchFamily="49" charset="0"/>
              </a:rPr>
              <a:t>，</a:t>
            </a:r>
            <a:r>
              <a:rPr lang="en-US" altLang="zh-CN" sz="1600" dirty="0" err="1">
                <a:latin typeface="Consolas" panose="020B0609020204030204" pitchFamily="49" charset="0"/>
              </a:rPr>
              <a:t>文件夹输出显示后递归遍历该文件夹</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for </a:t>
            </a:r>
            <a:r>
              <a:rPr lang="en-US" altLang="zh-CN" sz="1600" dirty="0" err="1">
                <a:latin typeface="Consolas" panose="020B0609020204030204" pitchFamily="49" charset="0"/>
              </a:rPr>
              <a:t>subPath</a:t>
            </a:r>
            <a:r>
              <a:rPr lang="en-US" altLang="zh-CN" sz="1600" dirty="0">
                <a:latin typeface="Consolas" panose="020B0609020204030204" pitchFamily="49" charset="0"/>
              </a:rPr>
              <a:t> in </a:t>
            </a:r>
            <a:r>
              <a:rPr lang="en-US" altLang="zh-CN" sz="1600" dirty="0" err="1">
                <a:latin typeface="Consolas" panose="020B0609020204030204" pitchFamily="49" charset="0"/>
              </a:rPr>
              <a:t>listdir</a:t>
            </a:r>
            <a:r>
              <a:rPr lang="en-US" altLang="zh-CN" sz="1600" dirty="0">
                <a:latin typeface="Consolas" panose="020B0609020204030204" pitchFamily="49" charset="0"/>
              </a:rPr>
              <a:t>(directory):</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path = join(directory, </a:t>
            </a:r>
            <a:r>
              <a:rPr lang="en-US" altLang="zh-CN" sz="1600" dirty="0" err="1">
                <a:latin typeface="Consolas" panose="020B0609020204030204" pitchFamily="49" charset="0"/>
              </a:rPr>
              <a:t>subPath</a:t>
            </a:r>
            <a:r>
              <a:rPr lang="en-US" altLang="zh-CN" sz="1600" dirty="0">
                <a:latin typeface="Consolas" panose="020B0609020204030204" pitchFamily="49" charset="0"/>
              </a:rPr>
              <a:t>)</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if </a:t>
            </a:r>
            <a:r>
              <a:rPr lang="en-US" altLang="zh-CN" sz="1600" dirty="0" err="1">
                <a:latin typeface="Consolas" panose="020B0609020204030204" pitchFamily="49" charset="0"/>
              </a:rPr>
              <a:t>isfile</a:t>
            </a:r>
            <a:r>
              <a:rPr lang="en-US" altLang="zh-CN" sz="1600" dirty="0">
                <a:latin typeface="Consolas" panose="020B0609020204030204" pitchFamily="49" charset="0"/>
              </a:rPr>
              <a:t>(path):</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print(path)</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elif</a:t>
            </a:r>
            <a:r>
              <a:rPr lang="en-US" altLang="zh-CN" sz="1600" dirty="0">
                <a:latin typeface="Consolas" panose="020B0609020204030204" pitchFamily="49" charset="0"/>
              </a:rPr>
              <a:t> </a:t>
            </a:r>
            <a:r>
              <a:rPr lang="en-US" altLang="zh-CN" sz="1600" dirty="0" err="1">
                <a:latin typeface="Consolas" panose="020B0609020204030204" pitchFamily="49" charset="0"/>
              </a:rPr>
              <a:t>isdir</a:t>
            </a:r>
            <a:r>
              <a:rPr lang="en-US" altLang="zh-CN" sz="1600" dirty="0">
                <a:latin typeface="Consolas" panose="020B0609020204030204" pitchFamily="49" charset="0"/>
              </a:rPr>
              <a:t>(path):</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print(path)</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listDirDepthFirst</a:t>
            </a:r>
            <a:r>
              <a:rPr lang="en-US" altLang="zh-CN" sz="1600" dirty="0">
                <a:latin typeface="Consolas" panose="020B0609020204030204" pitchFamily="49" charset="0"/>
              </a:rPr>
              <a:t>(path)</a:t>
            </a:r>
            <a:endParaRPr lang="en-US" altLang="zh-CN" sz="1600" dirty="0">
              <a:latin typeface="Consolas" panose="020B0609020204030204" pitchFamily="49" charset="0"/>
            </a:endParaRPr>
          </a:p>
        </p:txBody>
      </p:sp>
      <p:graphicFrame>
        <p:nvGraphicFramePr>
          <p:cNvPr id="2" name="Object 1"/>
          <p:cNvGraphicFramePr/>
          <p:nvPr/>
        </p:nvGraphicFramePr>
        <p:xfrm>
          <a:off x="4686935" y="3312160"/>
          <a:ext cx="3595370" cy="1598295"/>
        </p:xfrm>
        <a:graphic>
          <a:graphicData uri="http://schemas.openxmlformats.org/presentationml/2006/ole">
            <mc:AlternateContent xmlns:mc="http://schemas.openxmlformats.org/markup-compatibility/2006">
              <mc:Choice xmlns:v="urn:schemas-microsoft-com:vml" Requires="v">
                <p:oleObj spid="_x0000_s3" name="" r:id="rId1" imgW="5086350" imgH="2838450" progId="Paint.Picture">
                  <p:embed/>
                </p:oleObj>
              </mc:Choice>
              <mc:Fallback>
                <p:oleObj name="" r:id="rId1" imgW="5086350" imgH="2838450" progId="Paint.Picture">
                  <p:embed/>
                  <p:pic>
                    <p:nvPicPr>
                      <p:cNvPr id="0" name="Picture 4"/>
                      <p:cNvPicPr/>
                      <p:nvPr/>
                    </p:nvPicPr>
                    <p:blipFill>
                      <a:blip r:embed="rId2"/>
                      <a:stretch>
                        <a:fillRect/>
                      </a:stretch>
                    </p:blipFill>
                    <p:spPr>
                      <a:xfrm>
                        <a:off x="4686935" y="3312160"/>
                        <a:ext cx="3595370" cy="1598295"/>
                      </a:xfrm>
                      <a:prstGeom prst="rect">
                        <a:avLst/>
                      </a:prstGeom>
                    </p:spPr>
                  </p:pic>
                </p:oleObj>
              </mc:Fallback>
            </mc:AlternateContent>
          </a:graphicData>
        </a:graphic>
      </p:graphicFrame>
      <p:pic>
        <p:nvPicPr>
          <p:cNvPr id="7" name="Picture 6"/>
          <p:cNvPicPr>
            <a:picLocks noChangeAspect="1"/>
          </p:cNvPicPr>
          <p:nvPr/>
        </p:nvPicPr>
        <p:blipFill>
          <a:blip r:embed="rId3"/>
          <a:stretch>
            <a:fillRect/>
          </a:stretch>
        </p:blipFill>
        <p:spPr>
          <a:xfrm>
            <a:off x="7926070" y="1083310"/>
            <a:ext cx="1093470" cy="282003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270" y="4287"/>
            <a:ext cx="9140825" cy="924563"/>
          </a:xfrm>
        </p:spPr>
        <p:txBody>
          <a:bodyPr/>
          <a:lstStyle/>
          <a:p>
            <a:pPr fontAlgn="base"/>
            <a:r>
              <a:rPr lang="zh-CN" altLang="en-US" strike="noStrike" noProof="1">
                <a:sym typeface="+mn-ea"/>
              </a:rPr>
              <a:t>7.5  目录操作</a:t>
            </a:r>
            <a:endParaRPr lang="zh-CN" altLang="en-US" strike="noStrike" noProof="1"/>
          </a:p>
        </p:txBody>
      </p:sp>
      <p:sp>
        <p:nvSpPr>
          <p:cNvPr id="3" name="内容占位符 2"/>
          <p:cNvSpPr>
            <a:spLocks noGrp="1"/>
          </p:cNvSpPr>
          <p:nvPr>
            <p:ph idx="1"/>
          </p:nvPr>
        </p:nvSpPr>
        <p:spPr>
          <a:xfrm>
            <a:off x="457200" y="1200150"/>
            <a:ext cx="8435340" cy="3395345"/>
          </a:xfrm>
        </p:spPr>
        <p:txBody>
          <a:bodyPr/>
          <a:lstStyle/>
          <a:p>
            <a:pPr fontAlgn="base"/>
            <a:r>
              <a:rPr lang="zh-CN" altLang="en-US" sz="1800" strike="noStrike" noProof="1"/>
              <a:t>遍历指定文件夹（广度优先）</a:t>
            </a:r>
            <a:endParaRPr lang="zh-CN" altLang="en-US" sz="1800" strike="noStrike" noProof="1"/>
          </a:p>
          <a:p>
            <a:pPr marL="0" indent="0" fontAlgn="base">
              <a:buFontTx/>
              <a:buNone/>
            </a:pPr>
            <a:r>
              <a:rPr lang="zh-CN" altLang="en-US" sz="1400" strike="noStrike" noProof="1">
                <a:latin typeface="Consolas" panose="020B0609020204030204" pitchFamily="49" charset="0"/>
                <a:cs typeface="Consolas" panose="020B0609020204030204" pitchFamily="49" charset="0"/>
              </a:rPr>
              <a:t>def listDirWidthFirst(directory):</a:t>
            </a:r>
            <a:endParaRPr lang="zh-CN" altLang="en-US" sz="1400" strike="noStrike" noProof="1">
              <a:latin typeface="Consolas" panose="020B0609020204030204" pitchFamily="49" charset="0"/>
              <a:cs typeface="Consolas" panose="020B0609020204030204" pitchFamily="49" charset="0"/>
            </a:endParaRPr>
          </a:p>
          <a:p>
            <a:pPr marL="0" indent="0" fontAlgn="base">
              <a:buFontTx/>
              <a:buNone/>
            </a:pPr>
            <a:r>
              <a:rPr lang="zh-CN" altLang="en-US" sz="1400" strike="noStrike" noProof="1">
                <a:latin typeface="Consolas" panose="020B0609020204030204" pitchFamily="49" charset="0"/>
                <a:cs typeface="Consolas" panose="020B0609020204030204" pitchFamily="49" charset="0"/>
              </a:rPr>
              <a:t>    dirs = [directory]</a:t>
            </a:r>
            <a:endParaRPr lang="zh-CN" altLang="en-US" sz="1400" strike="noStrike" noProof="1">
              <a:latin typeface="Consolas" panose="020B0609020204030204" pitchFamily="49" charset="0"/>
              <a:cs typeface="Consolas" panose="020B0609020204030204" pitchFamily="49" charset="0"/>
            </a:endParaRPr>
          </a:p>
          <a:p>
            <a:pPr marL="0" indent="0" fontAlgn="base">
              <a:buFontTx/>
              <a:buNone/>
            </a:pPr>
            <a:r>
              <a:rPr lang="zh-CN" altLang="en-US" sz="1400" strike="noStrike" noProof="1">
                <a:latin typeface="Consolas" panose="020B0609020204030204" pitchFamily="49" charset="0"/>
                <a:cs typeface="Consolas" panose="020B0609020204030204" pitchFamily="49" charset="0"/>
              </a:rPr>
              <a:t>    #如果还有没遍历过的文件夹，继续循环</a:t>
            </a:r>
            <a:endParaRPr lang="zh-CN" altLang="en-US" sz="1400" strike="noStrike" noProof="1">
              <a:latin typeface="Consolas" panose="020B0609020204030204" pitchFamily="49" charset="0"/>
              <a:cs typeface="Consolas" panose="020B0609020204030204" pitchFamily="49" charset="0"/>
            </a:endParaRPr>
          </a:p>
          <a:p>
            <a:pPr marL="0" indent="0" fontAlgn="base">
              <a:buFontTx/>
              <a:buNone/>
            </a:pPr>
            <a:r>
              <a:rPr lang="zh-CN" altLang="en-US" sz="1400" strike="noStrike" noProof="1">
                <a:latin typeface="Consolas" panose="020B0609020204030204" pitchFamily="49" charset="0"/>
                <a:cs typeface="Consolas" panose="020B0609020204030204" pitchFamily="49" charset="0"/>
              </a:rPr>
              <a:t>    while dirs:</a:t>
            </a:r>
            <a:endParaRPr lang="zh-CN" altLang="en-US" sz="1400" strike="noStrike" noProof="1">
              <a:latin typeface="Consolas" panose="020B0609020204030204" pitchFamily="49" charset="0"/>
              <a:cs typeface="Consolas" panose="020B0609020204030204" pitchFamily="49" charset="0"/>
            </a:endParaRPr>
          </a:p>
          <a:p>
            <a:pPr marL="0" indent="0" fontAlgn="base">
              <a:buFontTx/>
              <a:buNone/>
            </a:pPr>
            <a:r>
              <a:rPr lang="zh-CN" altLang="en-US" sz="1400" strike="noStrike" noProof="1">
                <a:latin typeface="Consolas" panose="020B0609020204030204" pitchFamily="49" charset="0"/>
                <a:cs typeface="Consolas" panose="020B0609020204030204" pitchFamily="49" charset="0"/>
              </a:rPr>
              <a:t>        current = dirs.pop(0)</a:t>
            </a:r>
            <a:r>
              <a:rPr lang="zh-CN" altLang="en-US" sz="1400">
                <a:latin typeface="Consolas" panose="020B0609020204030204" pitchFamily="49" charset="0"/>
                <a:cs typeface="Consolas" panose="020B0609020204030204" pitchFamily="49" charset="0"/>
                <a:sym typeface="+mn-ea"/>
              </a:rPr>
              <a:t>             #遍历还没遍历过的第一项</a:t>
            </a:r>
            <a:endParaRPr lang="zh-CN" altLang="en-US" sz="1400" strike="noStrike" noProof="1">
              <a:latin typeface="Consolas" panose="020B0609020204030204" pitchFamily="49" charset="0"/>
              <a:cs typeface="Consolas" panose="020B0609020204030204" pitchFamily="49" charset="0"/>
            </a:endParaRPr>
          </a:p>
          <a:p>
            <a:pPr marL="0" indent="0" fontAlgn="base">
              <a:buFontTx/>
              <a:buNone/>
            </a:pPr>
            <a:r>
              <a:rPr lang="zh-CN" altLang="en-US" sz="1400" strike="noStrike" noProof="1">
                <a:latin typeface="Consolas" panose="020B0609020204030204" pitchFamily="49" charset="0"/>
                <a:cs typeface="Consolas" panose="020B0609020204030204" pitchFamily="49" charset="0"/>
              </a:rPr>
              <a:t>        #遍历该文件夹，文件直接输出显示，文件夹输出显示后标记为待遍历项</a:t>
            </a:r>
            <a:endParaRPr lang="zh-CN" altLang="en-US" sz="1400" strike="noStrike" noProof="1">
              <a:latin typeface="Consolas" panose="020B0609020204030204" pitchFamily="49" charset="0"/>
              <a:cs typeface="Consolas" panose="020B0609020204030204" pitchFamily="49" charset="0"/>
            </a:endParaRPr>
          </a:p>
          <a:p>
            <a:pPr marL="0" indent="0" fontAlgn="base">
              <a:buFontTx/>
              <a:buNone/>
            </a:pPr>
            <a:r>
              <a:rPr lang="zh-CN" altLang="en-US" sz="1400" strike="noStrike" noProof="1">
                <a:latin typeface="Consolas" panose="020B0609020204030204" pitchFamily="49" charset="0"/>
                <a:cs typeface="Consolas" panose="020B0609020204030204" pitchFamily="49" charset="0"/>
              </a:rPr>
              <a:t>        for subPath in listdir(current):</a:t>
            </a:r>
            <a:endParaRPr lang="zh-CN" altLang="en-US" sz="1400" strike="noStrike" noProof="1">
              <a:latin typeface="Consolas" panose="020B0609020204030204" pitchFamily="49" charset="0"/>
              <a:cs typeface="Consolas" panose="020B0609020204030204" pitchFamily="49" charset="0"/>
            </a:endParaRPr>
          </a:p>
          <a:p>
            <a:pPr marL="0" indent="0" fontAlgn="base">
              <a:buFontTx/>
              <a:buNone/>
            </a:pPr>
            <a:r>
              <a:rPr lang="zh-CN" altLang="en-US" sz="1400" strike="noStrike" noProof="1">
                <a:latin typeface="Consolas" panose="020B0609020204030204" pitchFamily="49" charset="0"/>
                <a:cs typeface="Consolas" panose="020B0609020204030204" pitchFamily="49" charset="0"/>
              </a:rPr>
              <a:t>            path = join(current, subPath)</a:t>
            </a:r>
            <a:endParaRPr lang="zh-CN" altLang="en-US" sz="1400" strike="noStrike" noProof="1">
              <a:latin typeface="Consolas" panose="020B0609020204030204" pitchFamily="49" charset="0"/>
              <a:cs typeface="Consolas" panose="020B0609020204030204" pitchFamily="49" charset="0"/>
            </a:endParaRPr>
          </a:p>
          <a:p>
            <a:pPr marL="0" indent="0" fontAlgn="base">
              <a:buFontTx/>
              <a:buNone/>
            </a:pPr>
            <a:r>
              <a:rPr lang="zh-CN" altLang="en-US" sz="1400" strike="noStrike" noProof="1">
                <a:latin typeface="Consolas" panose="020B0609020204030204" pitchFamily="49" charset="0"/>
                <a:cs typeface="Consolas" panose="020B0609020204030204" pitchFamily="49" charset="0"/>
              </a:rPr>
              <a:t>            if isfile(path):</a:t>
            </a:r>
            <a:endParaRPr lang="zh-CN" altLang="en-US" sz="1400" strike="noStrike" noProof="1">
              <a:latin typeface="Consolas" panose="020B0609020204030204" pitchFamily="49" charset="0"/>
              <a:cs typeface="Consolas" panose="020B0609020204030204" pitchFamily="49" charset="0"/>
            </a:endParaRPr>
          </a:p>
          <a:p>
            <a:pPr marL="0" indent="0" fontAlgn="base">
              <a:buFontTx/>
              <a:buNone/>
            </a:pPr>
            <a:r>
              <a:rPr lang="zh-CN" altLang="en-US" sz="1400" strike="noStrike" noProof="1">
                <a:latin typeface="Consolas" panose="020B0609020204030204" pitchFamily="49" charset="0"/>
                <a:cs typeface="Consolas" panose="020B0609020204030204" pitchFamily="49" charset="0"/>
              </a:rPr>
              <a:t>                print(path)</a:t>
            </a:r>
            <a:endParaRPr lang="zh-CN" altLang="en-US" sz="1400" strike="noStrike" noProof="1">
              <a:latin typeface="Consolas" panose="020B0609020204030204" pitchFamily="49" charset="0"/>
              <a:cs typeface="Consolas" panose="020B0609020204030204" pitchFamily="49" charset="0"/>
            </a:endParaRPr>
          </a:p>
          <a:p>
            <a:pPr marL="0" indent="0" fontAlgn="base">
              <a:buFontTx/>
              <a:buNone/>
            </a:pPr>
            <a:r>
              <a:rPr lang="zh-CN" altLang="en-US" sz="1400" strike="noStrike" noProof="1">
                <a:latin typeface="Consolas" panose="020B0609020204030204" pitchFamily="49" charset="0"/>
                <a:cs typeface="Consolas" panose="020B0609020204030204" pitchFamily="49" charset="0"/>
              </a:rPr>
              <a:t>            elif isdir(path):</a:t>
            </a:r>
            <a:endParaRPr lang="zh-CN" altLang="en-US" sz="1400" strike="noStrike" noProof="1">
              <a:latin typeface="Consolas" panose="020B0609020204030204" pitchFamily="49" charset="0"/>
              <a:cs typeface="Consolas" panose="020B0609020204030204" pitchFamily="49" charset="0"/>
            </a:endParaRPr>
          </a:p>
          <a:p>
            <a:pPr marL="0" indent="0" fontAlgn="base">
              <a:buFontTx/>
              <a:buNone/>
            </a:pPr>
            <a:r>
              <a:rPr lang="zh-CN" altLang="en-US" sz="1400" strike="noStrike" noProof="1">
                <a:latin typeface="Consolas" panose="020B0609020204030204" pitchFamily="49" charset="0"/>
                <a:cs typeface="Consolas" panose="020B0609020204030204" pitchFamily="49" charset="0"/>
              </a:rPr>
              <a:t>                print(path)</a:t>
            </a:r>
            <a:endParaRPr lang="zh-CN" altLang="en-US" sz="1400" strike="noStrike" noProof="1">
              <a:latin typeface="Consolas" panose="020B0609020204030204" pitchFamily="49" charset="0"/>
              <a:cs typeface="Consolas" panose="020B0609020204030204" pitchFamily="49" charset="0"/>
            </a:endParaRPr>
          </a:p>
          <a:p>
            <a:pPr marL="0" indent="0" fontAlgn="base">
              <a:buFontTx/>
              <a:buNone/>
            </a:pPr>
            <a:r>
              <a:rPr lang="zh-CN" altLang="en-US" sz="1400" strike="noStrike" noProof="1">
                <a:latin typeface="Consolas" panose="020B0609020204030204" pitchFamily="49" charset="0"/>
                <a:cs typeface="Consolas" panose="020B0609020204030204" pitchFamily="49" charset="0"/>
              </a:rPr>
              <a:t>                dirs.append(path)</a:t>
            </a:r>
            <a:endParaRPr lang="zh-CN" altLang="en-US" sz="1400" strike="noStrike" noProof="1">
              <a:latin typeface="Consolas" panose="020B0609020204030204" pitchFamily="49" charset="0"/>
              <a:cs typeface="Consolas" panose="020B0609020204030204" pitchFamily="49" charset="0"/>
            </a:endParaRPr>
          </a:p>
        </p:txBody>
      </p:sp>
      <p:pic>
        <p:nvPicPr>
          <p:cNvPr id="14340" name="图片 3" descr="qrcode_for_gh_6f2df669dea9_1280"/>
          <p:cNvPicPr>
            <a:picLocks noChangeAspect="1"/>
          </p:cNvPicPr>
          <p:nvPr userDrawn="1"/>
        </p:nvPicPr>
        <p:blipFill>
          <a:blip r:embed="rId1"/>
          <a:stretch>
            <a:fillRect/>
          </a:stretch>
        </p:blipFill>
        <p:spPr>
          <a:xfrm>
            <a:off x="7767955" y="3934460"/>
            <a:ext cx="1318895" cy="1183640"/>
          </a:xfrm>
          <a:prstGeom prst="rect">
            <a:avLst/>
          </a:prstGeom>
          <a:noFill/>
          <a:ln w="9525">
            <a:noFill/>
          </a:ln>
        </p:spPr>
      </p:pic>
      <p:pic>
        <p:nvPicPr>
          <p:cNvPr id="4" name="Picture 3"/>
          <p:cNvPicPr>
            <a:picLocks noChangeAspect="1"/>
          </p:cNvPicPr>
          <p:nvPr/>
        </p:nvPicPr>
        <p:blipFill>
          <a:blip r:embed="rId2"/>
          <a:stretch>
            <a:fillRect/>
          </a:stretch>
        </p:blipFill>
        <p:spPr>
          <a:xfrm>
            <a:off x="7860665" y="1014730"/>
            <a:ext cx="1193800" cy="296989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标题 56321"/>
          <p:cNvSpPr>
            <a:spLocks noGrp="1"/>
          </p:cNvSpPr>
          <p:nvPr>
            <p:ph type="title"/>
          </p:nvPr>
        </p:nvSpPr>
        <p:spPr>
          <a:xfrm>
            <a:off x="-1270" y="4287"/>
            <a:ext cx="9140825" cy="924563"/>
          </a:xfrm>
        </p:spPr>
        <p:txBody>
          <a:bodyPr/>
          <a:lstStyle/>
          <a:p>
            <a:pPr fontAlgn="base"/>
            <a:r>
              <a:rPr lang="zh-CN" altLang="en-US" strike="noStrike" noProof="1"/>
              <a:t>7.5  目录操作</a:t>
            </a:r>
            <a:endParaRPr lang="zh-CN" altLang="en-US" strike="noStrike" noProof="1"/>
          </a:p>
        </p:txBody>
      </p:sp>
      <p:sp>
        <p:nvSpPr>
          <p:cNvPr id="83970" name="文本占位符 56322"/>
          <p:cNvSpPr>
            <a:spLocks noGrp="1"/>
          </p:cNvSpPr>
          <p:nvPr>
            <p:ph idx="1"/>
          </p:nvPr>
        </p:nvSpPr>
        <p:spPr/>
        <p:txBody>
          <a:bodyPr wrap="square" lIns="68591" tIns="34295" rIns="68591" bIns="34295" anchor="t"/>
          <a:p>
            <a:pPr>
              <a:lnSpc>
                <a:spcPct val="80000"/>
              </a:lnSpc>
              <a:buSzPct val="90000"/>
              <a:buFont typeface="Wingdings" panose="05000000000000000000" pitchFamily="2" charset="2"/>
              <a:buChar char="§"/>
            </a:pPr>
            <a:r>
              <a:rPr lang="zh-CN" altLang="en-US" sz="1800" dirty="0"/>
              <a:t>使用os.walk函数遍历</a:t>
            </a:r>
            <a:endParaRPr lang="zh-CN" altLang="en-US" sz="1800" dirty="0"/>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import </a:t>
            </a:r>
            <a:r>
              <a:rPr lang="en-US" altLang="zh-CN" sz="1600" dirty="0" err="1">
                <a:latin typeface="Consolas" panose="020B0609020204030204" pitchFamily="49" charset="0"/>
              </a:rPr>
              <a:t>os</a:t>
            </a:r>
            <a:r>
              <a:rPr lang="en-US" altLang="zh-CN" sz="1600" dirty="0">
                <a:latin typeface="Consolas" panose="020B0609020204030204" pitchFamily="49" charset="0"/>
              </a:rPr>
              <a:t> </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err="1">
                <a:latin typeface="Consolas" panose="020B0609020204030204" pitchFamily="49" charset="0"/>
              </a:rPr>
              <a:t>def</a:t>
            </a:r>
            <a:r>
              <a:rPr lang="en-US" altLang="zh-CN" sz="1600" dirty="0">
                <a:latin typeface="Consolas" panose="020B0609020204030204" pitchFamily="49" charset="0"/>
              </a:rPr>
              <a:t> visitDir2(path):</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if not </a:t>
            </a:r>
            <a:r>
              <a:rPr lang="en-US" altLang="zh-CN" sz="1600" dirty="0" err="1">
                <a:latin typeface="Consolas" panose="020B0609020204030204" pitchFamily="49" charset="0"/>
              </a:rPr>
              <a:t>os.path.isdir</a:t>
            </a:r>
            <a:r>
              <a:rPr lang="en-US" altLang="zh-CN" sz="1600" dirty="0">
                <a:latin typeface="Consolas" panose="020B0609020204030204" pitchFamily="49" charset="0"/>
              </a:rPr>
              <a:t>(path):</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print('</a:t>
            </a:r>
            <a:r>
              <a:rPr lang="en-US" altLang="zh-CN" sz="1600" dirty="0" err="1">
                <a:latin typeface="Consolas" panose="020B0609020204030204" pitchFamily="49" charset="0"/>
              </a:rPr>
              <a:t>Error:"',path</a:t>
            </a:r>
            <a:r>
              <a:rPr lang="en-US" altLang="zh-CN" sz="1600" dirty="0">
                <a:latin typeface="Consolas" panose="020B0609020204030204" pitchFamily="49" charset="0"/>
              </a:rPr>
              <a:t>,'" is not a directory or does not exist.')</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return</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list_dirs</a:t>
            </a:r>
            <a:r>
              <a:rPr lang="en-US" altLang="zh-CN" sz="1600" dirty="0">
                <a:latin typeface="Consolas" panose="020B0609020204030204" pitchFamily="49" charset="0"/>
              </a:rPr>
              <a:t> = </a:t>
            </a:r>
            <a:r>
              <a:rPr lang="en-US" altLang="zh-CN" sz="1600" dirty="0" err="1">
                <a:latin typeface="Consolas" panose="020B0609020204030204" pitchFamily="49" charset="0"/>
              </a:rPr>
              <a:t>os.walk</a:t>
            </a:r>
            <a:r>
              <a:rPr lang="en-US" altLang="zh-CN" sz="1600" dirty="0">
                <a:latin typeface="Consolas" panose="020B0609020204030204" pitchFamily="49" charset="0"/>
              </a:rPr>
              <a:t>(path)        #</a:t>
            </a:r>
            <a:r>
              <a:rPr lang="en-US" altLang="zh-CN" sz="1600" dirty="0" err="1">
                <a:latin typeface="Consolas" panose="020B0609020204030204" pitchFamily="49" charset="0"/>
              </a:rPr>
              <a:t>os.walk</a:t>
            </a:r>
            <a:r>
              <a:rPr lang="zh-CN" altLang="en-US" sz="1600" dirty="0">
                <a:latin typeface="Consolas" panose="020B0609020204030204" pitchFamily="49" charset="0"/>
              </a:rPr>
              <a:t>返回一个元组，包括</a:t>
            </a:r>
            <a:r>
              <a:rPr lang="en-US" altLang="zh-CN" sz="1600" dirty="0">
                <a:latin typeface="Consolas" panose="020B0609020204030204" pitchFamily="49" charset="0"/>
              </a:rPr>
              <a:t>3</a:t>
            </a:r>
            <a:r>
              <a:rPr lang="zh-CN" altLang="en-US" sz="1600" dirty="0">
                <a:latin typeface="Consolas" panose="020B0609020204030204" pitchFamily="49" charset="0"/>
              </a:rPr>
              <a:t>个元素：</a:t>
            </a:r>
            <a:endParaRPr lang="zh-CN" altLang="en-US"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a:t>
            </a:r>
            <a:r>
              <a:rPr lang="zh-CN" altLang="en-US" sz="1600" dirty="0">
                <a:latin typeface="Consolas" panose="020B0609020204030204" pitchFamily="49" charset="0"/>
              </a:rPr>
              <a:t>所有路径名、所有目录列表与文件列表</a:t>
            </a:r>
            <a:endParaRPr lang="zh-CN" altLang="en-US"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for root, </a:t>
            </a:r>
            <a:r>
              <a:rPr lang="en-US" altLang="zh-CN" sz="1600" dirty="0" err="1">
                <a:latin typeface="Consolas" panose="020B0609020204030204" pitchFamily="49" charset="0"/>
              </a:rPr>
              <a:t>dirs</a:t>
            </a:r>
            <a:r>
              <a:rPr lang="en-US" altLang="zh-CN" sz="1600" dirty="0">
                <a:latin typeface="Consolas" panose="020B0609020204030204" pitchFamily="49" charset="0"/>
              </a:rPr>
              <a:t>, files in </a:t>
            </a:r>
            <a:r>
              <a:rPr lang="en-US" altLang="zh-CN" sz="1600" dirty="0" err="1">
                <a:latin typeface="Consolas" panose="020B0609020204030204" pitchFamily="49" charset="0"/>
              </a:rPr>
              <a:t>list_dirs</a:t>
            </a:r>
            <a:r>
              <a:rPr lang="en-US" altLang="zh-CN" sz="1600" dirty="0">
                <a:latin typeface="Consolas" panose="020B0609020204030204" pitchFamily="49" charset="0"/>
              </a:rPr>
              <a:t>:  #</a:t>
            </a:r>
            <a:r>
              <a:rPr lang="zh-CN" altLang="en-US" sz="1600" dirty="0">
                <a:latin typeface="Consolas" panose="020B0609020204030204" pitchFamily="49" charset="0"/>
              </a:rPr>
              <a:t>遍历该元组的目录和文件信息</a:t>
            </a:r>
            <a:endParaRPr lang="zh-CN" altLang="en-US"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for d in </a:t>
            </a:r>
            <a:r>
              <a:rPr lang="en-US" altLang="zh-CN" sz="1600" dirty="0" err="1">
                <a:latin typeface="Consolas" panose="020B0609020204030204" pitchFamily="49" charset="0"/>
              </a:rPr>
              <a:t>dirs</a:t>
            </a:r>
            <a:r>
              <a:rPr lang="en-US" altLang="zh-CN" sz="1600" dirty="0">
                <a:latin typeface="Consolas" panose="020B0609020204030204" pitchFamily="49" charset="0"/>
              </a:rPr>
              <a:t>: </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print(</a:t>
            </a:r>
            <a:r>
              <a:rPr lang="en-US" altLang="zh-CN" sz="1600" dirty="0" err="1">
                <a:latin typeface="Consolas" panose="020B0609020204030204" pitchFamily="49" charset="0"/>
              </a:rPr>
              <a:t>os.path.join</a:t>
            </a:r>
            <a:r>
              <a:rPr lang="en-US" altLang="zh-CN" sz="1600" dirty="0">
                <a:latin typeface="Consolas" panose="020B0609020204030204" pitchFamily="49" charset="0"/>
              </a:rPr>
              <a:t>(root, d)) #</a:t>
            </a:r>
            <a:r>
              <a:rPr lang="zh-CN" altLang="en-US" sz="1600" dirty="0">
                <a:latin typeface="Consolas" panose="020B0609020204030204" pitchFamily="49" charset="0"/>
              </a:rPr>
              <a:t>获取完整路径</a:t>
            </a:r>
            <a:endParaRPr lang="zh-CN" altLang="en-US"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for f in files: </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600" dirty="0">
                <a:latin typeface="Consolas" panose="020B0609020204030204" pitchFamily="49" charset="0"/>
              </a:rPr>
              <a:t>            print(</a:t>
            </a:r>
            <a:r>
              <a:rPr lang="en-US" altLang="zh-CN" sz="1600" dirty="0" err="1">
                <a:latin typeface="Consolas" panose="020B0609020204030204" pitchFamily="49" charset="0"/>
              </a:rPr>
              <a:t>os.path.join</a:t>
            </a:r>
            <a:r>
              <a:rPr lang="en-US" altLang="zh-CN" sz="1600" dirty="0">
                <a:latin typeface="Consolas" panose="020B0609020204030204" pitchFamily="49" charset="0"/>
              </a:rPr>
              <a:t>(root, f)) #</a:t>
            </a:r>
            <a:r>
              <a:rPr lang="zh-CN" altLang="en-US" sz="1600" dirty="0">
                <a:latin typeface="Consolas" panose="020B0609020204030204" pitchFamily="49" charset="0"/>
              </a:rPr>
              <a:t>获取文件绝对路径</a:t>
            </a:r>
            <a:endParaRPr lang="zh-CN" altLang="en-US" sz="1600" dirty="0">
              <a:latin typeface="Consolas" panose="020B0609020204030204" pitchFamily="49"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标题 60417"/>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60419" name="文本占位符 60418"/>
          <p:cNvSpPr>
            <a:spLocks noGrp="1"/>
          </p:cNvSpPr>
          <p:nvPr>
            <p:ph idx="1"/>
          </p:nvPr>
        </p:nvSpPr>
        <p:spPr/>
        <p:txBody>
          <a:bodyPr/>
          <a:lstStyle/>
          <a:p>
            <a:pPr fontAlgn="base">
              <a:lnSpc>
                <a:spcPct val="80000"/>
              </a:lnSpc>
              <a:buFont typeface="Wingdings" panose="05000000000000000000" charset="0"/>
              <a:buChar char="§"/>
            </a:pPr>
            <a:r>
              <a:rPr lang="zh-CN" altLang="en-US" sz="1800" b="1" strike="noStrike" noProof="1"/>
              <a:t>例</a:t>
            </a:r>
            <a:r>
              <a:rPr lang="en-US" altLang="zh-CN" sz="1800" b="1" strike="noStrike" noProof="1"/>
              <a:t>7-12</a:t>
            </a:r>
            <a:r>
              <a:rPr lang="en-US" altLang="zh-CN" sz="1800" strike="noStrike" noProof="1"/>
              <a:t>  </a:t>
            </a:r>
            <a:r>
              <a:rPr lang="zh-CN" altLang="en-US" sz="1800" strike="noStrike" noProof="1"/>
              <a:t>计算CRC32值。</a:t>
            </a:r>
            <a:endParaRPr lang="zh-CN" altLang="en-US" sz="1800" strike="noStrike" noProof="1"/>
          </a:p>
          <a:p>
            <a:pPr marL="1905" indent="-344805" fontAlgn="base">
              <a:lnSpc>
                <a:spcPct val="80000"/>
              </a:lnSpc>
              <a:buFontTx/>
              <a:buNone/>
            </a:pPr>
            <a:endParaRPr lang="zh-CN" altLang="en-US" sz="1350" strike="noStrike" noProof="1">
              <a:latin typeface="Consolas" panose="020B0609020204030204" pitchFamily="49" charset="0"/>
            </a:endParaRPr>
          </a:p>
          <a:p>
            <a:pPr marL="1905" indent="-344805" fontAlgn="base">
              <a:lnSpc>
                <a:spcPct val="80000"/>
              </a:lnSpc>
              <a:buFontTx/>
              <a:buNone/>
            </a:pPr>
            <a:r>
              <a:rPr lang="zh-CN" altLang="en-US" sz="1600" strike="noStrike" noProof="1">
                <a:latin typeface="Consolas" panose="020B0609020204030204" pitchFamily="49" charset="0"/>
                <a:cs typeface="Consolas" panose="020B0609020204030204" pitchFamily="49" charset="0"/>
              </a:rPr>
              <a:t>&gt;&gt;&gt; import zlib</a:t>
            </a:r>
            <a:endParaRPr lang="zh-CN" altLang="en-US" sz="1600" strike="noStrike" noProof="1">
              <a:latin typeface="Consolas" panose="020B0609020204030204" pitchFamily="49" charset="0"/>
              <a:cs typeface="Consolas" panose="020B0609020204030204" pitchFamily="49" charset="0"/>
            </a:endParaRPr>
          </a:p>
          <a:p>
            <a:pPr marL="1905" indent="-344805" fontAlgn="base">
              <a:lnSpc>
                <a:spcPct val="80000"/>
              </a:lnSpc>
              <a:buFontTx/>
              <a:buNone/>
            </a:pPr>
            <a:r>
              <a:rPr lang="zh-CN" altLang="en-US" sz="1600" strike="noStrike" noProof="1">
                <a:latin typeface="Consolas" panose="020B0609020204030204" pitchFamily="49" charset="0"/>
                <a:cs typeface="Consolas" panose="020B0609020204030204" pitchFamily="49" charset="0"/>
              </a:rPr>
              <a:t>&gt;&gt;&gt; print(zlib.crc32('1234'.encode()))</a:t>
            </a:r>
            <a:endParaRPr lang="zh-CN" altLang="en-US" sz="1600" strike="noStrike" noProof="1">
              <a:latin typeface="Consolas" panose="020B0609020204030204" pitchFamily="49" charset="0"/>
              <a:cs typeface="Consolas" panose="020B0609020204030204" pitchFamily="49" charset="0"/>
            </a:endParaRPr>
          </a:p>
          <a:p>
            <a:pPr marL="1905" indent="-344805" fontAlgn="base">
              <a:lnSpc>
                <a:spcPct val="80000"/>
              </a:lnSpc>
              <a:buFontTx/>
              <a:buNone/>
            </a:pPr>
            <a:r>
              <a:rPr lang="zh-CN" altLang="en-US" sz="1600" strike="noStrike" noProof="1">
                <a:solidFill>
                  <a:srgbClr val="00B0F0"/>
                </a:solidFill>
                <a:latin typeface="Consolas" panose="020B0609020204030204" pitchFamily="49" charset="0"/>
                <a:cs typeface="Consolas" panose="020B0609020204030204" pitchFamily="49" charset="0"/>
              </a:rPr>
              <a:t>2615402659</a:t>
            </a:r>
            <a:endParaRPr lang="zh-CN" altLang="en-US" sz="1600" strike="noStrike" noProof="1">
              <a:solidFill>
                <a:srgbClr val="00B0F0"/>
              </a:solidFill>
              <a:latin typeface="Consolas" panose="020B0609020204030204" pitchFamily="49" charset="0"/>
              <a:cs typeface="Consolas" panose="020B0609020204030204" pitchFamily="49" charset="0"/>
            </a:endParaRPr>
          </a:p>
          <a:p>
            <a:pPr marL="1905" indent="-344805" fontAlgn="base">
              <a:lnSpc>
                <a:spcPct val="80000"/>
              </a:lnSpc>
              <a:buFontTx/>
              <a:buNone/>
            </a:pPr>
            <a:r>
              <a:rPr lang="zh-CN" altLang="en-US" sz="1600" strike="noStrike" noProof="1">
                <a:latin typeface="Consolas" panose="020B0609020204030204" pitchFamily="49" charset="0"/>
                <a:cs typeface="Consolas" panose="020B0609020204030204" pitchFamily="49" charset="0"/>
              </a:rPr>
              <a:t>&gt;&gt;&gt; print(zlib.crc32('111'.encode()))</a:t>
            </a:r>
            <a:endParaRPr lang="zh-CN" altLang="en-US" sz="1600" strike="noStrike" noProof="1">
              <a:latin typeface="Consolas" panose="020B0609020204030204" pitchFamily="49" charset="0"/>
              <a:cs typeface="Consolas" panose="020B0609020204030204" pitchFamily="49" charset="0"/>
            </a:endParaRPr>
          </a:p>
          <a:p>
            <a:pPr marL="1905" indent="-344805" fontAlgn="base">
              <a:lnSpc>
                <a:spcPct val="80000"/>
              </a:lnSpc>
              <a:buFontTx/>
              <a:buNone/>
            </a:pPr>
            <a:r>
              <a:rPr lang="zh-CN" altLang="en-US" sz="1600" strike="noStrike" noProof="1">
                <a:solidFill>
                  <a:srgbClr val="00B0F0"/>
                </a:solidFill>
                <a:latin typeface="Consolas" panose="020B0609020204030204" pitchFamily="49" charset="0"/>
                <a:cs typeface="Consolas" panose="020B0609020204030204" pitchFamily="49" charset="0"/>
              </a:rPr>
              <a:t>1298878781</a:t>
            </a:r>
            <a:endParaRPr lang="zh-CN" altLang="en-US" sz="1600" strike="noStrike" noProof="1">
              <a:solidFill>
                <a:srgbClr val="00B0F0"/>
              </a:solidFill>
              <a:latin typeface="Consolas" panose="020B0609020204030204" pitchFamily="49" charset="0"/>
              <a:cs typeface="Consolas" panose="020B0609020204030204" pitchFamily="49" charset="0"/>
            </a:endParaRPr>
          </a:p>
          <a:p>
            <a:pPr marL="1905" indent="-344805" fontAlgn="base">
              <a:lnSpc>
                <a:spcPct val="80000"/>
              </a:lnSpc>
              <a:buFontTx/>
              <a:buNone/>
            </a:pPr>
            <a:r>
              <a:rPr lang="zh-CN" altLang="en-US" sz="1600" strike="noStrike" noProof="1">
                <a:latin typeface="Consolas" panose="020B0609020204030204" pitchFamily="49" charset="0"/>
                <a:cs typeface="Consolas" panose="020B0609020204030204" pitchFamily="49" charset="0"/>
              </a:rPr>
              <a:t>&gt;&gt;&gt; import binascii</a:t>
            </a:r>
            <a:endParaRPr lang="zh-CN" altLang="en-US" sz="1600" strike="noStrike" noProof="1">
              <a:latin typeface="Consolas" panose="020B0609020204030204" pitchFamily="49" charset="0"/>
              <a:cs typeface="Consolas" panose="020B0609020204030204" pitchFamily="49" charset="0"/>
            </a:endParaRPr>
          </a:p>
          <a:p>
            <a:pPr marL="1905" indent="-344805" fontAlgn="base">
              <a:lnSpc>
                <a:spcPct val="80000"/>
              </a:lnSpc>
              <a:buFontTx/>
              <a:buNone/>
            </a:pPr>
            <a:r>
              <a:rPr lang="zh-CN" altLang="en-US" sz="1600" strike="noStrike" noProof="1">
                <a:latin typeface="Consolas" panose="020B0609020204030204" pitchFamily="49" charset="0"/>
                <a:cs typeface="Consolas" panose="020B0609020204030204" pitchFamily="49" charset="0"/>
              </a:rPr>
              <a:t>&gt;&gt;&gt; binascii.crc32('SDIBT'.encode())</a:t>
            </a:r>
            <a:endParaRPr lang="zh-CN" altLang="en-US" sz="1600" strike="noStrike" noProof="1">
              <a:latin typeface="Consolas" panose="020B0609020204030204" pitchFamily="49" charset="0"/>
              <a:cs typeface="Consolas" panose="020B0609020204030204" pitchFamily="49" charset="0"/>
            </a:endParaRPr>
          </a:p>
          <a:p>
            <a:pPr marL="1905" indent="-344805" fontAlgn="base">
              <a:lnSpc>
                <a:spcPct val="80000"/>
              </a:lnSpc>
              <a:buFontTx/>
              <a:buNone/>
            </a:pPr>
            <a:r>
              <a:rPr lang="zh-CN" altLang="en-US" sz="1600" strike="noStrike" noProof="1">
                <a:solidFill>
                  <a:srgbClr val="00B0F0"/>
                </a:solidFill>
                <a:latin typeface="Consolas" panose="020B0609020204030204" pitchFamily="49" charset="0"/>
                <a:cs typeface="Consolas" panose="020B0609020204030204" pitchFamily="49" charset="0"/>
              </a:rPr>
              <a:t>2095416137</a:t>
            </a:r>
            <a:endParaRPr lang="zh-CN" altLang="en-US" sz="1600" strike="noStrike" noProof="1">
              <a:solidFill>
                <a:srgbClr val="00B0F0"/>
              </a:solidFill>
              <a:latin typeface="Consolas" panose="020B0609020204030204" pitchFamily="49" charset="0"/>
              <a:cs typeface="Consolas" panose="020B0609020204030204" pitchFamily="49"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标题 6144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87042" name="文本占位符 61442"/>
          <p:cNvSpPr>
            <a:spLocks noGrp="1"/>
          </p:cNvSpPr>
          <p:nvPr>
            <p:ph idx="1"/>
          </p:nvPr>
        </p:nvSpPr>
        <p:spPr/>
        <p:txBody>
          <a:bodyPr wrap="square" lIns="68591" tIns="34295" rIns="68591" bIns="34295" anchor="t"/>
          <a:p>
            <a:pPr>
              <a:buSzPct val="90000"/>
              <a:buFont typeface="Wingdings" panose="05000000000000000000" pitchFamily="2" charset="2"/>
              <a:buChar char="§"/>
            </a:pPr>
            <a:r>
              <a:rPr lang="zh-CN" altLang="en-US" sz="1800" b="1" dirty="0"/>
              <a:t>例</a:t>
            </a:r>
            <a:r>
              <a:rPr lang="en-US" altLang="zh-CN" sz="1800" b="1" dirty="0"/>
              <a:t>7-13</a:t>
            </a:r>
            <a:r>
              <a:rPr lang="en-US" altLang="zh-CN" sz="1800" dirty="0"/>
              <a:t>  </a:t>
            </a:r>
            <a:r>
              <a:rPr lang="zh-CN" altLang="en-US" sz="1800" dirty="0"/>
              <a:t>计算文本文件中最长行的长度。</a:t>
            </a:r>
            <a:endParaRPr lang="zh-CN" altLang="en-US" sz="1800" dirty="0"/>
          </a:p>
          <a:p>
            <a:pPr marL="0" indent="0">
              <a:buSzPct val="90000"/>
              <a:buFont typeface="Wingdings" panose="05000000000000000000" pitchFamily="2" charset="2"/>
              <a:buNone/>
            </a:pPr>
            <a:r>
              <a:rPr lang="zh-CN" altLang="en-US" sz="1600" dirty="0">
                <a:latin typeface="Consolas" panose="020B0609020204030204" pitchFamily="49" charset="0"/>
              </a:rPr>
              <a:t>with open('sample.txt', encoding='gbk') as fp:  </a:t>
            </a:r>
            <a:r>
              <a:rPr lang="en-US" altLang="zh-CN" sz="1600" dirty="0">
                <a:latin typeface="Consolas" panose="020B0609020204030204" pitchFamily="49" charset="0"/>
              </a:rPr>
              <a:t>#</a:t>
            </a:r>
            <a:r>
              <a:rPr lang="zh-CN" altLang="en-US" sz="1600" dirty="0">
                <a:latin typeface="Consolas" panose="020B0609020204030204" pitchFamily="49" charset="0"/>
              </a:rPr>
              <a:t>假设编码为</a:t>
            </a:r>
            <a:r>
              <a:rPr lang="en-US" altLang="zh-CN" sz="1600" dirty="0">
                <a:latin typeface="Consolas" panose="020B0609020204030204" pitchFamily="49" charset="0"/>
              </a:rPr>
              <a:t>GBK</a:t>
            </a:r>
            <a:endParaRPr lang="zh-CN" altLang="en-US" sz="1600" dirty="0">
              <a:latin typeface="Consolas" panose="020B0609020204030204" pitchFamily="49" charset="0"/>
            </a:endParaRPr>
          </a:p>
          <a:p>
            <a:pPr marL="0" indent="0">
              <a:buSzPct val="90000"/>
              <a:buFont typeface="Wingdings" panose="05000000000000000000" pitchFamily="2" charset="2"/>
              <a:buNone/>
            </a:pPr>
            <a:r>
              <a:rPr lang="zh-CN" altLang="en-US" sz="1600" dirty="0">
                <a:latin typeface="Consolas" panose="020B0609020204030204" pitchFamily="49" charset="0"/>
              </a:rPr>
              <a:t>    print(max((len(line.strip()) for line in fp)))</a:t>
            </a:r>
            <a:endParaRPr lang="zh-CN" altLang="en-US" sz="1600" dirty="0">
              <a:latin typeface="Consolas" panose="020B0609020204030204" pitchFamily="49"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标题 62465"/>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88066" name="文本占位符 62466"/>
          <p:cNvSpPr>
            <a:spLocks noGrp="1"/>
          </p:cNvSpPr>
          <p:nvPr>
            <p:ph idx="1"/>
          </p:nvPr>
        </p:nvSpPr>
        <p:spPr/>
        <p:txBody>
          <a:bodyPr wrap="square" lIns="68591" tIns="34295" rIns="68591" bIns="34295" anchor="t"/>
          <a:p>
            <a:pPr>
              <a:lnSpc>
                <a:spcPct val="90000"/>
              </a:lnSpc>
              <a:buSzPct val="90000"/>
              <a:buFont typeface="Wingdings" panose="05000000000000000000" pitchFamily="2" charset="2"/>
              <a:buChar char="§"/>
            </a:pPr>
            <a:r>
              <a:rPr lang="zh-CN" altLang="en-US" sz="1800" b="1" dirty="0"/>
              <a:t>例</a:t>
            </a:r>
            <a:r>
              <a:rPr lang="en-US" altLang="zh-CN" sz="1800" b="1" dirty="0"/>
              <a:t>7-14</a:t>
            </a:r>
            <a:r>
              <a:rPr lang="en-US" altLang="zh-CN" sz="1800" dirty="0"/>
              <a:t>  </a:t>
            </a:r>
            <a:r>
              <a:rPr lang="zh-CN" altLang="en-US" sz="1800" dirty="0"/>
              <a:t>计算MD5值。</a:t>
            </a:r>
            <a:endParaRPr lang="zh-CN" altLang="en-US" sz="1800" dirty="0"/>
          </a:p>
          <a:p>
            <a:pPr>
              <a:lnSpc>
                <a:spcPct val="90000"/>
              </a:lnSpc>
              <a:buSzPct val="90000"/>
              <a:buFont typeface="Wingdings" panose="05000000000000000000" pitchFamily="2" charset="2"/>
              <a:buNone/>
            </a:pPr>
            <a:endParaRPr lang="zh-CN" altLang="en-US" sz="1350" dirty="0">
              <a:latin typeface="Consolas" panose="020B0609020204030204" pitchFamily="49" charset="0"/>
            </a:endParaRPr>
          </a:p>
          <a:p>
            <a:pPr>
              <a:spcBef>
                <a:spcPts val="600"/>
              </a:spcBef>
              <a:buSzPct val="90000"/>
              <a:buFont typeface="Wingdings" panose="05000000000000000000" pitchFamily="2" charset="2"/>
              <a:buNone/>
            </a:pPr>
            <a:r>
              <a:rPr lang="zh-CN" altLang="en-US" sz="1600" dirty="0">
                <a:latin typeface="Consolas" panose="020B0609020204030204" pitchFamily="49" charset="0"/>
              </a:rPr>
              <a:t>&gt;&gt;&gt; import hashlib</a:t>
            </a:r>
            <a:endParaRPr lang="zh-CN" altLang="en-US" sz="1600" dirty="0">
              <a:latin typeface="Consolas" panose="020B0609020204030204" pitchFamily="49" charset="0"/>
            </a:endParaRPr>
          </a:p>
          <a:p>
            <a:pPr>
              <a:spcBef>
                <a:spcPts val="600"/>
              </a:spcBef>
              <a:buSzPct val="90000"/>
              <a:buFont typeface="Wingdings" panose="05000000000000000000" pitchFamily="2" charset="2"/>
              <a:buNone/>
            </a:pPr>
            <a:r>
              <a:rPr lang="zh-CN" altLang="en-US" sz="1600" dirty="0">
                <a:latin typeface="Consolas" panose="020B0609020204030204" pitchFamily="49" charset="0"/>
              </a:rPr>
              <a:t>&gt;&gt;&gt; hashlib.md5('12345'.encode()).hexdigest()</a:t>
            </a:r>
            <a:endParaRPr lang="zh-CN" altLang="en-US" sz="1600" dirty="0">
              <a:latin typeface="Consolas" panose="020B0609020204030204" pitchFamily="49" charset="0"/>
            </a:endParaRPr>
          </a:p>
          <a:p>
            <a:pPr>
              <a:spcBef>
                <a:spcPts val="600"/>
              </a:spcBef>
              <a:buSzPct val="90000"/>
              <a:buFont typeface="Wingdings" panose="05000000000000000000" pitchFamily="2" charset="2"/>
              <a:buNone/>
            </a:pPr>
            <a:r>
              <a:rPr lang="zh-CN" altLang="en-US" sz="1600" dirty="0">
                <a:solidFill>
                  <a:srgbClr val="00B0F0"/>
                </a:solidFill>
                <a:latin typeface="Consolas" panose="020B0609020204030204" pitchFamily="49" charset="0"/>
              </a:rPr>
              <a:t>'827ccb0eea8a706c4c34a16891f84e7b'</a:t>
            </a:r>
            <a:endParaRPr lang="zh-CN" altLang="en-US" sz="1600" dirty="0">
              <a:solidFill>
                <a:srgbClr val="00B0F0"/>
              </a:solidFill>
              <a:latin typeface="Consolas" panose="020B0609020204030204" pitchFamily="49" charset="0"/>
            </a:endParaRPr>
          </a:p>
          <a:p>
            <a:pPr>
              <a:spcBef>
                <a:spcPts val="600"/>
              </a:spcBef>
              <a:buSzPct val="90000"/>
              <a:buFont typeface="Wingdings" panose="05000000000000000000" pitchFamily="2" charset="2"/>
              <a:buNone/>
            </a:pPr>
            <a:r>
              <a:rPr lang="zh-CN" altLang="en-US" sz="1600" dirty="0">
                <a:latin typeface="Consolas" panose="020B0609020204030204" pitchFamily="49" charset="0"/>
              </a:rPr>
              <a:t>&gt;&gt;&gt; hashlib.md5('123456'.encode()).hexdigest()</a:t>
            </a:r>
            <a:endParaRPr lang="zh-CN" altLang="en-US" sz="1600" dirty="0">
              <a:latin typeface="Consolas" panose="020B0609020204030204" pitchFamily="49" charset="0"/>
            </a:endParaRPr>
          </a:p>
          <a:p>
            <a:pPr>
              <a:spcBef>
                <a:spcPts val="600"/>
              </a:spcBef>
              <a:buSzPct val="90000"/>
              <a:buFont typeface="Wingdings" panose="05000000000000000000" pitchFamily="2" charset="2"/>
              <a:buNone/>
            </a:pPr>
            <a:r>
              <a:rPr lang="zh-CN" altLang="en-US" sz="1600" dirty="0">
                <a:solidFill>
                  <a:srgbClr val="00B0F0"/>
                </a:solidFill>
                <a:latin typeface="Consolas" panose="020B0609020204030204" pitchFamily="49" charset="0"/>
              </a:rPr>
              <a:t>'e10adc3949ba59abbe56e057f20f883e'</a:t>
            </a:r>
            <a:endParaRPr lang="zh-CN" altLang="en-US" sz="1600" dirty="0">
              <a:solidFill>
                <a:srgbClr val="00B0F0"/>
              </a:solidFill>
              <a:latin typeface="Consolas" panose="020B0609020204030204"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标题 63489"/>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63491" name="文本占位符 63490"/>
          <p:cNvSpPr>
            <a:spLocks noGrp="1"/>
          </p:cNvSpPr>
          <p:nvPr>
            <p:ph idx="1"/>
          </p:nvPr>
        </p:nvSpPr>
        <p:spPr/>
        <p:txBody>
          <a:bodyPr/>
          <a:lstStyle/>
          <a:p>
            <a:pPr fontAlgn="base">
              <a:buFont typeface="Wingdings" panose="05000000000000000000" charset="0"/>
              <a:buChar char="§"/>
            </a:pPr>
            <a:r>
              <a:rPr lang="zh-CN" altLang="en-US" sz="1800" strike="noStrike" noProof="1"/>
              <a:t>对上面的代码稍加完善，即可实现自己的</a:t>
            </a:r>
            <a:r>
              <a:rPr lang="en-US" altLang="zh-CN" sz="1800" strike="noStrike" noProof="1"/>
              <a:t>MD5</a:t>
            </a:r>
            <a:r>
              <a:rPr lang="zh-CN" altLang="en-US" sz="1800" strike="noStrike" noProof="1"/>
              <a:t>计算器</a:t>
            </a:r>
            <a:endParaRPr lang="zh-CN" altLang="en-US" sz="1800" strike="noStrike" noProof="1"/>
          </a:p>
          <a:p>
            <a:pPr marL="1905" indent="-344805" fontAlgn="base">
              <a:buFontTx/>
              <a:buNone/>
            </a:pPr>
            <a:endParaRPr lang="en-US" altLang="zh-CN" sz="1350" strike="noStrike" noProof="1">
              <a:latin typeface="Consolas" panose="020B0609020204030204" pitchFamily="49" charset="0"/>
            </a:endParaRPr>
          </a:p>
          <a:p>
            <a:pPr marL="1905" indent="-344805" fontAlgn="base">
              <a:buFontTx/>
              <a:buNone/>
            </a:pPr>
            <a:r>
              <a:rPr lang="en-US" altLang="zh-CN" sz="1600">
                <a:latin typeface="Consolas" panose="020B0609020204030204" pitchFamily="49" charset="0"/>
                <a:sym typeface="+mn-ea"/>
              </a:rPr>
              <a:t>import hashlib</a:t>
            </a:r>
            <a:endParaRPr lang="en-US" altLang="zh-CN" sz="1600" strike="noStrike" noProof="1">
              <a:latin typeface="Consolas" panose="020B0609020204030204" pitchFamily="49" charset="0"/>
              <a:sym typeface="+mn-ea"/>
            </a:endParaRPr>
          </a:p>
          <a:p>
            <a:pPr marL="1905" indent="-344805" fontAlgn="base">
              <a:buFontTx/>
              <a:buNone/>
            </a:pPr>
            <a:r>
              <a:rPr lang="en-US" altLang="zh-CN" sz="1600">
                <a:latin typeface="Consolas" panose="020B0609020204030204" pitchFamily="49" charset="0"/>
                <a:sym typeface="+mn-ea"/>
              </a:rPr>
              <a:t>import os</a:t>
            </a:r>
            <a:endParaRPr lang="en-US" altLang="zh-CN" sz="1600" strike="noStrike" noProof="1">
              <a:latin typeface="Consolas" panose="020B0609020204030204" pitchFamily="49" charset="0"/>
              <a:sym typeface="+mn-ea"/>
            </a:endParaRPr>
          </a:p>
          <a:p>
            <a:pPr marL="1905" indent="-344805" fontAlgn="base">
              <a:buFontTx/>
              <a:buNone/>
            </a:pPr>
            <a:r>
              <a:rPr lang="en-US" altLang="zh-CN" sz="1600">
                <a:latin typeface="Consolas" panose="020B0609020204030204" pitchFamily="49" charset="0"/>
                <a:sym typeface="+mn-ea"/>
              </a:rPr>
              <a:t>import sys</a:t>
            </a:r>
            <a:endParaRPr lang="en-US" altLang="zh-CN" sz="1600" strike="noStrike" noProof="1">
              <a:latin typeface="Consolas" panose="020B0609020204030204" pitchFamily="49" charset="0"/>
              <a:sym typeface="+mn-ea"/>
            </a:endParaRPr>
          </a:p>
          <a:p>
            <a:pPr marL="1905" indent="-344805" fontAlgn="base">
              <a:buFontTx/>
              <a:buNone/>
            </a:pPr>
            <a:endParaRPr lang="en-US" altLang="zh-CN" sz="1600" strike="noStrike" noProof="1">
              <a:latin typeface="Consolas" panose="020B0609020204030204" pitchFamily="49" charset="0"/>
              <a:sym typeface="+mn-ea"/>
            </a:endParaRPr>
          </a:p>
          <a:p>
            <a:pPr marL="1905" indent="-344805" fontAlgn="base">
              <a:buFontTx/>
              <a:buNone/>
            </a:pPr>
            <a:r>
              <a:rPr lang="en-US" altLang="zh-CN" sz="1600">
                <a:latin typeface="Consolas" panose="020B0609020204030204" pitchFamily="49" charset="0"/>
                <a:sym typeface="+mn-ea"/>
              </a:rPr>
              <a:t>fileName = sys.argv[1]</a:t>
            </a:r>
            <a:endParaRPr lang="en-US" altLang="zh-CN" sz="1600" strike="noStrike" noProof="1">
              <a:latin typeface="Consolas" panose="020B0609020204030204" pitchFamily="49" charset="0"/>
              <a:sym typeface="+mn-ea"/>
            </a:endParaRPr>
          </a:p>
          <a:p>
            <a:pPr marL="1905" indent="-344805" fontAlgn="base">
              <a:buFontTx/>
              <a:buNone/>
            </a:pPr>
            <a:r>
              <a:rPr lang="en-US" altLang="zh-CN" sz="1600">
                <a:latin typeface="Consolas" panose="020B0609020204030204" pitchFamily="49" charset="0"/>
                <a:sym typeface="+mn-ea"/>
              </a:rPr>
              <a:t>if os.path.isfile(fileName):</a:t>
            </a:r>
            <a:endParaRPr lang="en-US" altLang="zh-CN" sz="1600" strike="noStrike" noProof="1">
              <a:latin typeface="Consolas" panose="020B0609020204030204" pitchFamily="49" charset="0"/>
              <a:sym typeface="+mn-ea"/>
            </a:endParaRPr>
          </a:p>
          <a:p>
            <a:pPr marL="1905" indent="-344805" fontAlgn="base">
              <a:buFontTx/>
              <a:buNone/>
            </a:pPr>
            <a:r>
              <a:rPr lang="en-US" altLang="zh-CN" sz="1600">
                <a:latin typeface="Consolas" panose="020B0609020204030204" pitchFamily="49" charset="0"/>
                <a:sym typeface="+mn-ea"/>
              </a:rPr>
              <a:t>    with open(fileName, 'rb') as fp:</a:t>
            </a:r>
            <a:endParaRPr lang="en-US" altLang="zh-CN" sz="1600" strike="noStrike" noProof="1">
              <a:latin typeface="Consolas" panose="020B0609020204030204" pitchFamily="49" charset="0"/>
              <a:sym typeface="+mn-ea"/>
            </a:endParaRPr>
          </a:p>
          <a:p>
            <a:pPr marL="1905" indent="-344805" fontAlgn="base">
              <a:buFontTx/>
              <a:buNone/>
            </a:pPr>
            <a:r>
              <a:rPr lang="en-US" altLang="zh-CN" sz="1600">
                <a:latin typeface="Consolas" panose="020B0609020204030204" pitchFamily="49" charset="0"/>
                <a:sym typeface="+mn-ea"/>
              </a:rPr>
              <a:t>        data = fp.read()</a:t>
            </a:r>
            <a:endParaRPr lang="en-US" altLang="zh-CN" sz="1600" strike="noStrike" noProof="1">
              <a:latin typeface="Consolas" panose="020B0609020204030204" pitchFamily="49" charset="0"/>
              <a:sym typeface="+mn-ea"/>
            </a:endParaRPr>
          </a:p>
          <a:p>
            <a:pPr marL="1905" indent="-344805" fontAlgn="base">
              <a:buFontTx/>
              <a:buNone/>
            </a:pPr>
            <a:r>
              <a:rPr lang="en-US" altLang="zh-CN" sz="1600">
                <a:latin typeface="Consolas" panose="020B0609020204030204" pitchFamily="49" charset="0"/>
                <a:sym typeface="+mn-ea"/>
              </a:rPr>
              <a:t>        print(hashlib.md5(data).hexdigest())</a:t>
            </a:r>
            <a:endParaRPr lang="en-US" altLang="zh-CN" sz="1600" strike="noStrike" noProof="1">
              <a:latin typeface="Consolas" panose="020B0609020204030204" pitchFamily="49"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标题 1"/>
          <p:cNvSpPr>
            <a:spLocks noGrp="1"/>
          </p:cNvSpPr>
          <p:nvPr>
            <p:ph type="title"/>
          </p:nvPr>
        </p:nvSpPr>
        <p:spPr>
          <a:xfrm>
            <a:off x="-1270" y="4287"/>
            <a:ext cx="9140825" cy="924563"/>
          </a:xfrm>
        </p:spPr>
        <p:txBody>
          <a:bodyPr/>
          <a:lstStyle/>
          <a:p>
            <a:pPr fontAlgn="base"/>
            <a:r>
              <a:rPr lang="zh-CN" altLang="en-US" strike="noStrike" noProof="1">
                <a:sym typeface="宋体" panose="02010600030101010101" pitchFamily="2" charset="-122"/>
              </a:rPr>
              <a:t>7.6  案例精选</a:t>
            </a:r>
            <a:endParaRPr lang="zh-CN" altLang="en-US" strike="noStrike" noProof="1"/>
          </a:p>
        </p:txBody>
      </p:sp>
      <p:sp>
        <p:nvSpPr>
          <p:cNvPr id="91138" name="内容占位符 2"/>
          <p:cNvSpPr>
            <a:spLocks noGrp="1"/>
          </p:cNvSpPr>
          <p:nvPr>
            <p:ph idx="1"/>
          </p:nvPr>
        </p:nvSpPr>
        <p:spPr/>
        <p:txBody>
          <a:bodyPr wrap="square" lIns="68591" tIns="34295" rIns="68591" bIns="34295" anchor="t"/>
          <a:p>
            <a:pPr>
              <a:buSzPct val="90000"/>
              <a:buFont typeface="Wingdings" panose="05000000000000000000" pitchFamily="2" charset="2"/>
              <a:buChar char="ü"/>
            </a:pPr>
            <a:r>
              <a:rPr lang="zh-CN" altLang="en-US" sz="1800"/>
              <a:t>把上面的代码保存为文件CheckMD5OfFile.py，然后在命令提示符环境中运行并计算指定文件的MD5值，对该文件进行微小修改后再次计算其MD5值，可以发现，哪怕只是修改了一点点内容，MD5值的变化也是非常大的。</a:t>
            </a:r>
            <a:endParaRPr lang="zh-CN" altLang="en-US" sz="1800"/>
          </a:p>
        </p:txBody>
      </p:sp>
      <p:pic>
        <p:nvPicPr>
          <p:cNvPr id="91139" name="图片 6" descr="]W{6T_3EGK28I8]1[Z6UZDC"/>
          <p:cNvPicPr>
            <a:picLocks noChangeAspect="1"/>
          </p:cNvPicPr>
          <p:nvPr/>
        </p:nvPicPr>
        <p:blipFill>
          <a:blip r:embed="rId1"/>
          <a:stretch>
            <a:fillRect/>
          </a:stretch>
        </p:blipFill>
        <p:spPr>
          <a:xfrm>
            <a:off x="2822666" y="2411438"/>
            <a:ext cx="3066395" cy="2278064"/>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标题 65537"/>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92162" name="文本占位符 65538"/>
          <p:cNvSpPr>
            <a:spLocks noGrp="1"/>
          </p:cNvSpPr>
          <p:nvPr>
            <p:ph idx="1"/>
          </p:nvPr>
        </p:nvSpPr>
        <p:spPr/>
        <p:txBody>
          <a:bodyPr wrap="square" lIns="68591" tIns="34295" rIns="68591" bIns="34295" anchor="t"/>
          <a:p>
            <a:pPr>
              <a:lnSpc>
                <a:spcPct val="80000"/>
              </a:lnSpc>
              <a:buSzPct val="90000"/>
              <a:buFont typeface="Wingdings" panose="05000000000000000000" pitchFamily="2" charset="2"/>
              <a:buChar char="§"/>
            </a:pPr>
            <a:r>
              <a:rPr lang="zh-CN" altLang="en-US" sz="1800" b="1" dirty="0"/>
              <a:t>例</a:t>
            </a:r>
            <a:r>
              <a:rPr lang="en-US" altLang="zh-CN" sz="1800" b="1" dirty="0"/>
              <a:t>7-15</a:t>
            </a:r>
            <a:r>
              <a:rPr lang="en-US" altLang="zh-CN" sz="1800" dirty="0"/>
              <a:t>  </a:t>
            </a:r>
            <a:r>
              <a:rPr lang="zh-CN" altLang="en-US" sz="1800" dirty="0"/>
              <a:t>判断一个文件是否为</a:t>
            </a:r>
            <a:r>
              <a:rPr lang="en-US" altLang="zh-CN" sz="1800" dirty="0"/>
              <a:t>GIF</a:t>
            </a:r>
            <a:r>
              <a:rPr lang="zh-CN" altLang="en-US" sz="1800" dirty="0"/>
              <a:t>图像文件。</a:t>
            </a:r>
            <a:endParaRPr lang="zh-CN" altLang="en-US" sz="1800" dirty="0"/>
          </a:p>
          <a:p>
            <a:pPr>
              <a:lnSpc>
                <a:spcPct val="80000"/>
              </a:lnSpc>
              <a:buSzPct val="90000"/>
              <a:buFont typeface="Wingdings" panose="05000000000000000000" pitchFamily="2" charset="2"/>
              <a:buNone/>
            </a:pPr>
            <a:endParaRPr lang="en-US" altLang="zh-CN" sz="1350" dirty="0">
              <a:latin typeface="Consolas" panose="020B0609020204030204" pitchFamily="49" charset="0"/>
            </a:endParaRPr>
          </a:p>
          <a:p>
            <a:pPr>
              <a:lnSpc>
                <a:spcPct val="80000"/>
              </a:lnSpc>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def</a:t>
            </a:r>
            <a:r>
              <a:rPr lang="en-US" altLang="zh-CN" sz="1600" dirty="0">
                <a:latin typeface="Consolas" panose="020B0609020204030204" pitchFamily="49" charset="0"/>
              </a:rPr>
              <a:t> </a:t>
            </a:r>
            <a:r>
              <a:rPr lang="en-US" altLang="zh-CN" sz="1600" dirty="0" err="1">
                <a:latin typeface="Consolas" panose="020B0609020204030204" pitchFamily="49" charset="0"/>
              </a:rPr>
              <a:t>is_gif</a:t>
            </a:r>
            <a:r>
              <a:rPr lang="en-US" altLang="zh-CN" sz="1600" dirty="0">
                <a:latin typeface="Consolas" panose="020B0609020204030204" pitchFamily="49" charset="0"/>
              </a:rPr>
              <a:t>(</a:t>
            </a:r>
            <a:r>
              <a:rPr lang="en-US" altLang="zh-CN" sz="1600" dirty="0" err="1">
                <a:latin typeface="Consolas" panose="020B0609020204030204" pitchFamily="49" charset="0"/>
              </a:rPr>
              <a:t>fname</a:t>
            </a:r>
            <a:r>
              <a:rPr lang="en-US" altLang="zh-CN" sz="1600" dirty="0">
                <a:latin typeface="Consolas" panose="020B0609020204030204" pitchFamily="49" charset="0"/>
              </a:rPr>
              <a:t>):</a:t>
            </a:r>
            <a:endParaRPr lang="en-US" altLang="zh-CN" sz="1600" dirty="0">
              <a:latin typeface="Consolas" panose="020B0609020204030204" pitchFamily="49" charset="0"/>
            </a:endParaRPr>
          </a:p>
          <a:p>
            <a:pPr>
              <a:lnSpc>
                <a:spcPct val="80000"/>
              </a:lnSpc>
              <a:buSzPct val="90000"/>
              <a:buFont typeface="Wingdings" panose="05000000000000000000" pitchFamily="2" charset="2"/>
              <a:buNone/>
            </a:pPr>
            <a:r>
              <a:rPr lang="en-US" altLang="zh-CN" sz="1600" dirty="0">
                <a:latin typeface="Consolas" panose="020B0609020204030204" pitchFamily="49" charset="0"/>
              </a:rPr>
              <a:t>    with open(</a:t>
            </a:r>
            <a:r>
              <a:rPr lang="en-US" altLang="zh-CN" sz="1600" dirty="0" err="1">
                <a:latin typeface="Consolas" panose="020B0609020204030204" pitchFamily="49" charset="0"/>
              </a:rPr>
              <a:t>fname</a:t>
            </a:r>
            <a:r>
              <a:rPr lang="en-US" altLang="zh-CN" sz="1600" dirty="0">
                <a:latin typeface="Consolas" panose="020B0609020204030204" pitchFamily="49" charset="0"/>
              </a:rPr>
              <a:t>, '</a:t>
            </a:r>
            <a:r>
              <a:rPr lang="en-US" altLang="zh-CN" sz="1600" dirty="0" err="1">
                <a:latin typeface="Consolas" panose="020B0609020204030204" pitchFamily="49" charset="0"/>
              </a:rPr>
              <a:t>rb</a:t>
            </a:r>
            <a:r>
              <a:rPr lang="en-US" altLang="zh-CN" sz="1600" dirty="0">
                <a:latin typeface="Consolas" panose="020B0609020204030204" pitchFamily="49" charset="0"/>
              </a:rPr>
              <a:t>') as </a:t>
            </a:r>
            <a:r>
              <a:rPr lang="en-US" altLang="zh-CN" sz="1600" dirty="0" err="1">
                <a:latin typeface="Consolas" panose="020B0609020204030204" pitchFamily="49" charset="0"/>
              </a:rPr>
              <a:t>fp</a:t>
            </a:r>
            <a:r>
              <a:rPr lang="en-US" altLang="zh-CN" sz="1600" dirty="0">
                <a:latin typeface="Consolas" panose="020B0609020204030204" pitchFamily="49" charset="0"/>
              </a:rPr>
              <a:t>:</a:t>
            </a:r>
            <a:endParaRPr lang="en-US" altLang="zh-CN" sz="1600" dirty="0">
              <a:latin typeface="Consolas" panose="020B0609020204030204" pitchFamily="49" charset="0"/>
            </a:endParaRPr>
          </a:p>
          <a:p>
            <a:pPr>
              <a:lnSpc>
                <a:spcPct val="80000"/>
              </a:lnSpc>
              <a:buSzPct val="90000"/>
              <a:buFont typeface="Wingdings" panose="05000000000000000000" pitchFamily="2" charset="2"/>
              <a:buNone/>
            </a:pPr>
            <a:r>
              <a:rPr lang="en-US" altLang="zh-CN" sz="1600" dirty="0">
                <a:latin typeface="Consolas" panose="020B0609020204030204" pitchFamily="49" charset="0"/>
              </a:rPr>
              <a:t>        first4 = </a:t>
            </a:r>
            <a:r>
              <a:rPr lang="en-US" altLang="zh-CN" sz="1600" dirty="0" err="1">
                <a:latin typeface="Consolas" panose="020B0609020204030204" pitchFamily="49" charset="0"/>
              </a:rPr>
              <a:t>fp.read</a:t>
            </a:r>
            <a:r>
              <a:rPr lang="en-US" altLang="zh-CN" sz="1600" dirty="0">
                <a:latin typeface="Consolas" panose="020B0609020204030204" pitchFamily="49" charset="0"/>
              </a:rPr>
              <a:t>(4)</a:t>
            </a:r>
            <a:endParaRPr lang="en-US" altLang="zh-CN" sz="1600" dirty="0">
              <a:latin typeface="Consolas" panose="020B0609020204030204" pitchFamily="49" charset="0"/>
            </a:endParaRPr>
          </a:p>
          <a:p>
            <a:pPr>
              <a:lnSpc>
                <a:spcPct val="80000"/>
              </a:lnSpc>
              <a:buSzPct val="90000"/>
              <a:buFont typeface="Wingdings" panose="05000000000000000000" pitchFamily="2" charset="2"/>
              <a:buNone/>
            </a:pPr>
            <a:r>
              <a:rPr lang="en-US" altLang="zh-CN" sz="1600" dirty="0">
                <a:latin typeface="Consolas" panose="020B0609020204030204" pitchFamily="49" charset="0"/>
              </a:rPr>
              <a:t>    return first4 == b'GIF8'</a:t>
            </a:r>
            <a:endParaRPr lang="en-US" altLang="zh-CN" sz="1600" dirty="0">
              <a:latin typeface="Consolas" panose="020B0609020204030204" pitchFamily="49" charset="0"/>
            </a:endParaRPr>
          </a:p>
          <a:p>
            <a:pPr>
              <a:lnSpc>
                <a:spcPct val="80000"/>
              </a:lnSpc>
              <a:buSzPct val="90000"/>
              <a:buFont typeface="Wingdings" panose="05000000000000000000" pitchFamily="2" charset="2"/>
              <a:buNone/>
            </a:pPr>
            <a:endParaRPr lang="en-US" altLang="zh-CN" sz="1600" dirty="0">
              <a:latin typeface="Consolas" panose="020B0609020204030204" pitchFamily="49" charset="0"/>
            </a:endParaRPr>
          </a:p>
          <a:p>
            <a:pPr>
              <a:lnSpc>
                <a:spcPct val="80000"/>
              </a:lnSpc>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is_gif</a:t>
            </a:r>
            <a:r>
              <a:rPr lang="en-US" altLang="zh-CN" sz="1600" dirty="0">
                <a:latin typeface="Consolas" panose="020B0609020204030204" pitchFamily="49" charset="0"/>
              </a:rPr>
              <a:t>('a.gif')</a:t>
            </a:r>
            <a:endParaRPr lang="en-US" altLang="zh-CN" sz="1600" dirty="0">
              <a:latin typeface="Consolas" panose="020B0609020204030204" pitchFamily="49" charset="0"/>
            </a:endParaRPr>
          </a:p>
          <a:p>
            <a:pPr>
              <a:lnSpc>
                <a:spcPct val="80000"/>
              </a:lnSpc>
              <a:buSzPct val="90000"/>
              <a:buFont typeface="Wingdings" panose="05000000000000000000" pitchFamily="2" charset="2"/>
              <a:buNone/>
            </a:pPr>
            <a:r>
              <a:rPr lang="en-US" altLang="zh-CN" sz="1600" dirty="0">
                <a:solidFill>
                  <a:srgbClr val="00B0F0"/>
                </a:solidFill>
                <a:latin typeface="Consolas" panose="020B0609020204030204" pitchFamily="49" charset="0"/>
              </a:rPr>
              <a:t>True</a:t>
            </a:r>
            <a:endParaRPr lang="en-US" altLang="zh-CN" sz="1600" dirty="0">
              <a:solidFill>
                <a:srgbClr val="00B0F0"/>
              </a:solidFill>
              <a:latin typeface="Consolas" panose="020B0609020204030204" pitchFamily="49" charset="0"/>
            </a:endParaRPr>
          </a:p>
          <a:p>
            <a:pPr>
              <a:lnSpc>
                <a:spcPct val="80000"/>
              </a:lnSpc>
              <a:buSzPct val="90000"/>
              <a:buFont typeface="Wingdings" panose="05000000000000000000" pitchFamily="2" charset="2"/>
              <a:buNone/>
            </a:pPr>
            <a:r>
              <a:rPr lang="en-US" altLang="zh-CN" sz="1600" dirty="0">
                <a:latin typeface="Consolas" panose="020B0609020204030204" pitchFamily="49" charset="0"/>
              </a:rPr>
              <a:t>&gt;&gt;&gt; </a:t>
            </a:r>
            <a:r>
              <a:rPr lang="en-US" altLang="zh-CN" sz="1600" dirty="0" err="1">
                <a:latin typeface="Consolas" panose="020B0609020204030204" pitchFamily="49" charset="0"/>
              </a:rPr>
              <a:t>is_gif</a:t>
            </a:r>
            <a:r>
              <a:rPr lang="en-US" altLang="zh-CN" sz="1600" dirty="0">
                <a:latin typeface="Consolas" panose="020B0609020204030204" pitchFamily="49" charset="0"/>
              </a:rPr>
              <a:t>('a.png')</a:t>
            </a:r>
            <a:endParaRPr lang="en-US" altLang="zh-CN" sz="1600" dirty="0">
              <a:latin typeface="Consolas" panose="020B0609020204030204" pitchFamily="49" charset="0"/>
            </a:endParaRPr>
          </a:p>
          <a:p>
            <a:pPr>
              <a:lnSpc>
                <a:spcPct val="80000"/>
              </a:lnSpc>
              <a:buSzPct val="90000"/>
              <a:buFont typeface="Wingdings" panose="05000000000000000000" pitchFamily="2" charset="2"/>
              <a:buNone/>
            </a:pPr>
            <a:r>
              <a:rPr lang="en-US" altLang="zh-CN" sz="1600" dirty="0">
                <a:solidFill>
                  <a:srgbClr val="00B0F0"/>
                </a:solidFill>
                <a:latin typeface="Consolas" panose="020B0609020204030204" pitchFamily="49" charset="0"/>
              </a:rPr>
              <a:t>False</a:t>
            </a:r>
            <a:endParaRPr lang="en-US" altLang="zh-CN" sz="1600" dirty="0">
              <a:solidFill>
                <a:srgbClr val="00B0F0"/>
              </a:solidFill>
              <a:latin typeface="Consolas" panose="020B0609020204030204" pitchFamily="49"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6656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93186" name="文本占位符 66562"/>
          <p:cNvSpPr>
            <a:spLocks noGrp="1"/>
          </p:cNvSpPr>
          <p:nvPr>
            <p:ph idx="1"/>
          </p:nvPr>
        </p:nvSpPr>
        <p:spPr/>
        <p:txBody>
          <a:bodyPr wrap="square" lIns="68591" tIns="34295" rIns="68591" bIns="34295" anchor="t"/>
          <a:p>
            <a:pPr fontAlgn="auto">
              <a:lnSpc>
                <a:spcPct val="100000"/>
              </a:lnSpc>
              <a:spcBef>
                <a:spcPts val="0"/>
              </a:spcBef>
            </a:pPr>
            <a:r>
              <a:rPr lang="zh-CN" altLang="en-US" sz="1800" b="1" dirty="0"/>
              <a:t>例</a:t>
            </a:r>
            <a:r>
              <a:rPr lang="en-US" altLang="zh-CN" sz="1800" b="1" dirty="0"/>
              <a:t>7-16</a:t>
            </a:r>
            <a:r>
              <a:rPr lang="en-US" altLang="zh-CN" sz="1800" dirty="0"/>
              <a:t>  </a:t>
            </a:r>
            <a:r>
              <a:rPr lang="en-US" sz="1800">
                <a:sym typeface="+mn-ea"/>
              </a:rPr>
              <a:t>把指定文件夹中的所有文件名批量随机化，保持文件类型不变。</a:t>
            </a:r>
            <a:endParaRPr lang="en-US" sz="1800" strike="noStrike" noProof="1">
              <a:sym typeface="+mn-ea"/>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from string import ascii_letters</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from os import listdir, rename</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from os.path import splitext, join</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from random import choice, randint</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def randomFilename(directory):</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    for fn in listdir(directory):</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        #切分，得到文件名和扩展名</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        name, ext = splitext(fn)</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        n = randint(5, 20)</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        #生成随机字符串作为新文件名</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        newName = ''.join((choice(ascii_letters) for i in range(n)))</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        #修改文件名</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        rename(join(directory, fn), join(directory, newName+ext))</a:t>
            </a: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endParaRPr lang="en-US" sz="1400" strike="noStrike" noProof="1">
              <a:latin typeface="Consolas" panose="020B0609020204030204" pitchFamily="49" charset="0"/>
            </a:endParaRPr>
          </a:p>
          <a:p>
            <a:pPr marL="0" indent="0" eaLnBrk="1" fontAlgn="auto" latinLnBrk="0" hangingPunct="1">
              <a:lnSpc>
                <a:spcPct val="100000"/>
              </a:lnSpc>
              <a:spcBef>
                <a:spcPts val="0"/>
              </a:spcBef>
              <a:buNone/>
            </a:pPr>
            <a:r>
              <a:rPr lang="en-US" sz="1400">
                <a:latin typeface="Consolas" panose="020B0609020204030204" pitchFamily="49" charset="0"/>
                <a:sym typeface="+mn-ea"/>
              </a:rPr>
              <a:t>randomFilename('C:\\test')</a:t>
            </a:r>
            <a:endParaRPr lang="zh-CN" altLang="en-US" sz="1400" dirty="0">
              <a:latin typeface="Consolas" panose="020B0609020204030204" pitchFamily="49"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标题 67585"/>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94210" name="文本占位符 67586"/>
          <p:cNvSpPr>
            <a:spLocks noGrp="1"/>
          </p:cNvSpPr>
          <p:nvPr>
            <p:ph idx="1"/>
          </p:nvPr>
        </p:nvSpPr>
        <p:spPr/>
        <p:txBody>
          <a:bodyPr wrap="square" lIns="68591" tIns="34295" rIns="68591" bIns="34295" anchor="t"/>
          <a:p>
            <a:pPr>
              <a:lnSpc>
                <a:spcPct val="80000"/>
              </a:lnSpc>
              <a:buSzPct val="90000"/>
              <a:buFont typeface="Wingdings" panose="05000000000000000000" pitchFamily="2" charset="2"/>
              <a:buChar char="§"/>
            </a:pPr>
            <a:r>
              <a:rPr lang="zh-CN" altLang="en-US" sz="1800" b="1" dirty="0"/>
              <a:t>例</a:t>
            </a:r>
            <a:r>
              <a:rPr lang="en-US" altLang="zh-CN" sz="1800" b="1" dirty="0"/>
              <a:t>7-17</a:t>
            </a:r>
            <a:r>
              <a:rPr lang="en-US" altLang="zh-CN" sz="1800" dirty="0"/>
              <a:t>  </a:t>
            </a:r>
            <a:r>
              <a:rPr lang="zh-CN" altLang="en-US" sz="1800" dirty="0"/>
              <a:t>使用xlwt写入Excel文件。</a:t>
            </a:r>
            <a:endParaRPr lang="zh-CN" altLang="en-US" sz="1800" dirty="0"/>
          </a:p>
          <a:p>
            <a:pPr>
              <a:lnSpc>
                <a:spcPct val="80000"/>
              </a:lnSpc>
              <a:buSzPct val="90000"/>
              <a:buFont typeface="Wingdings" panose="05000000000000000000" pitchFamily="2" charset="2"/>
              <a:buNone/>
            </a:pPr>
            <a:endParaRPr lang="zh-CN" altLang="en-US" sz="135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from xlwt import *</a:t>
            </a:r>
            <a:endParaRPr lang="zh-CN" altLang="en-US"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endParaRPr lang="zh-CN" altLang="en-US"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book = Workbook()                        </a:t>
            </a:r>
            <a:r>
              <a:rPr lang="en-US" altLang="zh-CN" sz="1400" dirty="0">
                <a:latin typeface="Consolas" panose="020B0609020204030204" pitchFamily="49" charset="0"/>
              </a:rPr>
              <a:t>#</a:t>
            </a:r>
            <a:r>
              <a:rPr lang="zh-CN" altLang="en-US" sz="1400" dirty="0">
                <a:latin typeface="Consolas" panose="020B0609020204030204" pitchFamily="49" charset="0"/>
              </a:rPr>
              <a:t>新建</a:t>
            </a:r>
            <a:r>
              <a:rPr lang="en-US" altLang="zh-CN" sz="1400" dirty="0">
                <a:latin typeface="Consolas" panose="020B0609020204030204" pitchFamily="49" charset="0"/>
              </a:rPr>
              <a:t>workbook</a:t>
            </a:r>
            <a:endParaRPr lang="en-US" altLang="zh-CN"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sheet1 = book.add_sheet("First")         </a:t>
            </a:r>
            <a:r>
              <a:rPr lang="en-US" altLang="zh-CN" sz="1400" dirty="0">
                <a:latin typeface="Consolas" panose="020B0609020204030204" pitchFamily="49" charset="0"/>
              </a:rPr>
              <a:t>#</a:t>
            </a:r>
            <a:r>
              <a:rPr lang="zh-CN" altLang="en-US" sz="1400" dirty="0">
                <a:latin typeface="Consolas" panose="020B0609020204030204" pitchFamily="49" charset="0"/>
              </a:rPr>
              <a:t>新建</a:t>
            </a:r>
            <a:r>
              <a:rPr lang="en-US" altLang="zh-CN" sz="1400" dirty="0">
                <a:latin typeface="Consolas" panose="020B0609020204030204" pitchFamily="49" charset="0"/>
              </a:rPr>
              <a:t>worksheet</a:t>
            </a:r>
            <a:endParaRPr lang="en-US" altLang="zh-CN"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al=Alignment()</a:t>
            </a:r>
            <a:endParaRPr lang="zh-CN" altLang="en-US"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al.horz = Alignment.HORZ_CENTER</a:t>
            </a:r>
            <a:endParaRPr lang="zh-CN" altLang="en-US"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al.vert = Alignment.VERT_CENTER          </a:t>
            </a:r>
            <a:r>
              <a:rPr lang="en-US" altLang="zh-CN" sz="1400" dirty="0">
                <a:latin typeface="Consolas" panose="020B0609020204030204" pitchFamily="49" charset="0"/>
              </a:rPr>
              <a:t>#</a:t>
            </a:r>
            <a:r>
              <a:rPr lang="zh-CN" altLang="en-US" sz="1400" dirty="0">
                <a:latin typeface="Consolas" panose="020B0609020204030204" pitchFamily="49" charset="0"/>
              </a:rPr>
              <a:t>对齐方式</a:t>
            </a:r>
            <a:endParaRPr lang="zh-CN" altLang="en-US"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borders = Borders()</a:t>
            </a:r>
            <a:endParaRPr lang="zh-CN" altLang="en-US"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borders.bottom = Borders.THICK           </a:t>
            </a:r>
            <a:r>
              <a:rPr lang="en-US" altLang="zh-CN" sz="1400" dirty="0">
                <a:latin typeface="Consolas" panose="020B0609020204030204" pitchFamily="49" charset="0"/>
              </a:rPr>
              <a:t>#</a:t>
            </a:r>
            <a:r>
              <a:rPr lang="zh-CN" altLang="en-US" sz="1400" dirty="0">
                <a:latin typeface="Consolas" panose="020B0609020204030204" pitchFamily="49" charset="0"/>
              </a:rPr>
              <a:t>边框样式</a:t>
            </a:r>
            <a:endParaRPr lang="zh-CN" altLang="en-US"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style = XFStyle()</a:t>
            </a:r>
            <a:endParaRPr lang="zh-CN" altLang="en-US"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style.alignment = al</a:t>
            </a:r>
            <a:endParaRPr lang="zh-CN" altLang="en-US"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style.borders = borders</a:t>
            </a:r>
            <a:endParaRPr lang="zh-CN" altLang="en-US"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row0 = sheet1.row(0)</a:t>
            </a:r>
            <a:endParaRPr lang="zh-CN" altLang="en-US"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row0.write(0, 'test', style=style)       </a:t>
            </a:r>
            <a:r>
              <a:rPr lang="en-US" altLang="zh-CN" sz="1400" dirty="0">
                <a:latin typeface="Consolas" panose="020B0609020204030204" pitchFamily="49" charset="0"/>
              </a:rPr>
              <a:t>#</a:t>
            </a:r>
            <a:r>
              <a:rPr lang="zh-CN" altLang="en-US" sz="1400" dirty="0">
                <a:latin typeface="Consolas" panose="020B0609020204030204" pitchFamily="49" charset="0"/>
              </a:rPr>
              <a:t>写入单元格</a:t>
            </a:r>
            <a:endParaRPr lang="zh-CN" altLang="en-US" sz="1400" dirty="0">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zh-CN" altLang="en-US" sz="1400" dirty="0">
                <a:latin typeface="Consolas" panose="020B0609020204030204" pitchFamily="49" charset="0"/>
              </a:rPr>
              <a:t>book.save(r'd:\test.xls')                </a:t>
            </a:r>
            <a:r>
              <a:rPr lang="en-US" altLang="zh-CN" sz="1400" dirty="0">
                <a:latin typeface="Consolas" panose="020B0609020204030204" pitchFamily="49" charset="0"/>
              </a:rPr>
              <a:t>#</a:t>
            </a:r>
            <a:r>
              <a:rPr lang="zh-CN" altLang="en-US" sz="1400" dirty="0">
                <a:latin typeface="Consolas" panose="020B0609020204030204" pitchFamily="49" charset="0"/>
              </a:rPr>
              <a:t>保存文件</a:t>
            </a:r>
            <a:endParaRPr lang="zh-CN" altLang="en-US" sz="1400" dirty="0">
              <a:latin typeface="Consolas" panose="020B0609020204030204" pitchFamily="49"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标题 68609"/>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95234" name="文本占位符 68610"/>
          <p:cNvSpPr>
            <a:spLocks noGrp="1"/>
          </p:cNvSpPr>
          <p:nvPr>
            <p:ph idx="1"/>
          </p:nvPr>
        </p:nvSpPr>
        <p:spPr/>
        <p:txBody>
          <a:bodyPr wrap="square" lIns="68591" tIns="34295" rIns="68591" bIns="34295" anchor="t"/>
          <a:p>
            <a:pPr>
              <a:lnSpc>
                <a:spcPct val="80000"/>
              </a:lnSpc>
              <a:buSzPct val="90000"/>
              <a:buFont typeface="Wingdings" panose="05000000000000000000" pitchFamily="2" charset="2"/>
              <a:buChar char="§"/>
            </a:pPr>
            <a:r>
              <a:rPr lang="zh-CN" altLang="en-US" sz="1800" b="1" dirty="0"/>
              <a:t>例</a:t>
            </a:r>
            <a:r>
              <a:rPr lang="en-US" altLang="zh-CN" sz="1800" b="1" dirty="0"/>
              <a:t>7-18</a:t>
            </a:r>
            <a:r>
              <a:rPr lang="en-US" altLang="zh-CN" sz="1800" dirty="0"/>
              <a:t>  </a:t>
            </a:r>
            <a:r>
              <a:rPr lang="zh-CN" altLang="en-US" sz="1800" dirty="0"/>
              <a:t>使用xlrd读取Excel文件。</a:t>
            </a:r>
            <a:endParaRPr lang="zh-CN" altLang="en-US" sz="1800" dirty="0"/>
          </a:p>
          <a:p>
            <a:pPr>
              <a:lnSpc>
                <a:spcPct val="80000"/>
              </a:lnSpc>
              <a:buSzPct val="90000"/>
              <a:buFont typeface="Wingdings" panose="05000000000000000000" pitchFamily="2" charset="2"/>
              <a:buNone/>
            </a:pPr>
            <a:endParaRPr lang="zh-CN" altLang="en-US" sz="135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rPr>
              <a:t>&gt;&gt;&gt; import xlrd</a:t>
            </a:r>
            <a:endParaRPr lang="zh-CN" altLang="en-US"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rPr>
              <a:t>&gt;&gt;&gt; book = xlrd.open_workbook(r'd:\test.xls')</a:t>
            </a:r>
            <a:endParaRPr lang="zh-CN" altLang="en-US"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rPr>
              <a:t>&gt;&gt;&gt; sheet1 = book.sheet_by_name('First')</a:t>
            </a:r>
            <a:endParaRPr lang="zh-CN" altLang="en-US"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rPr>
              <a:t>&gt;&gt;&gt; row0 = sheet1.row(0)</a:t>
            </a:r>
            <a:endParaRPr lang="zh-CN" altLang="en-US"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rPr>
              <a:t>&gt;&gt;&gt; print</a:t>
            </a:r>
            <a:r>
              <a:rPr lang="en-US" altLang="zh-CN" sz="1600" dirty="0">
                <a:latin typeface="Consolas" panose="020B0609020204030204" pitchFamily="49" charset="0"/>
              </a:rPr>
              <a:t>(</a:t>
            </a:r>
            <a:r>
              <a:rPr lang="zh-CN" altLang="en-US" sz="1600" dirty="0">
                <a:latin typeface="Consolas" panose="020B0609020204030204" pitchFamily="49" charset="0"/>
              </a:rPr>
              <a:t>row0[0]</a:t>
            </a:r>
            <a:r>
              <a:rPr lang="en-US" altLang="zh-CN" sz="1600" dirty="0">
                <a:latin typeface="Consolas" panose="020B0609020204030204" pitchFamily="49" charset="0"/>
              </a:rPr>
              <a:t>)</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zh-CN" altLang="en-US" sz="1600" dirty="0">
                <a:solidFill>
                  <a:srgbClr val="00B0F0"/>
                </a:solidFill>
                <a:latin typeface="Consolas" panose="020B0609020204030204" pitchFamily="49" charset="0"/>
              </a:rPr>
              <a:t>text:u'test'</a:t>
            </a:r>
            <a:endParaRPr lang="zh-CN" altLang="en-US" sz="1600" dirty="0">
              <a:solidFill>
                <a:srgbClr val="00B0F0"/>
              </a:solidFill>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rPr>
              <a:t>&gt;&gt;&gt; print</a:t>
            </a:r>
            <a:r>
              <a:rPr lang="en-US" altLang="zh-CN" sz="1600" dirty="0">
                <a:latin typeface="Consolas" panose="020B0609020204030204" pitchFamily="49" charset="0"/>
              </a:rPr>
              <a:t>(</a:t>
            </a:r>
            <a:r>
              <a:rPr lang="zh-CN" altLang="en-US" sz="1600" dirty="0">
                <a:latin typeface="Consolas" panose="020B0609020204030204" pitchFamily="49" charset="0"/>
              </a:rPr>
              <a:t>row0[0].value</a:t>
            </a:r>
            <a:r>
              <a:rPr lang="en-US" altLang="zh-CN" sz="1600" dirty="0">
                <a:latin typeface="Consolas" panose="020B0609020204030204" pitchFamily="49" charset="0"/>
              </a:rPr>
              <a:t>)</a:t>
            </a:r>
            <a:endParaRPr lang="en-US" altLang="zh-CN" sz="16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zh-CN" altLang="en-US" sz="1600" dirty="0">
                <a:solidFill>
                  <a:srgbClr val="00B0F0"/>
                </a:solidFill>
                <a:latin typeface="Consolas" panose="020B0609020204030204" pitchFamily="49" charset="0"/>
              </a:rPr>
              <a:t>test</a:t>
            </a:r>
            <a:endParaRPr lang="zh-CN" altLang="en-US" sz="1600" dirty="0">
              <a:solidFill>
                <a:srgbClr val="00B0F0"/>
              </a:solidFill>
              <a:latin typeface="Consolas" panose="020B0609020204030204" pitchFamily="49"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标题 69633"/>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96258" name="文本占位符 69634"/>
          <p:cNvSpPr>
            <a:spLocks noGrp="1"/>
          </p:cNvSpPr>
          <p:nvPr>
            <p:ph idx="1"/>
          </p:nvPr>
        </p:nvSpPr>
        <p:spPr>
          <a:xfrm>
            <a:off x="285750" y="1200150"/>
            <a:ext cx="8235315" cy="3395345"/>
          </a:xfrm>
        </p:spPr>
        <p:txBody>
          <a:bodyPr wrap="square" lIns="68591" tIns="34295" rIns="68591" bIns="34295" anchor="t"/>
          <a:p>
            <a:pPr>
              <a:lnSpc>
                <a:spcPct val="80000"/>
              </a:lnSpc>
              <a:buSzPct val="90000"/>
              <a:buFont typeface="Wingdings" panose="05000000000000000000" pitchFamily="2" charset="2"/>
              <a:buChar char="§"/>
            </a:pPr>
            <a:r>
              <a:rPr lang="zh-CN" altLang="en-US" sz="1800" b="1" dirty="0"/>
              <a:t>例</a:t>
            </a:r>
            <a:r>
              <a:rPr lang="en-US" altLang="zh-CN" sz="1800" b="1" dirty="0"/>
              <a:t>7-19</a:t>
            </a:r>
            <a:r>
              <a:rPr lang="en-US" altLang="zh-CN" sz="1800" dirty="0"/>
              <a:t>  </a:t>
            </a:r>
            <a:r>
              <a:rPr lang="zh-CN" altLang="en-US" sz="1800" dirty="0"/>
              <a:t>使用Pywin32操作Excel文件。</a:t>
            </a:r>
            <a:endParaRPr lang="zh-CN" altLang="en-US" sz="1800" dirty="0"/>
          </a:p>
          <a:p>
            <a:pPr>
              <a:lnSpc>
                <a:spcPct val="80000"/>
              </a:lnSpc>
              <a:buSzPct val="90000"/>
              <a:buFont typeface="Wingdings" panose="05000000000000000000" pitchFamily="2" charset="2"/>
              <a:buNone/>
            </a:pPr>
            <a:endParaRPr lang="zh-CN" altLang="en-US" sz="1500" dirty="0"/>
          </a:p>
          <a:p>
            <a:pPr>
              <a:lnSpc>
                <a:spcPct val="80000"/>
              </a:lnSpc>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xlApp = win32com.client.Dispatch('Excel.Application') #打开EXCEL</a:t>
            </a:r>
            <a:endParaRPr lang="zh-CN" altLang="en-US" sz="1600" dirty="0">
              <a:latin typeface="Consolas" panose="020B0609020204030204" pitchFamily="49" charset="0"/>
              <a:cs typeface="Consolas" panose="020B0609020204030204" pitchFamily="49" charset="0"/>
            </a:endParaRPr>
          </a:p>
          <a:p>
            <a:pPr>
              <a:lnSpc>
                <a:spcPct val="80000"/>
              </a:lnSpc>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xlBook = xlApp.Workbooks.Open('D:\\1.xls')            </a:t>
            </a:r>
            <a:r>
              <a:rPr lang="en-US" altLang="zh-CN" sz="1600" dirty="0">
                <a:latin typeface="Consolas" panose="020B0609020204030204" pitchFamily="49" charset="0"/>
                <a:cs typeface="Consolas" panose="020B0609020204030204" pitchFamily="49" charset="0"/>
              </a:rPr>
              <a:t>#</a:t>
            </a:r>
            <a:r>
              <a:rPr lang="zh-CN" altLang="en-US" sz="1600" dirty="0">
                <a:latin typeface="Consolas" panose="020B0609020204030204" pitchFamily="49" charset="0"/>
                <a:cs typeface="Consolas" panose="020B0609020204030204" pitchFamily="49" charset="0"/>
              </a:rPr>
              <a:t>打开文件</a:t>
            </a:r>
            <a:endParaRPr lang="zh-CN" altLang="en-US" sz="1600" dirty="0">
              <a:latin typeface="Consolas" panose="020B0609020204030204" pitchFamily="49" charset="0"/>
              <a:cs typeface="Consolas" panose="020B0609020204030204" pitchFamily="49" charset="0"/>
            </a:endParaRPr>
          </a:p>
          <a:p>
            <a:pPr>
              <a:lnSpc>
                <a:spcPct val="80000"/>
              </a:lnSpc>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xlSht = xlBook.Worksheets('sheet1')                   </a:t>
            </a:r>
            <a:r>
              <a:rPr lang="en-US" altLang="zh-CN" sz="1600" dirty="0">
                <a:latin typeface="Consolas" panose="020B0609020204030204" pitchFamily="49" charset="0"/>
                <a:cs typeface="Consolas" panose="020B0609020204030204" pitchFamily="49" charset="0"/>
              </a:rPr>
              <a:t>#</a:t>
            </a:r>
            <a:r>
              <a:rPr lang="zh-CN" altLang="en-US" sz="1600" dirty="0">
                <a:latin typeface="Consolas" panose="020B0609020204030204" pitchFamily="49" charset="0"/>
                <a:cs typeface="Consolas" panose="020B0609020204030204" pitchFamily="49" charset="0"/>
              </a:rPr>
              <a:t>获取工作表</a:t>
            </a:r>
            <a:endParaRPr lang="zh-CN" altLang="en-US" sz="1600" dirty="0">
              <a:latin typeface="Consolas" panose="020B0609020204030204" pitchFamily="49" charset="0"/>
              <a:cs typeface="Consolas" panose="020B0609020204030204" pitchFamily="49" charset="0"/>
            </a:endParaRPr>
          </a:p>
          <a:p>
            <a:pPr>
              <a:lnSpc>
                <a:spcPct val="80000"/>
              </a:lnSpc>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aaa = xlSht.Cells(1,2).Value                          </a:t>
            </a:r>
            <a:r>
              <a:rPr lang="en-US" altLang="zh-CN" sz="1600" dirty="0">
                <a:latin typeface="Consolas" panose="020B0609020204030204" pitchFamily="49" charset="0"/>
                <a:cs typeface="Consolas" panose="020B0609020204030204" pitchFamily="49" charset="0"/>
              </a:rPr>
              <a:t>#</a:t>
            </a:r>
            <a:r>
              <a:rPr lang="zh-CN" altLang="en-US" sz="1600" dirty="0">
                <a:latin typeface="Consolas" panose="020B0609020204030204" pitchFamily="49" charset="0"/>
                <a:cs typeface="Consolas" panose="020B0609020204030204" pitchFamily="49" charset="0"/>
              </a:rPr>
              <a:t>访问单元格</a:t>
            </a:r>
            <a:endParaRPr lang="zh-CN" altLang="en-US" sz="1600" dirty="0">
              <a:latin typeface="Consolas" panose="020B0609020204030204" pitchFamily="49" charset="0"/>
              <a:cs typeface="Consolas" panose="020B0609020204030204" pitchFamily="49" charset="0"/>
            </a:endParaRPr>
          </a:p>
          <a:p>
            <a:pPr>
              <a:lnSpc>
                <a:spcPct val="80000"/>
              </a:lnSpc>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xlSht.Cells(2,3).Value = aaa </a:t>
            </a:r>
            <a:endParaRPr lang="zh-CN" altLang="en-US" sz="1600" dirty="0">
              <a:latin typeface="Consolas" panose="020B0609020204030204" pitchFamily="49" charset="0"/>
              <a:cs typeface="Consolas" panose="020B0609020204030204" pitchFamily="49" charset="0"/>
            </a:endParaRPr>
          </a:p>
          <a:p>
            <a:pPr>
              <a:lnSpc>
                <a:spcPct val="80000"/>
              </a:lnSpc>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xlBook.Close(SaveChanges=1)                           </a:t>
            </a:r>
            <a:r>
              <a:rPr lang="en-US" altLang="zh-CN" sz="1600" dirty="0">
                <a:latin typeface="Consolas" panose="020B0609020204030204" pitchFamily="49" charset="0"/>
                <a:cs typeface="Consolas" panose="020B0609020204030204" pitchFamily="49" charset="0"/>
              </a:rPr>
              <a:t>#</a:t>
            </a:r>
            <a:r>
              <a:rPr lang="zh-CN" altLang="en-US" sz="1600" dirty="0">
                <a:latin typeface="Consolas" panose="020B0609020204030204" pitchFamily="49" charset="0"/>
                <a:cs typeface="Consolas" panose="020B0609020204030204" pitchFamily="49" charset="0"/>
              </a:rPr>
              <a:t>保存</a:t>
            </a:r>
            <a:endParaRPr lang="zh-CN" altLang="en-US" sz="1600" dirty="0">
              <a:latin typeface="Consolas" panose="020B0609020204030204" pitchFamily="49" charset="0"/>
              <a:cs typeface="Consolas" panose="020B0609020204030204" pitchFamily="49" charset="0"/>
            </a:endParaRPr>
          </a:p>
          <a:p>
            <a:pPr>
              <a:lnSpc>
                <a:spcPct val="80000"/>
              </a:lnSpc>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del xlApp</a:t>
            </a:r>
            <a:endParaRPr lang="zh-CN" altLang="en-US" sz="1600" dirty="0">
              <a:latin typeface="Consolas" panose="020B0609020204030204" pitchFamily="49" charset="0"/>
              <a:cs typeface="Consolas" panose="020B0609020204030204" pitchFamily="49"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标题 70657"/>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97282" name="文本占位符 70658"/>
          <p:cNvSpPr>
            <a:spLocks noGrp="1"/>
          </p:cNvSpPr>
          <p:nvPr>
            <p:ph idx="1"/>
          </p:nvPr>
        </p:nvSpPr>
        <p:spPr/>
        <p:txBody>
          <a:bodyPr wrap="square" lIns="68591" tIns="34295" rIns="68591" bIns="34295" anchor="t"/>
          <a:p>
            <a:pPr>
              <a:lnSpc>
                <a:spcPct val="150000"/>
              </a:lnSpc>
              <a:spcBef>
                <a:spcPct val="0"/>
              </a:spcBef>
              <a:buSzPct val="90000"/>
              <a:buFont typeface="Wingdings" panose="05000000000000000000" pitchFamily="2" charset="2"/>
              <a:buChar char="§"/>
            </a:pPr>
            <a:r>
              <a:rPr lang="zh-CN" altLang="en-US" sz="1800" b="1"/>
              <a:t>例</a:t>
            </a:r>
            <a:r>
              <a:rPr lang="en-US" altLang="zh-CN" sz="1800" b="1"/>
              <a:t>7-20</a:t>
            </a:r>
            <a:r>
              <a:rPr lang="en-US" altLang="zh-CN" sz="1800"/>
              <a:t>  </a:t>
            </a:r>
            <a:r>
              <a:rPr lang="zh-CN" altLang="en-US" sz="1800"/>
              <a:t>检查</a:t>
            </a:r>
            <a:r>
              <a:rPr lang="en-US" altLang="zh-CN" sz="1800"/>
              <a:t>word</a:t>
            </a:r>
            <a:r>
              <a:rPr lang="zh-CN" altLang="en-US" sz="1800"/>
              <a:t>文档的连续重复字，例如“用户的的资料”或“需要需要用户输入”之类的情况。</a:t>
            </a:r>
            <a:endParaRPr lang="zh-CN" altLang="en-US" sz="18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标题 7168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98306" name="文本占位符 71682"/>
          <p:cNvSpPr>
            <a:spLocks noGrp="1"/>
          </p:cNvSpPr>
          <p:nvPr>
            <p:ph idx="1"/>
          </p:nvPr>
        </p:nvSpPr>
        <p:spPr/>
        <p:txBody>
          <a:bodyPr wrap="square" lIns="68591" tIns="34295" rIns="68591" bIns="34295" anchor="t"/>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import sys</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from win32com import client</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filename = r'c:\</a:t>
            </a:r>
            <a:r>
              <a:rPr lang="en-US" altLang="zh-CN" sz="1600" dirty="0">
                <a:latin typeface="Consolas" panose="020B0609020204030204" pitchFamily="49" charset="0"/>
                <a:cs typeface="Consolas" panose="020B0609020204030204" pitchFamily="49" charset="0"/>
              </a:rPr>
              <a:t>Python</a:t>
            </a:r>
            <a:r>
              <a:rPr lang="zh-CN" altLang="en-US" sz="1600" dirty="0">
                <a:latin typeface="Consolas" panose="020B0609020204030204" pitchFamily="49" charset="0"/>
                <a:cs typeface="Consolas" panose="020B0609020204030204" pitchFamily="49" charset="0"/>
              </a:rPr>
              <a:t>可以这样学.doc'</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word = client.Dispatch('Word.Application')</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doc = word.Documents.Open(filename)</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content = str(doc.Content)</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doc.Close()</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rPr>
              <a:t>word.Quit()</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endParaRPr lang="zh-CN" altLang="en-US" sz="1600" dirty="0">
              <a:latin typeface="Consolas" panose="020B0609020204030204" pitchFamily="49" charset="0"/>
              <a:cs typeface="Consolas" panose="020B0609020204030204" pitchFamily="49"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sym typeface="+mn-ea"/>
              </a:rPr>
              <a:t>7.6  案例精选</a:t>
            </a:r>
            <a:endParaRPr lang="en-US"/>
          </a:p>
        </p:txBody>
      </p:sp>
      <p:sp>
        <p:nvSpPr>
          <p:cNvPr id="3" name="Content Placeholder 2"/>
          <p:cNvSpPr>
            <a:spLocks noGrp="1"/>
          </p:cNvSpPr>
          <p:nvPr>
            <p:ph idx="1"/>
          </p:nvPr>
        </p:nvSpPr>
        <p:spPr/>
        <p:txBody>
          <a:bodyPr/>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sym typeface="+mn-ea"/>
              </a:rPr>
              <a:t>repeatedWords = []</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sym typeface="+mn-ea"/>
              </a:rPr>
              <a:t>lens = len(content)</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sym typeface="+mn-ea"/>
              </a:rPr>
              <a:t>for i in range(lens-2):</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sym typeface="+mn-ea"/>
              </a:rPr>
              <a:t>    ch</a:t>
            </a:r>
            <a:r>
              <a:rPr lang="en-US" altLang="zh-CN" sz="1600" dirty="0">
                <a:latin typeface="Consolas" panose="020B0609020204030204" pitchFamily="49" charset="0"/>
                <a:cs typeface="Consolas" panose="020B0609020204030204" pitchFamily="49" charset="0"/>
                <a:sym typeface="+mn-ea"/>
              </a:rPr>
              <a:t>, ch1, ch2</a:t>
            </a:r>
            <a:r>
              <a:rPr lang="zh-CN" altLang="en-US" sz="1600" dirty="0">
                <a:latin typeface="Consolas" panose="020B0609020204030204" pitchFamily="49" charset="0"/>
                <a:cs typeface="Consolas" panose="020B0609020204030204" pitchFamily="49" charset="0"/>
                <a:sym typeface="+mn-ea"/>
              </a:rPr>
              <a:t> = content[i</a:t>
            </a:r>
            <a:r>
              <a:rPr lang="en-US" altLang="zh-CN" sz="1600" dirty="0">
                <a:latin typeface="Consolas" panose="020B0609020204030204" pitchFamily="49" charset="0"/>
                <a:cs typeface="Consolas" panose="020B0609020204030204" pitchFamily="49" charset="0"/>
                <a:sym typeface="+mn-ea"/>
              </a:rPr>
              <a:t>:i+3</a:t>
            </a:r>
            <a:r>
              <a:rPr lang="zh-CN" altLang="en-US" sz="1600" dirty="0">
                <a:latin typeface="Consolas" panose="020B0609020204030204" pitchFamily="49" charset="0"/>
                <a:cs typeface="Consolas" panose="020B0609020204030204" pitchFamily="49" charset="0"/>
                <a:sym typeface="+mn-ea"/>
              </a:rPr>
              <a:t>]</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sym typeface="+mn-ea"/>
              </a:rPr>
              <a:t>    if ('\u4e00'&lt;=ch&lt;='\u9fa5' or ch in ('，', '。', '、')):</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sym typeface="+mn-ea"/>
              </a:rPr>
              <a:t>        if ch==ch1 and ch+ch1 not in repeatedWords:</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sym typeface="+mn-ea"/>
              </a:rPr>
              <a:t>            print(ch+ch1)</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sym typeface="+mn-ea"/>
              </a:rPr>
              <a:t>            repeatedWords.append(ch+ch1)</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sym typeface="+mn-ea"/>
              </a:rPr>
              <a:t>        elif ch==ch2 and ch+ch1+ch2 not in repeatedWords:</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sym typeface="+mn-ea"/>
              </a:rPr>
              <a:t>            print(ch+ch1+ch2)</a:t>
            </a:r>
            <a:endParaRPr lang="zh-CN" altLang="en-US" sz="1600" dirty="0">
              <a:latin typeface="Consolas" panose="020B0609020204030204" pitchFamily="49" charset="0"/>
              <a:cs typeface="Consolas" panose="020B0609020204030204" pitchFamily="49" charset="0"/>
            </a:endParaRPr>
          </a:p>
          <a:p>
            <a:pPr marL="1905" indent="-344805" eaLnBrk="1" latinLnBrk="0" hangingPunct="1">
              <a:lnSpc>
                <a:spcPct val="100000"/>
              </a:lnSpc>
              <a:spcBef>
                <a:spcPts val="0"/>
              </a:spcBef>
              <a:buSzPct val="90000"/>
              <a:buFont typeface="Wingdings" panose="05000000000000000000" pitchFamily="2" charset="2"/>
              <a:buNone/>
            </a:pPr>
            <a:r>
              <a:rPr lang="zh-CN" altLang="en-US" sz="1600" dirty="0">
                <a:latin typeface="Consolas" panose="020B0609020204030204" pitchFamily="49" charset="0"/>
                <a:cs typeface="Consolas" panose="020B0609020204030204" pitchFamily="49" charset="0"/>
                <a:sym typeface="+mn-ea"/>
              </a:rPr>
              <a:t>            repeatedWords.append(ch+ch1+ch2)</a:t>
            </a:r>
            <a:endParaRPr lang="zh-CN" altLang="en-US" sz="1600" dirty="0">
              <a:latin typeface="Consolas" panose="020B0609020204030204" pitchFamily="49" charset="0"/>
              <a:cs typeface="Consolas" panose="020B0609020204030204" pitchFamily="49" charset="0"/>
            </a:endParaRPr>
          </a:p>
          <a:p>
            <a:pPr marL="0" indent="0">
              <a:buNone/>
            </a:pPr>
            <a:endParaRPr lang="en-US" sz="16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lstStyle/>
          <a:p>
            <a:pPr fontAlgn="base">
              <a:buFont typeface="Wingdings" panose="05000000000000000000" charset="0"/>
              <a:buChar char="v"/>
            </a:pPr>
            <a:r>
              <a:rPr lang="zh-CN" altLang="en-US" sz="1800" strike="noStrike" noProof="1">
                <a:latin typeface="+mn-ea"/>
              </a:rPr>
              <a:t>或者使用</a:t>
            </a:r>
            <a:r>
              <a:rPr lang="en-US" altLang="zh-CN" sz="1800" strike="noStrike" noProof="1">
                <a:latin typeface="+mn-ea"/>
              </a:rPr>
              <a:t>python-docx</a:t>
            </a:r>
            <a:r>
              <a:rPr lang="zh-CN" altLang="en-US" sz="1800" strike="noStrike" noProof="1">
                <a:latin typeface="+mn-ea"/>
              </a:rPr>
              <a:t>扩展库。</a:t>
            </a:r>
            <a:endParaRPr lang="zh-CN" altLang="en-US" sz="1800" strike="noStrike" noProof="1">
              <a:latin typeface="+mn-ea"/>
            </a:endParaRPr>
          </a:p>
          <a:p>
            <a:pPr marL="0" indent="0" fontAlgn="base">
              <a:buFontTx/>
              <a:buNone/>
            </a:pPr>
            <a:endParaRPr lang="zh-CN" altLang="en-US" sz="1350" strike="noStrike" noProof="1">
              <a:latin typeface="Consolas" panose="020B0609020204030204" pitchFamily="49" charset="0"/>
            </a:endParaRPr>
          </a:p>
          <a:p>
            <a:pPr marL="0" indent="0" eaLnBrk="1" latinLnBrk="0" hangingPunct="1">
              <a:spcBef>
                <a:spcPts val="0"/>
              </a:spcBef>
              <a:buFontTx/>
              <a:buNone/>
            </a:pPr>
            <a:r>
              <a:rPr lang="en-US" sz="1600" strike="noStrike" noProof="1">
                <a:latin typeface="Consolas" panose="020B0609020204030204" pitchFamily="49" charset="0"/>
              </a:rPr>
              <a:t>from docx import Document</a:t>
            </a:r>
            <a:endParaRPr lang="en-US" sz="1600" strike="noStrike" noProof="1">
              <a:latin typeface="Consolas" panose="020B0609020204030204" pitchFamily="49" charset="0"/>
            </a:endParaRPr>
          </a:p>
          <a:p>
            <a:pPr marL="0" indent="0" eaLnBrk="1" latinLnBrk="0" hangingPunct="1">
              <a:spcBef>
                <a:spcPts val="0"/>
              </a:spcBef>
              <a:buFontTx/>
              <a:buNone/>
            </a:pPr>
            <a:endParaRPr lang="en-US" sz="1600" strike="noStrike" noProof="1">
              <a:latin typeface="Consolas" panose="020B0609020204030204" pitchFamily="49" charset="0"/>
            </a:endParaRPr>
          </a:p>
          <a:p>
            <a:pPr marL="0" indent="0" eaLnBrk="1" latinLnBrk="0" hangingPunct="1">
              <a:spcBef>
                <a:spcPts val="0"/>
              </a:spcBef>
              <a:buFontTx/>
              <a:buNone/>
            </a:pPr>
            <a:r>
              <a:rPr lang="en-US" sz="1600" strike="noStrike" noProof="1">
                <a:latin typeface="Consolas" panose="020B0609020204030204" pitchFamily="49" charset="0"/>
              </a:rPr>
              <a:t>doc = Document('《Python</a:t>
            </a:r>
            <a:r>
              <a:rPr lang="zh-CN" altLang="en-US" sz="1600" strike="noStrike" noProof="1">
                <a:latin typeface="Consolas" panose="020B0609020204030204" pitchFamily="49" charset="0"/>
              </a:rPr>
              <a:t>程序设计开发宝典</a:t>
            </a:r>
            <a:r>
              <a:rPr lang="en-US" sz="1600" strike="noStrike" noProof="1">
                <a:latin typeface="Consolas" panose="020B0609020204030204" pitchFamily="49" charset="0"/>
              </a:rPr>
              <a:t>》.docx')</a:t>
            </a:r>
            <a:endParaRPr lang="en-US" sz="1600" strike="noStrike" noProof="1">
              <a:latin typeface="Consolas" panose="020B0609020204030204" pitchFamily="49" charset="0"/>
            </a:endParaRPr>
          </a:p>
          <a:p>
            <a:pPr marL="0" indent="0" eaLnBrk="1" latinLnBrk="0" hangingPunct="1">
              <a:spcBef>
                <a:spcPts val="0"/>
              </a:spcBef>
              <a:buFontTx/>
              <a:buNone/>
            </a:pPr>
            <a:endParaRPr lang="en-US" sz="1600" strike="noStrike" noProof="1">
              <a:latin typeface="Consolas" panose="020B0609020204030204" pitchFamily="49" charset="0"/>
            </a:endParaRPr>
          </a:p>
          <a:p>
            <a:pPr marL="0" indent="0" eaLnBrk="1" latinLnBrk="0" hangingPunct="1">
              <a:spcBef>
                <a:spcPts val="0"/>
              </a:spcBef>
              <a:buFontTx/>
              <a:buNone/>
            </a:pPr>
            <a:r>
              <a:rPr lang="en-US" sz="1600" strike="noStrike" noProof="1">
                <a:latin typeface="Consolas" panose="020B0609020204030204" pitchFamily="49" charset="0"/>
              </a:rPr>
              <a:t>contents = ''.join((p.text for p in doc.paragraphs))</a:t>
            </a:r>
            <a:endParaRPr lang="en-US" sz="1600" strike="noStrike" noProof="1">
              <a:latin typeface="Consolas" panose="020B0609020204030204" pitchFamily="49" charset="0"/>
            </a:endParaRPr>
          </a:p>
          <a:p>
            <a:pPr marL="0" indent="0" eaLnBrk="1" latinLnBrk="0" hangingPunct="1">
              <a:spcBef>
                <a:spcPts val="0"/>
              </a:spcBef>
              <a:buFontTx/>
              <a:buNone/>
            </a:pPr>
            <a:r>
              <a:rPr lang="en-US" sz="1600" strike="noStrike" noProof="1">
                <a:latin typeface="Consolas" panose="020B0609020204030204" pitchFamily="49" charset="0"/>
              </a:rPr>
              <a:t>words = []</a:t>
            </a:r>
            <a:endParaRPr lang="en-US" sz="1600" strike="noStrike" noProof="1">
              <a:latin typeface="Consolas" panose="020B0609020204030204" pitchFamily="49" charset="0"/>
            </a:endParaRPr>
          </a:p>
          <a:p>
            <a:pPr marL="0" indent="0" eaLnBrk="1" latinLnBrk="0" hangingPunct="1">
              <a:spcBef>
                <a:spcPts val="0"/>
              </a:spcBef>
              <a:buFontTx/>
              <a:buNone/>
            </a:pPr>
            <a:r>
              <a:rPr lang="en-US" sz="1600" strike="noStrike" noProof="1">
                <a:latin typeface="Consolas" panose="020B0609020204030204" pitchFamily="49" charset="0"/>
              </a:rPr>
              <a:t>for index, ch in enumerate(contents[:-2]):</a:t>
            </a:r>
            <a:endParaRPr lang="en-US" sz="1600" strike="noStrike" noProof="1">
              <a:latin typeface="Consolas" panose="020B0609020204030204" pitchFamily="49" charset="0"/>
            </a:endParaRPr>
          </a:p>
          <a:p>
            <a:pPr marL="0" indent="0" eaLnBrk="1" latinLnBrk="0" hangingPunct="1">
              <a:spcBef>
                <a:spcPts val="0"/>
              </a:spcBef>
              <a:buFontTx/>
              <a:buNone/>
            </a:pPr>
            <a:r>
              <a:rPr lang="en-US" sz="1600" strike="noStrike" noProof="1">
                <a:latin typeface="Consolas" panose="020B0609020204030204" pitchFamily="49" charset="0"/>
              </a:rPr>
              <a:t>    if ch==contents[index+1] or ch==contents[index+2]:</a:t>
            </a:r>
            <a:endParaRPr lang="en-US" sz="1600" strike="noStrike" noProof="1">
              <a:latin typeface="Consolas" panose="020B0609020204030204" pitchFamily="49" charset="0"/>
            </a:endParaRPr>
          </a:p>
          <a:p>
            <a:pPr marL="0" indent="0" eaLnBrk="1" latinLnBrk="0" hangingPunct="1">
              <a:spcBef>
                <a:spcPts val="0"/>
              </a:spcBef>
              <a:buFontTx/>
              <a:buNone/>
            </a:pPr>
            <a:r>
              <a:rPr lang="en-US" sz="1600" strike="noStrike" noProof="1">
                <a:latin typeface="Consolas" panose="020B0609020204030204" pitchFamily="49" charset="0"/>
              </a:rPr>
              <a:t>        word = contents[index:index+3]</a:t>
            </a:r>
            <a:endParaRPr lang="en-US" sz="1600" strike="noStrike" noProof="1">
              <a:latin typeface="Consolas" panose="020B0609020204030204" pitchFamily="49" charset="0"/>
            </a:endParaRPr>
          </a:p>
          <a:p>
            <a:pPr marL="0" indent="0" eaLnBrk="1" latinLnBrk="0" hangingPunct="1">
              <a:spcBef>
                <a:spcPts val="0"/>
              </a:spcBef>
              <a:buFontTx/>
              <a:buNone/>
            </a:pPr>
            <a:r>
              <a:rPr lang="en-US" sz="1600" strike="noStrike" noProof="1">
                <a:latin typeface="Consolas" panose="020B0609020204030204" pitchFamily="49" charset="0"/>
              </a:rPr>
              <a:t>        if word not in words:</a:t>
            </a:r>
            <a:endParaRPr lang="en-US" sz="1600" strike="noStrike" noProof="1">
              <a:latin typeface="Consolas" panose="020B0609020204030204" pitchFamily="49" charset="0"/>
            </a:endParaRPr>
          </a:p>
          <a:p>
            <a:pPr marL="0" indent="0" eaLnBrk="1" latinLnBrk="0" hangingPunct="1">
              <a:spcBef>
                <a:spcPts val="0"/>
              </a:spcBef>
              <a:buFontTx/>
              <a:buNone/>
            </a:pPr>
            <a:r>
              <a:rPr lang="en-US" sz="1600" strike="noStrike" noProof="1">
                <a:latin typeface="Consolas" panose="020B0609020204030204" pitchFamily="49" charset="0"/>
              </a:rPr>
              <a:t>            words.append(word)</a:t>
            </a:r>
            <a:endParaRPr lang="en-US" sz="1600" strike="noStrike" noProof="1">
              <a:latin typeface="Consolas" panose="020B0609020204030204" pitchFamily="49" charset="0"/>
            </a:endParaRPr>
          </a:p>
          <a:p>
            <a:pPr marL="0" indent="0" eaLnBrk="1" latinLnBrk="0" hangingPunct="1">
              <a:spcBef>
                <a:spcPts val="0"/>
              </a:spcBef>
              <a:buFontTx/>
              <a:buNone/>
            </a:pPr>
            <a:r>
              <a:rPr lang="en-US" sz="1600" strike="noStrike" noProof="1">
                <a:latin typeface="Consolas" panose="020B0609020204030204" pitchFamily="49" charset="0"/>
              </a:rPr>
              <a:t>            print(word)</a:t>
            </a:r>
            <a:endParaRPr lang="en-US" sz="1600" strike="noStrike" noProof="1">
              <a:latin typeface="Consolas" panose="020B0609020204030204" pitchFamily="49" charset="0"/>
            </a:endParaRPr>
          </a:p>
        </p:txBody>
      </p:sp>
      <p:sp>
        <p:nvSpPr>
          <p:cNvPr id="78849" name="标题 7168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70" y="4287"/>
            <a:ext cx="9140825" cy="924563"/>
          </a:xfrm>
        </p:spPr>
        <p:txBody>
          <a:bodyPr/>
          <a:p>
            <a:pPr fontAlgn="base"/>
            <a:r>
              <a:rPr lang="zh-CN" altLang="en-US" strike="noStrike" noProof="1">
                <a:sym typeface="+mn-ea"/>
              </a:rPr>
              <a:t>7.6  案例精选</a:t>
            </a:r>
            <a:endParaRPr lang="en-US" strike="noStrike" noProof="1"/>
          </a:p>
        </p:txBody>
      </p:sp>
      <p:sp>
        <p:nvSpPr>
          <p:cNvPr id="3" name="Content Placeholder 2"/>
          <p:cNvSpPr>
            <a:spLocks noGrp="1"/>
          </p:cNvSpPr>
          <p:nvPr>
            <p:ph idx="1"/>
          </p:nvPr>
        </p:nvSpPr>
        <p:spPr/>
        <p:txBody>
          <a:bodyPr/>
          <a:p>
            <a:pPr fontAlgn="base">
              <a:buFont typeface="Wingdings" panose="05000000000000000000" charset="0"/>
              <a:buChar char=""/>
            </a:pPr>
            <a:r>
              <a:rPr lang="zh-CN" altLang="en-US" sz="1800" strike="noStrike" noProof="1"/>
              <a:t>使用正则表达式。</a:t>
            </a:r>
            <a:endParaRPr lang="zh-CN" altLang="en-US" sz="1800" strike="noStrike" noProof="1"/>
          </a:p>
          <a:p>
            <a:pPr marL="0" indent="0" fontAlgn="base">
              <a:buNone/>
            </a:pPr>
            <a:r>
              <a:rPr lang="zh-CN" altLang="en-US" sz="1600" strike="noStrike" noProof="1">
                <a:latin typeface="Consolas" panose="020B0609020204030204" pitchFamily="49" charset="0"/>
              </a:rPr>
              <a:t>import re</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from docx import Document</a:t>
            </a:r>
            <a:endParaRPr lang="zh-CN" altLang="en-US" sz="1600" strike="noStrike" noProof="1">
              <a:latin typeface="Consolas" panose="020B0609020204030204" pitchFamily="49" charset="0"/>
            </a:endParaRPr>
          </a:p>
          <a:p>
            <a:pPr marL="0" indent="0" fontAlgn="base">
              <a:buNone/>
            </a:pP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doc = Document('《Python程序设计开发宝典》董付国著.docx')</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text = ''.join((p.text for p in doc.paragraphs))</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result = re.findall(r'(([\u4e00-\u9fa5。、！：；，]).?\2)', text)</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for word in result:</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    print(word[0])</a:t>
            </a:r>
            <a:endParaRPr lang="zh-CN" altLang="en-US" sz="1600" strike="noStrike" noProof="1">
              <a:latin typeface="Consolas" panose="020B0609020204030204" pitchFamily="49"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3" name="内容占位符 2"/>
          <p:cNvSpPr>
            <a:spLocks noGrp="1"/>
          </p:cNvSpPr>
          <p:nvPr>
            <p:ph idx="1"/>
          </p:nvPr>
        </p:nvSpPr>
        <p:spPr/>
        <p:txBody>
          <a:bodyPr/>
          <a:lstStyle/>
          <a:p>
            <a:pPr fontAlgn="base">
              <a:buFont typeface="Wingdings" panose="05000000000000000000" charset="0"/>
              <a:buChar char="§"/>
            </a:pPr>
            <a:r>
              <a:rPr lang="zh-CN" altLang="en-US" sz="1800" b="1" strike="noStrike" noProof="1"/>
              <a:t>例</a:t>
            </a:r>
            <a:r>
              <a:rPr lang="en-US" altLang="zh-CN" sz="1800" b="1" strike="noStrike" noProof="1"/>
              <a:t>7-21</a:t>
            </a:r>
            <a:r>
              <a:rPr lang="en-US" altLang="zh-CN" sz="1800" strike="noStrike" noProof="1"/>
              <a:t>  </a:t>
            </a:r>
            <a:r>
              <a:rPr lang="zh-CN" altLang="en-US" sz="1800" strike="noStrike" noProof="1"/>
              <a:t>编写程序，进行文件夹增量备份。</a:t>
            </a:r>
            <a:endParaRPr lang="zh-CN" altLang="en-US" sz="1800" strike="noStrike" noProof="1"/>
          </a:p>
          <a:p>
            <a:pPr marL="0" indent="372110" fontAlgn="base">
              <a:lnSpc>
                <a:spcPct val="150000"/>
              </a:lnSpc>
              <a:spcBef>
                <a:spcPts val="1200"/>
              </a:spcBef>
              <a:spcAft>
                <a:spcPts val="600"/>
              </a:spcAft>
              <a:buFontTx/>
              <a:buNone/>
            </a:pPr>
            <a:r>
              <a:rPr lang="zh-CN" altLang="en-US" sz="1500" b="1" strike="noStrike" noProof="1"/>
              <a:t>程序功能与用法：</a:t>
            </a:r>
            <a:r>
              <a:rPr lang="zh-CN" altLang="en-US" sz="1500" strike="noStrike" noProof="1"/>
              <a:t>指定源文件夹与目标文件夹，自动检测自上次备份以来源文件夹中内容的改变，包括修改的文件、新建的文件、新建的文件夹等等，自动复制新增或修改过的文件到目标文件夹中，自上次备份以来没有修改过的文件将被忽略而不复制，从而实现增量备份。</a:t>
            </a:r>
            <a:endParaRPr lang="zh-CN" altLang="en-US" sz="1500" strike="noStrike" noProof="1"/>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102402" name="内容占位符 2"/>
          <p:cNvSpPr>
            <a:spLocks noGrp="1"/>
          </p:cNvSpPr>
          <p:nvPr>
            <p:ph idx="1"/>
          </p:nvPr>
        </p:nvSpPr>
        <p:spPr/>
        <p:txBody>
          <a:bodyPr wrap="square" lIns="68591" tIns="34295" rIns="68591" bIns="34295" anchor="t"/>
          <a:p>
            <a:pPr marL="0" indent="0">
              <a:buSzPct val="90000"/>
              <a:buFont typeface="Wingdings" panose="05000000000000000000" pitchFamily="2" charset="2"/>
              <a:buNone/>
            </a:pPr>
            <a:r>
              <a:rPr lang="zh-CN" altLang="en-US" sz="1400" dirty="0">
                <a:latin typeface="Consolas" panose="020B0609020204030204" pitchFamily="49" charset="0"/>
                <a:cs typeface="Consolas" panose="020B0609020204030204" pitchFamily="49" charset="0"/>
                <a:sym typeface="Arial" panose="020B0604020202020204" pitchFamily="34" charset="0"/>
              </a:rPr>
              <a:t>import os</a:t>
            </a:r>
            <a:endParaRPr lang="zh-CN" altLang="en-US" sz="1400" dirty="0">
              <a:latin typeface="Consolas" panose="020B0609020204030204" pitchFamily="49" charset="0"/>
              <a:cs typeface="Consolas" panose="020B0609020204030204" pitchFamily="49" charset="0"/>
            </a:endParaRPr>
          </a:p>
          <a:p>
            <a:pPr marL="0" indent="0">
              <a:buSzPct val="90000"/>
              <a:buFont typeface="Wingdings" panose="05000000000000000000" pitchFamily="2" charset="2"/>
              <a:buNone/>
            </a:pPr>
            <a:r>
              <a:rPr lang="zh-CN" altLang="en-US" sz="1400" dirty="0">
                <a:latin typeface="Consolas" panose="020B0609020204030204" pitchFamily="49" charset="0"/>
                <a:cs typeface="Consolas" panose="020B0609020204030204" pitchFamily="49" charset="0"/>
                <a:sym typeface="Arial" panose="020B0604020202020204" pitchFamily="34" charset="0"/>
              </a:rPr>
              <a:t>import filecmp</a:t>
            </a:r>
            <a:endParaRPr lang="zh-CN" altLang="en-US" sz="1400" dirty="0">
              <a:latin typeface="Consolas" panose="020B0609020204030204" pitchFamily="49" charset="0"/>
              <a:cs typeface="Consolas" panose="020B0609020204030204" pitchFamily="49" charset="0"/>
            </a:endParaRPr>
          </a:p>
          <a:p>
            <a:pPr marL="0" indent="0">
              <a:buSzPct val="90000"/>
              <a:buFont typeface="Wingdings" panose="05000000000000000000" pitchFamily="2" charset="2"/>
              <a:buNone/>
            </a:pPr>
            <a:r>
              <a:rPr lang="zh-CN" altLang="en-US" sz="1400" dirty="0">
                <a:latin typeface="Consolas" panose="020B0609020204030204" pitchFamily="49" charset="0"/>
                <a:cs typeface="Consolas" panose="020B0609020204030204" pitchFamily="49" charset="0"/>
                <a:sym typeface="Arial" panose="020B0604020202020204" pitchFamily="34" charset="0"/>
              </a:rPr>
              <a:t>import shutil</a:t>
            </a:r>
            <a:endParaRPr lang="zh-CN" altLang="en-US" sz="1400" dirty="0">
              <a:latin typeface="Consolas" panose="020B0609020204030204" pitchFamily="49" charset="0"/>
              <a:cs typeface="Consolas" panose="020B0609020204030204" pitchFamily="49" charset="0"/>
            </a:endParaRPr>
          </a:p>
          <a:p>
            <a:pPr marL="0" indent="0">
              <a:buSzPct val="90000"/>
              <a:buFont typeface="Wingdings" panose="05000000000000000000" pitchFamily="2" charset="2"/>
              <a:buNone/>
            </a:pPr>
            <a:r>
              <a:rPr lang="zh-CN" altLang="en-US" sz="1400" dirty="0">
                <a:latin typeface="Consolas" panose="020B0609020204030204" pitchFamily="49" charset="0"/>
                <a:cs typeface="Consolas" panose="020B0609020204030204" pitchFamily="49" charset="0"/>
                <a:sym typeface="Arial" panose="020B0604020202020204" pitchFamily="34" charset="0"/>
              </a:rPr>
              <a:t>import sys</a:t>
            </a:r>
            <a:endParaRPr lang="zh-CN" altLang="en-US" sz="1400" dirty="0">
              <a:latin typeface="Consolas" panose="020B0609020204030204" pitchFamily="49" charset="0"/>
              <a:cs typeface="Consolas" panose="020B0609020204030204" pitchFamily="49" charset="0"/>
              <a:sym typeface="Arial" panose="020B0604020202020204" pitchFamily="34" charset="0"/>
            </a:endParaRPr>
          </a:p>
          <a:p>
            <a:pPr marL="0" indent="0">
              <a:buSzPct val="90000"/>
              <a:buFont typeface="Wingdings" panose="05000000000000000000" pitchFamily="2" charset="2"/>
              <a:buNone/>
            </a:pPr>
            <a:endParaRPr lang="zh-CN" altLang="en-US" sz="1400" dirty="0">
              <a:latin typeface="Consolas" panose="020B0609020204030204" pitchFamily="49" charset="0"/>
              <a:cs typeface="Consolas" panose="020B0609020204030204" pitchFamily="49" charset="0"/>
              <a:sym typeface="Arial" panose="020B0604020202020204" pitchFamily="34" charset="0"/>
            </a:endParaRPr>
          </a:p>
          <a:p>
            <a:pPr marL="0" indent="0">
              <a:buSzPct val="90000"/>
              <a:buFont typeface="Wingdings" panose="05000000000000000000" pitchFamily="2" charset="2"/>
              <a:buNone/>
            </a:pPr>
            <a:r>
              <a:rPr lang="zh-CN" altLang="en-US" sz="1400" dirty="0">
                <a:latin typeface="Consolas" panose="020B0609020204030204" pitchFamily="49" charset="0"/>
                <a:cs typeface="Consolas" panose="020B0609020204030204" pitchFamily="49" charset="0"/>
                <a:sym typeface="Arial" panose="020B0604020202020204" pitchFamily="34" charset="0"/>
              </a:rPr>
              <a:t>def usage():</a:t>
            </a:r>
            <a:endParaRPr lang="zh-CN" altLang="en-US" sz="1400" dirty="0">
              <a:latin typeface="Consolas" panose="020B0609020204030204" pitchFamily="49" charset="0"/>
              <a:cs typeface="Consolas" panose="020B0609020204030204" pitchFamily="49" charset="0"/>
              <a:sym typeface="Arial" panose="020B0604020202020204" pitchFamily="34" charset="0"/>
            </a:endParaRPr>
          </a:p>
          <a:p>
            <a:pPr marL="0" indent="0">
              <a:buSzPct val="90000"/>
              <a:buFont typeface="Wingdings" panose="05000000000000000000" pitchFamily="2" charset="2"/>
              <a:buNone/>
            </a:pPr>
            <a:r>
              <a:rPr lang="zh-CN" altLang="en-US" sz="1400" dirty="0">
                <a:latin typeface="Consolas" panose="020B0609020204030204" pitchFamily="49" charset="0"/>
                <a:cs typeface="Consolas" panose="020B0609020204030204" pitchFamily="49" charset="0"/>
                <a:sym typeface="Arial" panose="020B0604020202020204" pitchFamily="34" charset="0"/>
              </a:rPr>
              <a:t>    print('scrDir and dstDir must be existing absolute path of certain directory')</a:t>
            </a:r>
            <a:endParaRPr lang="zh-CN" altLang="en-US" sz="1400" dirty="0">
              <a:latin typeface="Consolas" panose="020B0609020204030204" pitchFamily="49" charset="0"/>
              <a:cs typeface="Consolas" panose="020B0609020204030204" pitchFamily="49" charset="0"/>
              <a:sym typeface="Arial" panose="020B0604020202020204" pitchFamily="34" charset="0"/>
            </a:endParaRPr>
          </a:p>
          <a:p>
            <a:pPr marL="0" indent="0">
              <a:buSzPct val="90000"/>
              <a:buFont typeface="Wingdings" panose="05000000000000000000" pitchFamily="2" charset="2"/>
              <a:buNone/>
            </a:pPr>
            <a:r>
              <a:rPr lang="zh-CN" altLang="en-US" sz="1400" dirty="0">
                <a:latin typeface="Consolas" panose="020B0609020204030204" pitchFamily="49" charset="0"/>
                <a:cs typeface="Consolas" panose="020B0609020204030204" pitchFamily="49" charset="0"/>
                <a:sym typeface="Arial" panose="020B0604020202020204" pitchFamily="34" charset="0"/>
              </a:rPr>
              <a:t>    print('For example:{0} c:\\olddir c:\\newdir'.format(sys.argv[0]))</a:t>
            </a:r>
            <a:endParaRPr lang="zh-CN" altLang="en-US" sz="1400" dirty="0">
              <a:latin typeface="Consolas" panose="020B0609020204030204" pitchFamily="49" charset="0"/>
              <a:cs typeface="Consolas" panose="020B0609020204030204" pitchFamily="49" charset="0"/>
              <a:sym typeface="Arial" panose="020B0604020202020204" pitchFamily="34" charset="0"/>
            </a:endParaRPr>
          </a:p>
          <a:p>
            <a:pPr marL="0" indent="0">
              <a:buSzPct val="90000"/>
              <a:buFont typeface="Wingdings" panose="05000000000000000000" pitchFamily="2" charset="2"/>
              <a:buNone/>
            </a:pPr>
            <a:r>
              <a:rPr lang="zh-CN" altLang="en-US" sz="1400" dirty="0">
                <a:latin typeface="Consolas" panose="020B0609020204030204" pitchFamily="49" charset="0"/>
                <a:cs typeface="Consolas" panose="020B0609020204030204" pitchFamily="49" charset="0"/>
                <a:sym typeface="Arial" panose="020B0604020202020204" pitchFamily="34" charset="0"/>
              </a:rPr>
              <a:t>    sys.exit(0)</a:t>
            </a:r>
            <a:endParaRPr lang="zh-CN" altLang="en-US" sz="1400" dirty="0">
              <a:latin typeface="Consolas" panose="020B0609020204030204" pitchFamily="49" charset="0"/>
              <a:cs typeface="Consolas" panose="020B0609020204030204" pitchFamily="49" charset="0"/>
              <a:sym typeface="Arial" panose="020B0604020202020204" pitchFamily="34" charset="0"/>
            </a:endParaRPr>
          </a:p>
          <a:p>
            <a:pPr marL="0" indent="0">
              <a:buSzPct val="90000"/>
              <a:buFont typeface="Wingdings" panose="05000000000000000000" pitchFamily="2" charset="2"/>
              <a:buNone/>
            </a:pPr>
            <a:endParaRPr lang="zh-CN" altLang="en-US" sz="1400" dirty="0">
              <a:latin typeface="Consolas" panose="020B0609020204030204" pitchFamily="49" charset="0"/>
              <a:cs typeface="Consolas" panose="020B0609020204030204" pitchFamily="49"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103426" name="内容占位符 2"/>
          <p:cNvSpPr>
            <a:spLocks noGrp="1"/>
          </p:cNvSpPr>
          <p:nvPr>
            <p:ph idx="1"/>
          </p:nvPr>
        </p:nvSpPr>
        <p:spPr>
          <a:xfrm>
            <a:off x="326390" y="1116330"/>
            <a:ext cx="8443595" cy="3398520"/>
          </a:xfrm>
        </p:spPr>
        <p:txBody>
          <a:bodyPr wrap="square" lIns="68591" tIns="34295" rIns="68591" bIns="34295" anchor="t"/>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def autoBackup(scrDir, dstDir):</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if ((not os.path.isdir(scrDir)) or (not os.path.isdir(dstDir)) or</a:t>
            </a:r>
            <a:r>
              <a:rPr lang="en-US" altLang="zh-CN" sz="1400" dirty="0">
                <a:latin typeface="Consolas" panose="020B0609020204030204" pitchFamily="49" charset="0"/>
              </a:rPr>
              <a:t>\</a:t>
            </a:r>
            <a:endParaRPr lang="en-US" altLang="zh-CN"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(os.path.abspath(scrDir)!=scrDir) or (os.path.abspath(dstDir)!=dstDir)):</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usage()</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for item in os.listdir(scrDir):</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scrItem = os.path.join(scrDir, item)</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dstItem = scrItem.replace(scrDir,dstDir)</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if os.path.isdir(scrItem):</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if not os.path.exists(dstItem):        #确保目标文件夹的结构与原始文件夹一致</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os.makedirs(dstItem)</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print('make directory'+dstItem)</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autoBackup(scrItem, dstItem)</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elif os.path.isfile(scrItem):              #只复制新增或修改过的文件</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if ((not os.path.exists(dstItem))</a:t>
            </a:r>
            <a:r>
              <a:rPr lang="en-US" altLang="zh-CN" sz="1400" dirty="0">
                <a:latin typeface="Consolas" panose="020B0609020204030204" pitchFamily="49" charset="0"/>
              </a:rPr>
              <a:t>\</a:t>
            </a:r>
            <a:endParaRPr lang="en-US" altLang="zh-CN"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en-US" altLang="zh-CN" sz="1400" dirty="0">
                <a:latin typeface="Consolas" panose="020B0609020204030204" pitchFamily="49" charset="0"/>
              </a:rPr>
              <a:t>                </a:t>
            </a:r>
            <a:r>
              <a:rPr lang="zh-CN" altLang="en-US" sz="1400" dirty="0">
                <a:latin typeface="Consolas" panose="020B0609020204030204" pitchFamily="49" charset="0"/>
              </a:rPr>
              <a:t>or (not filecmp.cmp(scrItem, dstItem, shallow=False))):</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shutil.copyfile(scrItem, dstItem)</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print('file:'+scrItem+'==&gt;'+dstItem)</a:t>
            </a:r>
            <a:endParaRPr lang="zh-CN" altLang="en-US" sz="1400" dirty="0">
              <a:latin typeface="Consolas" panose="020B0609020204030204" pitchFamily="49"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104450" name="内容占位符 2"/>
          <p:cNvSpPr>
            <a:spLocks noGrp="1"/>
          </p:cNvSpPr>
          <p:nvPr>
            <p:ph idx="1"/>
          </p:nvPr>
        </p:nvSpPr>
        <p:spPr/>
        <p:txBody>
          <a:bodyPr wrap="square" lIns="68591" tIns="34295" rIns="68591" bIns="34295" anchor="t"/>
          <a:p>
            <a:pPr marL="0" indent="0">
              <a:buSzPct val="90000"/>
              <a:buFont typeface="Wingdings" panose="05000000000000000000" pitchFamily="2" charset="2"/>
              <a:buNone/>
            </a:pPr>
            <a:r>
              <a:rPr lang="zh-CN" altLang="en-US" sz="1600" dirty="0">
                <a:latin typeface="Consolas" panose="020B0609020204030204" pitchFamily="49" charset="0"/>
              </a:rPr>
              <a:t>if __name__=='__main__':</a:t>
            </a:r>
            <a:endParaRPr lang="zh-CN" altLang="en-US" sz="1600" dirty="0">
              <a:latin typeface="Consolas" panose="020B0609020204030204" pitchFamily="49" charset="0"/>
            </a:endParaRPr>
          </a:p>
          <a:p>
            <a:pPr marL="0" indent="0">
              <a:buSzPct val="90000"/>
              <a:buFont typeface="Wingdings" panose="05000000000000000000" pitchFamily="2" charset="2"/>
              <a:buNone/>
            </a:pPr>
            <a:r>
              <a:rPr lang="zh-CN" altLang="en-US" sz="1600" dirty="0">
                <a:latin typeface="Consolas" panose="020B0609020204030204" pitchFamily="49" charset="0"/>
              </a:rPr>
              <a:t>    if len(sys.argv)!=3:</a:t>
            </a:r>
            <a:endParaRPr lang="zh-CN" altLang="en-US" sz="1600" dirty="0">
              <a:latin typeface="Consolas" panose="020B0609020204030204" pitchFamily="49" charset="0"/>
            </a:endParaRPr>
          </a:p>
          <a:p>
            <a:pPr marL="0" indent="0">
              <a:buSzPct val="90000"/>
              <a:buFont typeface="Wingdings" panose="05000000000000000000" pitchFamily="2" charset="2"/>
              <a:buNone/>
            </a:pPr>
            <a:r>
              <a:rPr lang="zh-CN" altLang="en-US" sz="1600" dirty="0">
                <a:latin typeface="Consolas" panose="020B0609020204030204" pitchFamily="49" charset="0"/>
              </a:rPr>
              <a:t>        usage()</a:t>
            </a:r>
            <a:endParaRPr lang="zh-CN" altLang="en-US" sz="1600" dirty="0">
              <a:latin typeface="Consolas" panose="020B0609020204030204" pitchFamily="49" charset="0"/>
            </a:endParaRPr>
          </a:p>
          <a:p>
            <a:pPr marL="0" indent="0">
              <a:buSzPct val="90000"/>
              <a:buFont typeface="Wingdings" panose="05000000000000000000" pitchFamily="2" charset="2"/>
              <a:buNone/>
            </a:pPr>
            <a:r>
              <a:rPr lang="zh-CN" altLang="en-US" sz="1600" dirty="0">
                <a:latin typeface="Consolas" panose="020B0609020204030204" pitchFamily="49" charset="0"/>
              </a:rPr>
              <a:t>    scrDir, dstDir= sys.argv[1], sys.argv[2]</a:t>
            </a:r>
            <a:endParaRPr lang="zh-CN" altLang="en-US" sz="1600" dirty="0">
              <a:latin typeface="Consolas" panose="020B0609020204030204" pitchFamily="49" charset="0"/>
            </a:endParaRPr>
          </a:p>
          <a:p>
            <a:pPr marL="0" indent="0">
              <a:buSzPct val="90000"/>
              <a:buFont typeface="Wingdings" panose="05000000000000000000" pitchFamily="2" charset="2"/>
              <a:buNone/>
            </a:pPr>
            <a:r>
              <a:rPr lang="zh-CN" altLang="en-US" sz="1600" dirty="0">
                <a:latin typeface="Consolas" panose="020B0609020204030204" pitchFamily="49" charset="0"/>
              </a:rPr>
              <a:t>    autoBackup(scrDir, dstDir)</a:t>
            </a:r>
            <a:endParaRPr lang="zh-CN" altLang="en-US" sz="1600" dirty="0">
              <a:latin typeface="Consolas" panose="020B0609020204030204" pitchFamily="49"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3" name="内容占位符 2"/>
          <p:cNvSpPr>
            <a:spLocks noGrp="1"/>
          </p:cNvSpPr>
          <p:nvPr>
            <p:ph idx="1"/>
          </p:nvPr>
        </p:nvSpPr>
        <p:spPr/>
        <p:txBody>
          <a:bodyPr/>
          <a:lstStyle/>
          <a:p>
            <a:pPr fontAlgn="base">
              <a:buFont typeface="Wingdings" panose="05000000000000000000" charset="0"/>
              <a:buChar char="§"/>
            </a:pPr>
            <a:r>
              <a:rPr lang="zh-CN" altLang="en-US" sz="1800" strike="noStrike" noProof="1"/>
              <a:t>例</a:t>
            </a:r>
            <a:r>
              <a:rPr lang="en-US" altLang="zh-CN" sz="1800" strike="noStrike" noProof="1"/>
              <a:t>7-22  </a:t>
            </a:r>
            <a:r>
              <a:rPr lang="zh-CN" altLang="en-US" sz="1800" strike="noStrike" noProof="1"/>
              <a:t>编写程序，统计指定文件夹大小以及文件和子文件夹数量。</a:t>
            </a:r>
            <a:endParaRPr lang="zh-CN" altLang="en-US" sz="1800" strike="noStrike" noProof="1"/>
          </a:p>
          <a:p>
            <a:pPr marL="0" indent="0" fontAlgn="base">
              <a:buFontTx/>
              <a:buNone/>
            </a:pPr>
            <a:endParaRPr lang="zh-CN" altLang="en-US" sz="1500" strike="noStrike" noProof="1"/>
          </a:p>
          <a:p>
            <a:pPr marL="0" indent="0" fontAlgn="base">
              <a:buFontTx/>
              <a:buNone/>
            </a:pPr>
            <a:r>
              <a:rPr lang="zh-CN" altLang="en-US" sz="1600" strike="noStrike" noProof="1">
                <a:latin typeface="Consolas" panose="020B0609020204030204" pitchFamily="49" charset="0"/>
                <a:cs typeface="Consolas" panose="020B0609020204030204" pitchFamily="49" charset="0"/>
              </a:rPr>
              <a:t>import os</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totalSize</a:t>
            </a:r>
            <a:r>
              <a:rPr lang="en-US" altLang="zh-CN" sz="1600" strike="noStrike" noProof="1">
                <a:latin typeface="Consolas" panose="020B0609020204030204" pitchFamily="49" charset="0"/>
                <a:cs typeface="Consolas" panose="020B0609020204030204" pitchFamily="49" charset="0"/>
              </a:rPr>
              <a:t>, </a:t>
            </a:r>
            <a:r>
              <a:rPr lang="zh-CN" altLang="en-US" sz="1600" strike="noStrike" noProof="1">
                <a:latin typeface="Consolas" panose="020B0609020204030204" pitchFamily="49" charset="0"/>
                <a:cs typeface="Consolas" panose="020B0609020204030204" pitchFamily="49" charset="0"/>
              </a:rPr>
              <a:t>fileNum</a:t>
            </a:r>
            <a:r>
              <a:rPr lang="en-US" altLang="zh-CN" sz="1600" strike="noStrike" noProof="1">
                <a:latin typeface="Consolas" panose="020B0609020204030204" pitchFamily="49" charset="0"/>
                <a:cs typeface="Consolas" panose="020B0609020204030204" pitchFamily="49" charset="0"/>
              </a:rPr>
              <a:t>, </a:t>
            </a:r>
            <a:r>
              <a:rPr lang="zh-CN" altLang="en-US" sz="1600" strike="noStrike" noProof="1">
                <a:latin typeface="Consolas" panose="020B0609020204030204" pitchFamily="49" charset="0"/>
                <a:cs typeface="Consolas" panose="020B0609020204030204" pitchFamily="49" charset="0"/>
              </a:rPr>
              <a:t>dirNum = 0</a:t>
            </a:r>
            <a:r>
              <a:rPr lang="en-US" altLang="zh-CN" sz="1600" strike="noStrike" noProof="1">
                <a:latin typeface="Consolas" panose="020B0609020204030204" pitchFamily="49" charset="0"/>
                <a:cs typeface="Consolas" panose="020B0609020204030204" pitchFamily="49" charset="0"/>
              </a:rPr>
              <a:t>, 0, 0</a:t>
            </a:r>
            <a:endParaRPr lang="en-US" altLang="zh-CN" sz="1600" strike="noStrike" noProof="1">
              <a:latin typeface="Consolas" panose="020B0609020204030204" pitchFamily="49" charset="0"/>
              <a:cs typeface="Consolas" panose="020B0609020204030204" pitchFamily="49"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106498" name="内容占位符 2"/>
          <p:cNvSpPr>
            <a:spLocks noGrp="1"/>
          </p:cNvSpPr>
          <p:nvPr>
            <p:ph idx="1"/>
          </p:nvPr>
        </p:nvSpPr>
        <p:spPr/>
        <p:txBody>
          <a:bodyPr wrap="square" lIns="68591" tIns="34295" rIns="68591" bIns="34295" anchor="t"/>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def visitDir(path):</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global totalSize</a:t>
            </a:r>
            <a:r>
              <a:rPr lang="en-US" altLang="zh-CN" sz="1600" dirty="0">
                <a:latin typeface="Consolas" panose="020B0609020204030204" pitchFamily="49" charset="0"/>
              </a:rPr>
              <a:t>, </a:t>
            </a:r>
            <a:r>
              <a:rPr lang="zh-CN" altLang="en-US" sz="1600" dirty="0">
                <a:latin typeface="Consolas" panose="020B0609020204030204" pitchFamily="49" charset="0"/>
              </a:rPr>
              <a:t>fileNum</a:t>
            </a:r>
            <a:r>
              <a:rPr lang="en-US" altLang="zh-CN" sz="1600" dirty="0">
                <a:latin typeface="Consolas" panose="020B0609020204030204" pitchFamily="49" charset="0"/>
              </a:rPr>
              <a:t>, </a:t>
            </a:r>
            <a:r>
              <a:rPr lang="zh-CN" altLang="en-US" sz="1600" dirty="0">
                <a:latin typeface="Consolas" panose="020B0609020204030204" pitchFamily="49" charset="0"/>
              </a:rPr>
              <a:t>dirNum</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for lists in os.listdir(path):</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sub_path = os.path.join(path, lists)</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if os.path.isfile(sub_path):</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fileNum = fileNum+1         #统计文件数量</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totalSize = totalSize+os.path.getsize(sub_path)</a:t>
            </a:r>
            <a:endParaRPr lang="en-US" altLang="zh-CN"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                                        </a:t>
            </a:r>
            <a:r>
              <a:rPr lang="zh-CN" altLang="en-US" sz="1600" dirty="0">
                <a:latin typeface="Consolas" panose="020B0609020204030204" pitchFamily="49" charset="0"/>
              </a:rPr>
              <a:t>#文件总大小</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elif os.path.isdir(sub_path):</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dirNum = dirNum+1           #统计文件夹数量</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visitDir(sub_path)          #递归遍历子文件夹</a:t>
            </a:r>
            <a:endParaRPr lang="zh-CN" altLang="en-US" sz="1600" dirty="0">
              <a:latin typeface="Consolas" panose="020B0609020204030204" pitchFamily="49"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107522" name="内容占位符 2"/>
          <p:cNvSpPr>
            <a:spLocks noGrp="1"/>
          </p:cNvSpPr>
          <p:nvPr>
            <p:ph idx="1"/>
          </p:nvPr>
        </p:nvSpPr>
        <p:spPr/>
        <p:txBody>
          <a:bodyPr wrap="square" lIns="68591" tIns="34295" rIns="68591" bIns="34295" anchor="t"/>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def sizeConvert(size):                      #单位换算</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K, M, G = 1024, 1024**2, 1024**3</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if size &gt;= G:</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return str(size/G)+'G Bytes'</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elif size &gt;= M:</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return str(size/M)+'M Bytes'</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elif size &gt;= K:</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return str(size/K)+'K Bytes'</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else:</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return str(size)+'Bytes'</a:t>
            </a:r>
            <a:endParaRPr lang="zh-CN" altLang="en-US" sz="1600" dirty="0">
              <a:latin typeface="Consolas" panose="020B0609020204030204" pitchFamily="49"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108546" name="内容占位符 2"/>
          <p:cNvSpPr>
            <a:spLocks noGrp="1"/>
          </p:cNvSpPr>
          <p:nvPr>
            <p:ph idx="1"/>
          </p:nvPr>
        </p:nvSpPr>
        <p:spPr>
          <a:xfrm>
            <a:off x="324485" y="1200150"/>
            <a:ext cx="8382000" cy="3395345"/>
          </a:xfrm>
        </p:spPr>
        <p:txBody>
          <a:bodyPr wrap="square" lIns="68591" tIns="34295" rIns="68591" bIns="34295" anchor="t"/>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def main(path):</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if not os.path.isdir(path):</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print('Error:"', path,</a:t>
            </a:r>
            <a:endParaRPr lang="en-US" altLang="zh-CN"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             </a:t>
            </a:r>
            <a:r>
              <a:rPr lang="zh-CN" altLang="en-US" sz="1600" dirty="0">
                <a:latin typeface="Consolas" panose="020B0609020204030204" pitchFamily="49" charset="0"/>
              </a:rPr>
              <a:t> '" is not a directory or does not exist.')</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return</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visitDir(path)</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def output(path):</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print('The total size of '+path+' is:'</a:t>
            </a:r>
            <a:r>
              <a:rPr lang="en-US" altLang="zh-CN" sz="1600" dirty="0">
                <a:latin typeface="Consolas" panose="020B0609020204030204" pitchFamily="49" charset="0"/>
              </a:rPr>
              <a:t>\</a:t>
            </a:r>
            <a:endParaRPr lang="en-US" altLang="zh-CN"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          </a:t>
            </a:r>
            <a:r>
              <a:rPr lang="zh-CN" altLang="en-US" sz="1600" dirty="0">
                <a:latin typeface="Consolas" panose="020B0609020204030204" pitchFamily="49" charset="0"/>
              </a:rPr>
              <a:t>+sizeConvert(totalSize)+ '('+ str(totalSize) +' Bytes)')</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print('The total number of files in '+path+' is:',fileNum)</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print('The total number of directories in '+path+' is:',dirNum)</a:t>
            </a:r>
            <a:endParaRPr lang="zh-CN" altLang="en-US" sz="1600" dirty="0">
              <a:latin typeface="Consolas" panose="020B0609020204030204" pitchFamily="49"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109570" name="内容占位符 2"/>
          <p:cNvSpPr>
            <a:spLocks noGrp="1"/>
          </p:cNvSpPr>
          <p:nvPr>
            <p:ph idx="1"/>
          </p:nvPr>
        </p:nvSpPr>
        <p:spPr/>
        <p:txBody>
          <a:bodyPr wrap="square" lIns="68591" tIns="34295" rIns="68591" bIns="34295" anchor="t"/>
          <a:p>
            <a:pPr marL="0" indent="0">
              <a:buSzPct val="90000"/>
              <a:buFont typeface="Wingdings" panose="05000000000000000000" pitchFamily="2" charset="2"/>
              <a:buNone/>
            </a:pPr>
            <a:r>
              <a:rPr lang="zh-CN" altLang="en-US" sz="1600" dirty="0">
                <a:latin typeface="Consolas" panose="020B0609020204030204" pitchFamily="49" charset="0"/>
              </a:rPr>
              <a:t>if __name__=='__main__':</a:t>
            </a:r>
            <a:endParaRPr lang="zh-CN" altLang="en-US" sz="1600" dirty="0">
              <a:latin typeface="Consolas" panose="020B0609020204030204" pitchFamily="49" charset="0"/>
            </a:endParaRPr>
          </a:p>
          <a:p>
            <a:pPr marL="0" indent="0">
              <a:buSzPct val="90000"/>
              <a:buFont typeface="Wingdings" panose="05000000000000000000" pitchFamily="2" charset="2"/>
              <a:buNone/>
            </a:pPr>
            <a:r>
              <a:rPr lang="zh-CN" altLang="en-US" sz="1600" dirty="0">
                <a:latin typeface="Consolas" panose="020B0609020204030204" pitchFamily="49" charset="0"/>
              </a:rPr>
              <a:t>    path = r'd:\idapro6.5plus'</a:t>
            </a:r>
            <a:endParaRPr lang="zh-CN" altLang="en-US" sz="1600" dirty="0">
              <a:latin typeface="Consolas" panose="020B0609020204030204" pitchFamily="49" charset="0"/>
            </a:endParaRPr>
          </a:p>
          <a:p>
            <a:pPr marL="0" indent="0">
              <a:buSzPct val="90000"/>
              <a:buFont typeface="Wingdings" panose="05000000000000000000" pitchFamily="2" charset="2"/>
              <a:buNone/>
            </a:pPr>
            <a:r>
              <a:rPr lang="zh-CN" altLang="en-US" sz="1600" dirty="0">
                <a:latin typeface="Consolas" panose="020B0609020204030204" pitchFamily="49" charset="0"/>
              </a:rPr>
              <a:t>    main(path)</a:t>
            </a:r>
            <a:endParaRPr lang="zh-CN" altLang="en-US" sz="1600" dirty="0">
              <a:latin typeface="Consolas" panose="020B0609020204030204" pitchFamily="49" charset="0"/>
            </a:endParaRPr>
          </a:p>
          <a:p>
            <a:pPr marL="0" indent="0">
              <a:buSzPct val="90000"/>
              <a:buFont typeface="Wingdings" panose="05000000000000000000" pitchFamily="2" charset="2"/>
              <a:buNone/>
            </a:pPr>
            <a:r>
              <a:rPr lang="zh-CN" altLang="en-US" sz="1600" dirty="0">
                <a:latin typeface="Consolas" panose="020B0609020204030204" pitchFamily="49" charset="0"/>
              </a:rPr>
              <a:t>    output(path)</a:t>
            </a:r>
            <a:endParaRPr lang="zh-CN" altLang="en-US" sz="1600" dirty="0">
              <a:latin typeface="Consolas" panose="020B0609020204030204" pitchFamily="49"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标题 1"/>
          <p:cNvSpPr>
            <a:spLocks noGrp="1"/>
          </p:cNvSpPr>
          <p:nvPr>
            <p:ph type="title"/>
          </p:nvPr>
        </p:nvSpPr>
        <p:spPr>
          <a:xfrm>
            <a:off x="-1270" y="4287"/>
            <a:ext cx="9140825" cy="924563"/>
          </a:xfrm>
        </p:spPr>
        <p:txBody>
          <a:bodyPr/>
          <a:lstStyle/>
          <a:p>
            <a:pPr fontAlgn="base"/>
            <a:r>
              <a:rPr lang="zh-CN" altLang="en-US" strike="noStrike" noProof="1">
                <a:sym typeface="宋体" panose="02010600030101010101" pitchFamily="2" charset="-122"/>
              </a:rPr>
              <a:t>7.6  案例精选</a:t>
            </a:r>
            <a:endParaRPr lang="zh-CN" altLang="en-US" strike="noStrike" noProof="1"/>
          </a:p>
        </p:txBody>
      </p:sp>
      <p:sp>
        <p:nvSpPr>
          <p:cNvPr id="3" name="内容占位符 2"/>
          <p:cNvSpPr>
            <a:spLocks noGrp="1"/>
          </p:cNvSpPr>
          <p:nvPr>
            <p:ph idx="1"/>
          </p:nvPr>
        </p:nvSpPr>
        <p:spPr/>
        <p:txBody>
          <a:bodyPr/>
          <a:lstStyle/>
          <a:p>
            <a:pPr fontAlgn="base">
              <a:buFont typeface="Wingdings" panose="05000000000000000000" charset="0"/>
              <a:buChar char="§"/>
            </a:pPr>
            <a:r>
              <a:rPr lang="zh-CN" altLang="en-US" sz="1800" b="1" strike="noStrike" noProof="1"/>
              <a:t>例</a:t>
            </a:r>
            <a:r>
              <a:rPr lang="en-US" altLang="zh-CN" sz="1800" b="1" strike="noStrike" noProof="1"/>
              <a:t>7-23</a:t>
            </a:r>
            <a:r>
              <a:rPr lang="en-US" altLang="zh-CN" sz="1800" strike="noStrike" noProof="1"/>
              <a:t>  </a:t>
            </a:r>
            <a:r>
              <a:rPr lang="zh-CN" altLang="en-US" sz="1800" strike="noStrike" noProof="1"/>
              <a:t>统计指定目录中所有</a:t>
            </a:r>
            <a:r>
              <a:rPr lang="en-US" altLang="zh-CN" sz="1800" strike="noStrike" noProof="1"/>
              <a:t>C++</a:t>
            </a:r>
            <a:r>
              <a:rPr lang="zh-CN" altLang="en-US" sz="1800" strike="noStrike" noProof="1"/>
              <a:t>源程序文件中不重复代码行数。</a:t>
            </a:r>
            <a:endParaRPr lang="zh-CN" altLang="en-US" sz="1800" strike="noStrike" noProof="1"/>
          </a:p>
          <a:p>
            <a:pPr marL="0" indent="0" fontAlgn="base">
              <a:buFontTx/>
              <a:buNone/>
            </a:pPr>
            <a:endParaRPr lang="zh-CN" altLang="en-US" sz="1500" strike="noStrike" noProof="1"/>
          </a:p>
          <a:p>
            <a:pPr marL="0" indent="0" fontAlgn="base">
              <a:buFontTx/>
              <a:buNone/>
            </a:pPr>
            <a:r>
              <a:rPr lang="zh-CN" altLang="en-US" sz="1600" strike="noStrike" noProof="1">
                <a:latin typeface="Consolas" panose="020B0609020204030204" pitchFamily="49" charset="0"/>
                <a:cs typeface="Consolas" panose="020B0609020204030204" pitchFamily="49" charset="0"/>
              </a:rPr>
              <a:t>from os.path import isdir, join</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from os import listdir</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NotRepeatedLines = set()    #保存非重复的代码行</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file_num, code_num = 0, 0   #文件数量与代码总行数</a:t>
            </a:r>
            <a:endParaRPr lang="zh-CN" altLang="en-US" sz="1600" strike="noStrike" noProof="1">
              <a:latin typeface="Consolas" panose="020B0609020204030204" pitchFamily="49" charset="0"/>
              <a:cs typeface="Consolas" panose="020B0609020204030204" pitchFamily="49"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标题 1"/>
          <p:cNvSpPr>
            <a:spLocks noGrp="1"/>
          </p:cNvSpPr>
          <p:nvPr>
            <p:ph type="title"/>
          </p:nvPr>
        </p:nvSpPr>
        <p:spPr>
          <a:xfrm>
            <a:off x="-1270" y="4287"/>
            <a:ext cx="9140825" cy="924563"/>
          </a:xfrm>
        </p:spPr>
        <p:txBody>
          <a:bodyPr/>
          <a:lstStyle/>
          <a:p>
            <a:pPr fontAlgn="base"/>
            <a:r>
              <a:rPr lang="zh-CN" altLang="en-US" strike="noStrike" noProof="1">
                <a:sym typeface="宋体" panose="02010600030101010101" pitchFamily="2" charset="-122"/>
              </a:rPr>
              <a:t>7.6  案例精选</a:t>
            </a:r>
            <a:endParaRPr lang="zh-CN" altLang="en-US" strike="noStrike" noProof="1"/>
          </a:p>
        </p:txBody>
      </p:sp>
      <p:sp>
        <p:nvSpPr>
          <p:cNvPr id="111618" name="内容占位符 2"/>
          <p:cNvSpPr>
            <a:spLocks noGrp="1"/>
          </p:cNvSpPr>
          <p:nvPr>
            <p:ph idx="1"/>
          </p:nvPr>
        </p:nvSpPr>
        <p:spPr/>
        <p:txBody>
          <a:bodyPr wrap="square" lIns="68591" tIns="34295" rIns="68591" bIns="34295" anchor="t"/>
          <a:p>
            <a:pPr marL="0" indent="0">
              <a:spcBef>
                <a:spcPts val="200"/>
              </a:spcBef>
              <a:buSzPct val="90000"/>
              <a:buFont typeface="Wingdings" panose="05000000000000000000" pitchFamily="2" charset="2"/>
              <a:buNone/>
            </a:pPr>
            <a:r>
              <a:rPr lang="zh-CN" altLang="en-US" sz="1600" dirty="0">
                <a:latin typeface="Consolas" panose="020B0609020204030204" pitchFamily="49" charset="0"/>
              </a:rPr>
              <a:t>def linesCount(directory):</a:t>
            </a:r>
            <a:endParaRPr lang="zh-CN" altLang="en-US" sz="1600" dirty="0">
              <a:latin typeface="Consolas" panose="020B0609020204030204" pitchFamily="49" charset="0"/>
            </a:endParaRPr>
          </a:p>
          <a:p>
            <a:pPr marL="0" indent="0">
              <a:spcBef>
                <a:spcPts val="200"/>
              </a:spcBef>
              <a:buSzPct val="90000"/>
              <a:buFont typeface="Wingdings" panose="05000000000000000000" pitchFamily="2" charset="2"/>
              <a:buNone/>
            </a:pPr>
            <a:r>
              <a:rPr lang="zh-CN" altLang="en-US" sz="1600" dirty="0">
                <a:latin typeface="Consolas" panose="020B0609020204030204" pitchFamily="49" charset="0"/>
              </a:rPr>
              <a:t>    global file_num, code_num</a:t>
            </a:r>
            <a:endParaRPr lang="zh-CN" altLang="en-US" sz="1600" dirty="0">
              <a:latin typeface="Consolas" panose="020B0609020204030204" pitchFamily="49" charset="0"/>
            </a:endParaRPr>
          </a:p>
          <a:p>
            <a:pPr marL="0" indent="0">
              <a:spcBef>
                <a:spcPts val="200"/>
              </a:spcBef>
              <a:buSzPct val="90000"/>
              <a:buFont typeface="Wingdings" panose="05000000000000000000" pitchFamily="2" charset="2"/>
              <a:buNone/>
            </a:pPr>
            <a:r>
              <a:rPr lang="zh-CN" altLang="en-US" sz="1600" dirty="0">
                <a:latin typeface="Consolas" panose="020B0609020204030204" pitchFamily="49" charset="0"/>
              </a:rPr>
              <a:t>    for filename in listdir(directory):</a:t>
            </a:r>
            <a:endParaRPr lang="zh-CN" altLang="en-US" sz="1600" dirty="0">
              <a:latin typeface="Consolas" panose="020B0609020204030204" pitchFamily="49" charset="0"/>
            </a:endParaRPr>
          </a:p>
          <a:p>
            <a:pPr marL="0" indent="0">
              <a:spcBef>
                <a:spcPts val="200"/>
              </a:spcBef>
              <a:buSzPct val="90000"/>
              <a:buFont typeface="Wingdings" panose="05000000000000000000" pitchFamily="2" charset="2"/>
              <a:buNone/>
            </a:pPr>
            <a:r>
              <a:rPr lang="zh-CN" altLang="en-US" sz="1600" dirty="0">
                <a:latin typeface="Consolas" panose="020B0609020204030204" pitchFamily="49" charset="0"/>
              </a:rPr>
              <a:t>        temp = join(directory, filename)</a:t>
            </a:r>
            <a:endParaRPr lang="zh-CN" altLang="en-US" sz="1600" dirty="0">
              <a:latin typeface="Consolas" panose="020B0609020204030204" pitchFamily="49" charset="0"/>
            </a:endParaRPr>
          </a:p>
          <a:p>
            <a:pPr marL="0" indent="0">
              <a:spcBef>
                <a:spcPts val="200"/>
              </a:spcBef>
              <a:buSzPct val="90000"/>
              <a:buFont typeface="Wingdings" panose="05000000000000000000" pitchFamily="2" charset="2"/>
              <a:buNone/>
            </a:pPr>
            <a:r>
              <a:rPr lang="zh-CN" altLang="en-US" sz="1600" dirty="0">
                <a:latin typeface="Consolas" panose="020B0609020204030204" pitchFamily="49" charset="0"/>
              </a:rPr>
              <a:t>        if isdir(temp):                   #递归遍历子文件夹</a:t>
            </a:r>
            <a:endParaRPr lang="zh-CN" altLang="en-US" sz="1600" dirty="0">
              <a:latin typeface="Consolas" panose="020B0609020204030204" pitchFamily="49" charset="0"/>
            </a:endParaRPr>
          </a:p>
          <a:p>
            <a:pPr marL="0" indent="0">
              <a:spcBef>
                <a:spcPts val="200"/>
              </a:spcBef>
              <a:buSzPct val="90000"/>
              <a:buFont typeface="Wingdings" panose="05000000000000000000" pitchFamily="2" charset="2"/>
              <a:buNone/>
            </a:pPr>
            <a:r>
              <a:rPr lang="zh-CN" altLang="en-US" sz="1600" dirty="0">
                <a:latin typeface="Consolas" panose="020B0609020204030204" pitchFamily="49" charset="0"/>
              </a:rPr>
              <a:t>            linesCount(temp)</a:t>
            </a:r>
            <a:endParaRPr lang="zh-CN" altLang="en-US" sz="1600" dirty="0">
              <a:latin typeface="Consolas" panose="020B0609020204030204" pitchFamily="49" charset="0"/>
            </a:endParaRPr>
          </a:p>
          <a:p>
            <a:pPr marL="0" indent="0">
              <a:spcBef>
                <a:spcPts val="200"/>
              </a:spcBef>
              <a:buSzPct val="90000"/>
              <a:buFont typeface="Wingdings" panose="05000000000000000000" pitchFamily="2" charset="2"/>
              <a:buNone/>
            </a:pPr>
            <a:r>
              <a:rPr lang="zh-CN" altLang="en-US" sz="1600" dirty="0">
                <a:latin typeface="Consolas" panose="020B0609020204030204" pitchFamily="49" charset="0"/>
              </a:rPr>
              <a:t>        elif temp.endswith('.cpp'):       #只考虑.cpp文件</a:t>
            </a:r>
            <a:endParaRPr lang="zh-CN" altLang="en-US" sz="1600" dirty="0">
              <a:latin typeface="Consolas" panose="020B0609020204030204" pitchFamily="49" charset="0"/>
            </a:endParaRPr>
          </a:p>
          <a:p>
            <a:pPr marL="0" indent="0">
              <a:spcBef>
                <a:spcPts val="200"/>
              </a:spcBef>
              <a:buSzPct val="90000"/>
              <a:buFont typeface="Wingdings" panose="05000000000000000000" pitchFamily="2" charset="2"/>
              <a:buNone/>
            </a:pPr>
            <a:r>
              <a:rPr lang="zh-CN" altLang="en-US" sz="1600" dirty="0">
                <a:latin typeface="Consolas" panose="020B0609020204030204" pitchFamily="49" charset="0"/>
              </a:rPr>
              <a:t>            file_num += 1</a:t>
            </a:r>
            <a:endParaRPr lang="zh-CN" altLang="en-US" sz="1600" dirty="0">
              <a:latin typeface="Consolas" panose="020B0609020204030204" pitchFamily="49" charset="0"/>
            </a:endParaRPr>
          </a:p>
          <a:p>
            <a:pPr marL="0" indent="0">
              <a:spcBef>
                <a:spcPts val="200"/>
              </a:spcBef>
              <a:buSzPct val="90000"/>
              <a:buFont typeface="Wingdings" panose="05000000000000000000" pitchFamily="2" charset="2"/>
              <a:buNone/>
            </a:pPr>
            <a:r>
              <a:rPr lang="zh-CN" altLang="en-US" sz="1600" dirty="0">
                <a:latin typeface="Consolas" panose="020B0609020204030204" pitchFamily="49" charset="0"/>
              </a:rPr>
              <a:t>            with open(temp, 'r', encoding='utf8') as fp:</a:t>
            </a:r>
            <a:endParaRPr lang="zh-CN" altLang="en-US" sz="1600" dirty="0">
              <a:latin typeface="Consolas" panose="020B0609020204030204" pitchFamily="49" charset="0"/>
            </a:endParaRPr>
          </a:p>
          <a:p>
            <a:pPr marL="0" indent="0">
              <a:spcBef>
                <a:spcPts val="200"/>
              </a:spcBef>
              <a:buSzPct val="90000"/>
              <a:buFont typeface="Wingdings" panose="05000000000000000000" pitchFamily="2" charset="2"/>
              <a:buNone/>
            </a:pPr>
            <a:r>
              <a:rPr lang="zh-CN" altLang="en-US" sz="1600" dirty="0">
                <a:latin typeface="Consolas" panose="020B0609020204030204" pitchFamily="49" charset="0"/>
              </a:rPr>
              <a:t>                for line in fp:</a:t>
            </a:r>
            <a:endParaRPr lang="zh-CN" altLang="en-US" sz="1600" dirty="0">
              <a:latin typeface="Consolas" panose="020B0609020204030204" pitchFamily="49" charset="0"/>
            </a:endParaRPr>
          </a:p>
          <a:p>
            <a:pPr marL="0" indent="0">
              <a:spcBef>
                <a:spcPts val="200"/>
              </a:spcBef>
              <a:buSzPct val="90000"/>
              <a:buFont typeface="Wingdings" panose="05000000000000000000" pitchFamily="2" charset="2"/>
              <a:buNone/>
            </a:pPr>
            <a:r>
              <a:rPr lang="zh-CN" altLang="en-US" sz="1600" dirty="0">
                <a:latin typeface="Consolas" panose="020B0609020204030204" pitchFamily="49" charset="0"/>
              </a:rPr>
              <a:t>                    NotRepeatedLines.add(line.strip())</a:t>
            </a:r>
            <a:endParaRPr lang="zh-CN" altLang="en-US" sz="1600" dirty="0">
              <a:latin typeface="Consolas" panose="020B0609020204030204" pitchFamily="49" charset="0"/>
            </a:endParaRPr>
          </a:p>
          <a:p>
            <a:pPr marL="0" indent="0">
              <a:spcBef>
                <a:spcPts val="200"/>
              </a:spcBef>
              <a:buSzPct val="90000"/>
              <a:buFont typeface="Wingdings" panose="05000000000000000000" pitchFamily="2" charset="2"/>
              <a:buNone/>
            </a:pPr>
            <a:r>
              <a:rPr lang="zh-CN" altLang="en-US" sz="1600" dirty="0">
                <a:latin typeface="Consolas" panose="020B0609020204030204" pitchFamily="49" charset="0"/>
              </a:rPr>
              <a:t>                    code_num += 1         #记录所有代码行</a:t>
            </a:r>
            <a:endParaRPr lang="zh-CN" altLang="en-US" sz="1600" dirty="0">
              <a:latin typeface="Consolas" panose="020B0609020204030204" pitchFamily="49"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标题 1"/>
          <p:cNvSpPr>
            <a:spLocks noGrp="1"/>
          </p:cNvSpPr>
          <p:nvPr>
            <p:ph type="title"/>
          </p:nvPr>
        </p:nvSpPr>
        <p:spPr>
          <a:xfrm>
            <a:off x="-1270" y="4287"/>
            <a:ext cx="9140825" cy="924563"/>
          </a:xfrm>
        </p:spPr>
        <p:txBody>
          <a:bodyPr/>
          <a:lstStyle/>
          <a:p>
            <a:pPr fontAlgn="base"/>
            <a:r>
              <a:rPr lang="zh-CN" altLang="en-US" strike="noStrike" noProof="1">
                <a:sym typeface="宋体" panose="02010600030101010101" pitchFamily="2" charset="-122"/>
              </a:rPr>
              <a:t>7.6  案例精选</a:t>
            </a:r>
            <a:endParaRPr lang="zh-CN" altLang="en-US" strike="noStrike" noProof="1"/>
          </a:p>
        </p:txBody>
      </p:sp>
      <p:sp>
        <p:nvSpPr>
          <p:cNvPr id="112642" name="内容占位符 2"/>
          <p:cNvSpPr>
            <a:spLocks noGrp="1"/>
          </p:cNvSpPr>
          <p:nvPr>
            <p:ph idx="1"/>
          </p:nvPr>
        </p:nvSpPr>
        <p:spPr/>
        <p:txBody>
          <a:bodyPr wrap="square" lIns="68591" tIns="34295" rIns="68591" bIns="34295" anchor="t"/>
          <a:p>
            <a:pPr marL="0" indent="0">
              <a:buSzPct val="90000"/>
              <a:buFont typeface="Wingdings" panose="05000000000000000000" pitchFamily="2" charset="2"/>
              <a:buNone/>
            </a:pPr>
            <a:r>
              <a:rPr lang="zh-CN" altLang="en-US" sz="1600" dirty="0">
                <a:latin typeface="Consolas" panose="020B0609020204030204" pitchFamily="49" charset="0"/>
              </a:rPr>
              <a:t>linesCount('F:\教学课件\计算机图形学')</a:t>
            </a:r>
            <a:endParaRPr lang="zh-CN" altLang="en-US" sz="1600" dirty="0">
              <a:latin typeface="Consolas" panose="020B0609020204030204" pitchFamily="49" charset="0"/>
            </a:endParaRPr>
          </a:p>
          <a:p>
            <a:pPr marL="0" indent="0">
              <a:buSzPct val="90000"/>
              <a:buFont typeface="Wingdings" panose="05000000000000000000" pitchFamily="2" charset="2"/>
              <a:buNone/>
            </a:pPr>
            <a:r>
              <a:rPr lang="zh-CN" altLang="en-US" sz="1600" dirty="0">
                <a:latin typeface="Consolas" panose="020B0609020204030204" pitchFamily="49" charset="0"/>
              </a:rPr>
              <a:t>print('总行数：{0}，非重复行数：{1}'.format(code_num,</a:t>
            </a:r>
            <a:endParaRPr lang="zh-CN" altLang="en-US" sz="1600" dirty="0">
              <a:latin typeface="Consolas" panose="020B0609020204030204" pitchFamily="49" charset="0"/>
            </a:endParaRPr>
          </a:p>
          <a:p>
            <a:pPr marL="0" indent="0">
              <a:buSzPct val="90000"/>
              <a:buFont typeface="Wingdings" panose="05000000000000000000" pitchFamily="2" charset="2"/>
              <a:buNone/>
            </a:pPr>
            <a:r>
              <a:rPr lang="zh-CN" altLang="en-US" sz="1600" dirty="0">
                <a:latin typeface="Consolas" panose="020B0609020204030204" pitchFamily="49" charset="0"/>
              </a:rPr>
              <a:t>                                         len(NotRepeatedLines)))</a:t>
            </a:r>
            <a:endParaRPr lang="zh-CN" altLang="en-US" sz="1600" dirty="0">
              <a:latin typeface="Consolas" panose="020B0609020204030204" pitchFamily="49" charset="0"/>
            </a:endParaRPr>
          </a:p>
          <a:p>
            <a:pPr marL="0" indent="0">
              <a:buSzPct val="90000"/>
              <a:buFont typeface="Wingdings" panose="05000000000000000000" pitchFamily="2" charset="2"/>
              <a:buNone/>
            </a:pPr>
            <a:r>
              <a:rPr lang="zh-CN" altLang="en-US" sz="1600" dirty="0">
                <a:latin typeface="Consolas" panose="020B0609020204030204" pitchFamily="49" charset="0"/>
              </a:rPr>
              <a:t>print('文件数量：{0}'.format(file_num))</a:t>
            </a:r>
            <a:endParaRPr lang="zh-CN" altLang="en-US" sz="1600" dirty="0">
              <a:latin typeface="Consolas" panose="020B0609020204030204" pitchFamily="49"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3" name="内容占位符 2"/>
          <p:cNvSpPr>
            <a:spLocks noGrp="1"/>
          </p:cNvSpPr>
          <p:nvPr>
            <p:ph idx="1"/>
          </p:nvPr>
        </p:nvSpPr>
        <p:spPr/>
        <p:txBody>
          <a:bodyPr/>
          <a:lstStyle/>
          <a:p>
            <a:pPr fontAlgn="base">
              <a:buFont typeface="Wingdings" panose="05000000000000000000" charset="0"/>
              <a:buChar char="§"/>
            </a:pPr>
            <a:r>
              <a:rPr lang="zh-CN" altLang="en-US" sz="1800" b="1" strike="noStrike" noProof="1"/>
              <a:t>例</a:t>
            </a:r>
            <a:r>
              <a:rPr lang="en-US" altLang="zh-CN" sz="1800" b="1" strike="noStrike" noProof="1"/>
              <a:t>7-24</a:t>
            </a:r>
            <a:r>
              <a:rPr lang="en-US" altLang="zh-CN" sz="1800" strike="noStrike" noProof="1"/>
              <a:t>  </a:t>
            </a:r>
            <a:r>
              <a:rPr lang="zh-CN" altLang="en-US" sz="1800" strike="noStrike" noProof="1"/>
              <a:t>编写程序，递归删除指定文件夹中指定类型的文件。</a:t>
            </a:r>
            <a:endParaRPr lang="zh-CN" altLang="en-US" sz="1800" strike="noStrike" noProof="1"/>
          </a:p>
          <a:p>
            <a:pPr marL="0" indent="0" fontAlgn="base">
              <a:buFontTx/>
              <a:buNone/>
            </a:pPr>
            <a:endParaRPr lang="zh-CN" altLang="en-US" sz="1500" strike="noStrike" noProof="1"/>
          </a:p>
          <a:p>
            <a:pPr marL="0" indent="0" fontAlgn="base">
              <a:buFontTx/>
              <a:buNone/>
            </a:pPr>
            <a:r>
              <a:rPr lang="zh-CN" altLang="en-US" sz="1600" strike="noStrike" noProof="1">
                <a:latin typeface="Consolas" panose="020B0609020204030204" pitchFamily="49" charset="0"/>
                <a:cs typeface="Consolas" panose="020B0609020204030204" pitchFamily="49" charset="0"/>
              </a:rPr>
              <a:t>from os.path import isdir, join, splitext</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from os import remove, listdir</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import sys</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filetypes = ['.tmp', '.log', '.obj', '.txt'] #指定要删除的文件类型</a:t>
            </a:r>
            <a:endParaRPr lang="zh-CN" altLang="en-US" sz="1600" strike="noStrike" noProof="1">
              <a:latin typeface="Consolas" panose="020B0609020204030204" pitchFamily="49" charset="0"/>
              <a:cs typeface="Consolas" panose="020B0609020204030204" pitchFamily="49"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114690" name="内容占位符 2"/>
          <p:cNvSpPr>
            <a:spLocks noGrp="1"/>
          </p:cNvSpPr>
          <p:nvPr>
            <p:ph idx="1"/>
          </p:nvPr>
        </p:nvSpPr>
        <p:spPr/>
        <p:txBody>
          <a:bodyPr wrap="square" lIns="68591" tIns="34295" rIns="68591" bIns="34295" anchor="t"/>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def delCertainFiles(directory):</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if not isdir(directory):</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return</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for filename in listdir(directory):</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temp = join(directory, filename)</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if isdir(temp):</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delCertainFiles(temp)</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elif splitext(temp)[1] in filetypes:  #检查文件类型</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remove(temp)</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print(temp, ' deleted....')</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a:latin typeface="Consolas" panose="020B0609020204030204" pitchFamily="49" charset="0"/>
                <a:sym typeface="宋体" panose="02010600030101010101" pitchFamily="2" charset="-122"/>
              </a:rPr>
              <a:t>directory = r'E:\new'</a:t>
            </a:r>
            <a:endParaRPr lang="zh-CN" altLang="en-US" sz="160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a:latin typeface="Consolas" panose="020B0609020204030204" pitchFamily="49" charset="0"/>
                <a:sym typeface="宋体" panose="02010600030101010101" pitchFamily="2" charset="-122"/>
              </a:rPr>
              <a:t>delCertainFiles(directory)</a:t>
            </a:r>
            <a:endParaRPr lang="zh-CN" altLang="en-US" sz="1600" dirty="0">
              <a:latin typeface="Consolas" panose="020B0609020204030204" pitchFamily="49"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3" name="内容占位符 2"/>
          <p:cNvSpPr>
            <a:spLocks noGrp="1"/>
          </p:cNvSpPr>
          <p:nvPr>
            <p:ph idx="1"/>
          </p:nvPr>
        </p:nvSpPr>
        <p:spPr/>
        <p:txBody>
          <a:bodyPr/>
          <a:lstStyle/>
          <a:p>
            <a:pPr fontAlgn="base">
              <a:buFont typeface="Wingdings" panose="05000000000000000000" charset="0"/>
              <a:buChar char="v"/>
            </a:pPr>
            <a:r>
              <a:rPr lang="zh-CN" altLang="en-US" sz="1800" strike="noStrike" noProof="1"/>
              <a:t>如果文件夹中有带特殊属性的文件或子文件夹，上面的代码可能会无法删除带特殊属性的文件，利用Python扩展库pywin32可以解决这一问题。</a:t>
            </a:r>
            <a:endParaRPr lang="zh-CN" altLang="en-US" sz="1800" strike="noStrike" noProof="1"/>
          </a:p>
          <a:p>
            <a:pPr marL="0" indent="0" fontAlgn="base">
              <a:buFontTx/>
              <a:buNone/>
            </a:pPr>
            <a:endParaRPr lang="zh-CN" altLang="en-US" sz="1500" strike="noStrike" noProof="1"/>
          </a:p>
          <a:p>
            <a:pPr marL="0" indent="0" fontAlgn="base">
              <a:buFontTx/>
              <a:buNone/>
            </a:pPr>
            <a:r>
              <a:rPr lang="zh-CN" altLang="en-US" sz="1600" strike="noStrike" noProof="1">
                <a:latin typeface="Consolas" panose="020B0609020204030204" pitchFamily="49" charset="0"/>
                <a:cs typeface="Consolas" panose="020B0609020204030204" pitchFamily="49" charset="0"/>
                <a:sym typeface="+mn-ea"/>
              </a:rPr>
              <a:t>import os</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import win32con</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import win32api</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en-US" altLang="zh-CN" sz="1600" strike="noStrike" noProof="1">
                <a:latin typeface="Consolas" panose="020B0609020204030204" pitchFamily="49" charset="0"/>
                <a:cs typeface="Consolas" panose="020B0609020204030204" pitchFamily="49" charset="0"/>
              </a:rPr>
              <a:t>f</a:t>
            </a:r>
            <a:r>
              <a:rPr lang="zh-CN" altLang="en-US" sz="1600" strike="noStrike" noProof="1">
                <a:latin typeface="Consolas" panose="020B0609020204030204" pitchFamily="49" charset="0"/>
                <a:cs typeface="Consolas" panose="020B0609020204030204" pitchFamily="49" charset="0"/>
              </a:rPr>
              <a:t>rom win32con import FILE_ATTRIBUTE_NORMAL</a:t>
            </a:r>
            <a:endParaRPr lang="zh-CN" altLang="en-US" sz="1600" strike="noStrike" noProof="1">
              <a:latin typeface="Consolas" panose="020B0609020204030204" pitchFamily="49" charset="0"/>
              <a:cs typeface="Consolas" panose="020B0609020204030204" pitchFamily="49"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117762" name="内容占位符 2"/>
          <p:cNvSpPr>
            <a:spLocks noGrp="1"/>
          </p:cNvSpPr>
          <p:nvPr>
            <p:ph idx="1"/>
          </p:nvPr>
        </p:nvSpPr>
        <p:spPr>
          <a:xfrm>
            <a:off x="254000" y="1200150"/>
            <a:ext cx="8684895" cy="3395345"/>
          </a:xfrm>
        </p:spPr>
        <p:txBody>
          <a:bodyPr wrap="square" lIns="68591" tIns="34295" rIns="68591" bIns="34295" anchor="t"/>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def del_dir(path):</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for file in os.listdir(path):</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file_or_dir = os.path.join(path,file)</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if os.path.isdir(file_or_dir):</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del_dir(file_or_dir)         #递归删除子文件夹及其文件</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else:</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try:</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os.remove(file_or_dir)   #尝试删除该文件，</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except:                      #无法删除，很可能是文件拥有特殊属性</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win32api.SetFileAttributes(file_or_dir, </a:t>
            </a:r>
            <a:endParaRPr lang="en-US" altLang="zh-CN"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en-US" altLang="zh-CN" sz="1600" dirty="0">
                <a:latin typeface="Consolas" panose="020B0609020204030204" pitchFamily="49" charset="0"/>
              </a:rPr>
              <a:t>                                           </a:t>
            </a:r>
            <a:r>
              <a:rPr lang="zh-CN" altLang="en-US" sz="1600" dirty="0">
                <a:latin typeface="Consolas" panose="020B0609020204030204" pitchFamily="49" charset="0"/>
              </a:rPr>
              <a:t>FILE_ATTRIBUTE_NORMAL)</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os.remove(file_or_dir) #修改文件属性，设置为普通文件，再次删除</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    os.rmdir(path) </a:t>
            </a: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endParaRPr lang="zh-CN" altLang="en-US" sz="16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600" dirty="0">
                <a:latin typeface="Consolas" panose="020B0609020204030204" pitchFamily="49" charset="0"/>
              </a:rPr>
              <a:t>del_dir("E:\\old")</a:t>
            </a:r>
            <a:endParaRPr lang="zh-CN" altLang="en-US" sz="1600" dirty="0">
              <a:latin typeface="Consolas" panose="020B0609020204030204" pitchFamily="49"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270" y="4287"/>
            <a:ext cx="9140825" cy="924563"/>
          </a:xfrm>
        </p:spPr>
        <p:txBody>
          <a:bodyPr/>
          <a:lstStyle/>
          <a:p>
            <a:pPr fontAlgn="base"/>
            <a:r>
              <a:rPr lang="zh-CN" altLang="en-US" strike="noStrike" noProof="1">
                <a:sym typeface="+mn-ea"/>
              </a:rPr>
              <a:t>7.6  案例精选</a:t>
            </a:r>
            <a:endParaRPr lang="zh-CN" altLang="en-US" strike="noStrike" noProof="1"/>
          </a:p>
        </p:txBody>
      </p:sp>
      <p:sp>
        <p:nvSpPr>
          <p:cNvPr id="3" name="内容占位符 2"/>
          <p:cNvSpPr>
            <a:spLocks noGrp="1"/>
          </p:cNvSpPr>
          <p:nvPr>
            <p:ph idx="1"/>
          </p:nvPr>
        </p:nvSpPr>
        <p:spPr/>
        <p:txBody>
          <a:bodyPr/>
          <a:lstStyle/>
          <a:p>
            <a:pPr fontAlgn="base"/>
            <a:r>
              <a:rPr lang="zh-CN" altLang="en-US" sz="1800" b="1" strike="noStrike" noProof="1"/>
              <a:t>补充：</a:t>
            </a:r>
            <a:r>
              <a:rPr lang="zh-CN" altLang="en-US" sz="1800" strike="noStrike" noProof="1"/>
              <a:t>也可以使用</a:t>
            </a:r>
            <a:r>
              <a:rPr lang="en-US" altLang="zh-CN" sz="1800" strike="noStrike" noProof="1"/>
              <a:t>os</a:t>
            </a:r>
            <a:r>
              <a:rPr lang="zh-CN" altLang="en-US" sz="1800" strike="noStrike" noProof="1"/>
              <a:t>标准库的</a:t>
            </a:r>
            <a:r>
              <a:rPr lang="en-US" altLang="zh-CN" sz="1800" strike="noStrike" noProof="1"/>
              <a:t>chmod()</a:t>
            </a:r>
            <a:r>
              <a:rPr lang="zh-CN" altLang="en-US" sz="1800" strike="noStrike" noProof="1"/>
              <a:t>函数来清除文件的只读属性。</a:t>
            </a:r>
            <a:endParaRPr lang="zh-CN" altLang="en-US" sz="1800" strike="noStrike" noProof="1"/>
          </a:p>
          <a:p>
            <a:pPr marL="0" indent="0" eaLnBrk="1" latinLnBrk="0" hangingPunct="1">
              <a:spcBef>
                <a:spcPts val="0"/>
              </a:spcBef>
              <a:buFontTx/>
              <a:buNone/>
            </a:pPr>
            <a:r>
              <a:rPr lang="zh-CN" altLang="en-US" sz="1600" strike="noStrike" noProof="1">
                <a:latin typeface="Consolas" panose="020B0609020204030204" pitchFamily="49" charset="0"/>
              </a:rPr>
              <a:t>import os</a:t>
            </a:r>
            <a:endParaRPr lang="zh-CN" altLang="en-US" sz="1600" strike="noStrike" noProof="1">
              <a:latin typeface="Consolas" panose="020B0609020204030204" pitchFamily="49" charset="0"/>
            </a:endParaRPr>
          </a:p>
          <a:p>
            <a:pPr marL="0" indent="0" eaLnBrk="1" latinLnBrk="0" hangingPunct="1">
              <a:spcBef>
                <a:spcPts val="0"/>
              </a:spcBef>
              <a:buFontTx/>
              <a:buNone/>
            </a:pPr>
            <a:endParaRPr lang="zh-CN" altLang="en-US" sz="1600" strike="noStrike" noProof="1">
              <a:latin typeface="Consolas" panose="020B0609020204030204" pitchFamily="49" charset="0"/>
            </a:endParaRPr>
          </a:p>
          <a:p>
            <a:pPr marL="0" indent="0" eaLnBrk="1" latinLnBrk="0" hangingPunct="1">
              <a:spcBef>
                <a:spcPts val="0"/>
              </a:spcBef>
              <a:buFontTx/>
              <a:buNone/>
            </a:pPr>
            <a:r>
              <a:rPr lang="zh-CN" altLang="en-US" sz="1600" strike="noStrike" noProof="1">
                <a:latin typeface="Consolas" panose="020B0609020204030204" pitchFamily="49" charset="0"/>
              </a:rPr>
              <a:t>def del_dir(path):</a:t>
            </a:r>
            <a:endParaRPr lang="zh-CN" altLang="en-US" sz="1600" strike="noStrike" noProof="1">
              <a:latin typeface="Consolas" panose="020B0609020204030204" pitchFamily="49" charset="0"/>
            </a:endParaRPr>
          </a:p>
          <a:p>
            <a:pPr marL="0" indent="0" eaLnBrk="1" latinLnBrk="0" hangingPunct="1">
              <a:spcBef>
                <a:spcPts val="0"/>
              </a:spcBef>
              <a:buFontTx/>
              <a:buNone/>
            </a:pPr>
            <a:r>
              <a:rPr lang="zh-CN" altLang="en-US" sz="1600" strike="noStrike" noProof="1">
                <a:latin typeface="Consolas" panose="020B0609020204030204" pitchFamily="49" charset="0"/>
              </a:rPr>
              <a:t>    for file in os.listdir(path):</a:t>
            </a:r>
            <a:endParaRPr lang="zh-CN" altLang="en-US" sz="1600" strike="noStrike" noProof="1">
              <a:latin typeface="Consolas" panose="020B0609020204030204" pitchFamily="49" charset="0"/>
            </a:endParaRPr>
          </a:p>
          <a:p>
            <a:pPr marL="0" indent="0" eaLnBrk="1" latinLnBrk="0" hangingPunct="1">
              <a:spcBef>
                <a:spcPts val="0"/>
              </a:spcBef>
              <a:buFontTx/>
              <a:buNone/>
            </a:pPr>
            <a:r>
              <a:rPr lang="zh-CN" altLang="en-US" sz="1600" strike="noStrike" noProof="1">
                <a:latin typeface="Consolas" panose="020B0609020204030204" pitchFamily="49" charset="0"/>
              </a:rPr>
              <a:t>        file_or_dir = os.path.join(path,file)</a:t>
            </a:r>
            <a:endParaRPr lang="zh-CN" altLang="en-US" sz="1600" strike="noStrike" noProof="1">
              <a:latin typeface="Consolas" panose="020B0609020204030204" pitchFamily="49" charset="0"/>
            </a:endParaRPr>
          </a:p>
          <a:p>
            <a:pPr marL="0" indent="0" eaLnBrk="1" latinLnBrk="0" hangingPunct="1">
              <a:spcBef>
                <a:spcPts val="0"/>
              </a:spcBef>
              <a:buFontTx/>
              <a:buNone/>
            </a:pPr>
            <a:r>
              <a:rPr lang="zh-CN" altLang="en-US" sz="1600" strike="noStrike" noProof="1">
                <a:latin typeface="Consolas" panose="020B0609020204030204" pitchFamily="49" charset="0"/>
              </a:rPr>
              <a:t>        if os.path.isdir(file_or_dir):</a:t>
            </a:r>
            <a:endParaRPr lang="zh-CN" altLang="en-US" sz="1600" strike="noStrike" noProof="1">
              <a:latin typeface="Consolas" panose="020B0609020204030204" pitchFamily="49" charset="0"/>
            </a:endParaRPr>
          </a:p>
          <a:p>
            <a:pPr marL="0" indent="0" eaLnBrk="1" latinLnBrk="0" hangingPunct="1">
              <a:spcBef>
                <a:spcPts val="0"/>
              </a:spcBef>
              <a:buFontTx/>
              <a:buNone/>
            </a:pPr>
            <a:r>
              <a:rPr lang="zh-CN" altLang="en-US" sz="1600" strike="noStrike" noProof="1">
                <a:latin typeface="Consolas" panose="020B0609020204030204" pitchFamily="49" charset="0"/>
              </a:rPr>
              <a:t>            del_dir(file_or_dir)         #递归删除子文件夹及其文件</a:t>
            </a:r>
            <a:endParaRPr lang="zh-CN" altLang="en-US" sz="1600" strike="noStrike" noProof="1">
              <a:latin typeface="Consolas" panose="020B0609020204030204" pitchFamily="49" charset="0"/>
            </a:endParaRPr>
          </a:p>
          <a:p>
            <a:pPr marL="0" indent="0" eaLnBrk="1" latinLnBrk="0" hangingPunct="1">
              <a:spcBef>
                <a:spcPts val="0"/>
              </a:spcBef>
              <a:buFontTx/>
              <a:buNone/>
            </a:pPr>
            <a:r>
              <a:rPr lang="zh-CN" altLang="en-US" sz="1600" strike="noStrike" noProof="1">
                <a:latin typeface="Consolas" panose="020B0609020204030204" pitchFamily="49" charset="0"/>
              </a:rPr>
              <a:t>        else:</a:t>
            </a:r>
            <a:endParaRPr lang="zh-CN" altLang="en-US" sz="1600" strike="noStrike" noProof="1">
              <a:latin typeface="Consolas" panose="020B0609020204030204" pitchFamily="49" charset="0"/>
            </a:endParaRPr>
          </a:p>
          <a:p>
            <a:pPr marL="0" indent="0" eaLnBrk="1" latinLnBrk="0" hangingPunct="1">
              <a:spcBef>
                <a:spcPts val="0"/>
              </a:spcBef>
              <a:buFontTx/>
              <a:buNone/>
            </a:pPr>
            <a:r>
              <a:rPr lang="zh-CN" altLang="en-US" sz="1600" strike="noStrike" noProof="1">
                <a:latin typeface="Consolas" panose="020B0609020204030204" pitchFamily="49" charset="0"/>
              </a:rPr>
              <a:t>            os.chmod(file_or_dir, 0o777) #直接清除文件的特殊属性</a:t>
            </a:r>
            <a:endParaRPr lang="zh-CN" altLang="en-US" sz="1600" strike="noStrike" noProof="1">
              <a:latin typeface="Consolas" panose="020B0609020204030204" pitchFamily="49" charset="0"/>
            </a:endParaRPr>
          </a:p>
          <a:p>
            <a:pPr marL="0" indent="0" eaLnBrk="1" latinLnBrk="0" hangingPunct="1">
              <a:spcBef>
                <a:spcPts val="0"/>
              </a:spcBef>
              <a:buFontTx/>
              <a:buNone/>
            </a:pPr>
            <a:r>
              <a:rPr lang="zh-CN" altLang="en-US" sz="1600" strike="noStrike" noProof="1">
                <a:latin typeface="Consolas" panose="020B0609020204030204" pitchFamily="49" charset="0"/>
              </a:rPr>
              <a:t>            os.remove(file_or_dir)       #删除文件</a:t>
            </a:r>
            <a:endParaRPr lang="zh-CN" altLang="en-US" sz="1600" strike="noStrike" noProof="1">
              <a:latin typeface="Consolas" panose="020B0609020204030204" pitchFamily="49" charset="0"/>
            </a:endParaRPr>
          </a:p>
          <a:p>
            <a:pPr marL="0" indent="0" eaLnBrk="1" latinLnBrk="0" hangingPunct="1">
              <a:spcBef>
                <a:spcPts val="0"/>
              </a:spcBef>
              <a:buFontTx/>
              <a:buNone/>
            </a:pPr>
            <a:r>
              <a:rPr lang="zh-CN" altLang="en-US" sz="1600" strike="noStrike" noProof="1">
                <a:latin typeface="Consolas" panose="020B0609020204030204" pitchFamily="49" charset="0"/>
              </a:rPr>
              <a:t>    os.rmdir(path) </a:t>
            </a:r>
            <a:endParaRPr lang="zh-CN" altLang="en-US" sz="1600" strike="noStrike" noProof="1">
              <a:latin typeface="Consolas" panose="020B0609020204030204" pitchFamily="49" charset="0"/>
            </a:endParaRPr>
          </a:p>
          <a:p>
            <a:pPr marL="0" indent="0" eaLnBrk="1" latinLnBrk="0" hangingPunct="1">
              <a:spcBef>
                <a:spcPts val="0"/>
              </a:spcBef>
              <a:buFontTx/>
              <a:buNone/>
            </a:pPr>
            <a:endParaRPr lang="zh-CN" altLang="en-US" sz="1600" strike="noStrike" noProof="1">
              <a:latin typeface="Consolas" panose="020B0609020204030204" pitchFamily="49" charset="0"/>
            </a:endParaRPr>
          </a:p>
          <a:p>
            <a:pPr marL="0" indent="0" eaLnBrk="1" latinLnBrk="0" hangingPunct="1">
              <a:spcBef>
                <a:spcPts val="0"/>
              </a:spcBef>
              <a:buFontTx/>
              <a:buNone/>
            </a:pPr>
            <a:r>
              <a:rPr lang="zh-CN" altLang="en-US" sz="1600" strike="noStrike" noProof="1">
                <a:latin typeface="Consolas" panose="020B0609020204030204" pitchFamily="49" charset="0"/>
              </a:rPr>
              <a:t>del_dir("E:\\old")</a:t>
            </a:r>
            <a:endParaRPr lang="zh-CN" altLang="en-US" sz="1600" strike="noStrike" noProof="1">
              <a:latin typeface="Consolas" panose="020B0609020204030204" pitchFamily="49"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3" name="内容占位符 2"/>
          <p:cNvSpPr>
            <a:spLocks noGrp="1"/>
          </p:cNvSpPr>
          <p:nvPr>
            <p:ph idx="1"/>
          </p:nvPr>
        </p:nvSpPr>
        <p:spPr/>
        <p:txBody>
          <a:bodyPr/>
          <a:lstStyle/>
          <a:p>
            <a:pPr fontAlgn="base">
              <a:buFont typeface="Wingdings" panose="05000000000000000000" charset="0"/>
              <a:buChar char="§"/>
            </a:pPr>
            <a:r>
              <a:rPr lang="zh-CN" altLang="en-US" sz="1800" b="1" strike="noStrike" noProof="1"/>
              <a:t>例</a:t>
            </a:r>
            <a:r>
              <a:rPr lang="en-US" altLang="zh-CN" sz="1800" b="1" strike="noStrike" noProof="1"/>
              <a:t>7-25</a:t>
            </a:r>
            <a:r>
              <a:rPr lang="en-US" altLang="zh-CN" sz="1800" strike="noStrike" noProof="1"/>
              <a:t>  </a:t>
            </a:r>
            <a:r>
              <a:rPr lang="zh-CN" altLang="en-US" sz="1800" strike="noStrike" noProof="1"/>
              <a:t>使用扩展库openpyxl读写Excel 2007及更高版本的Excel文件。</a:t>
            </a:r>
            <a:endParaRPr lang="zh-CN" altLang="en-US" sz="1800" strike="noStrike" noProof="1"/>
          </a:p>
          <a:p>
            <a:pPr marL="0" indent="0" fontAlgn="base">
              <a:buFontTx/>
              <a:buNone/>
            </a:pPr>
            <a:endParaRPr lang="zh-CN" altLang="en-US" sz="1500" strike="noStrike" noProof="1"/>
          </a:p>
          <a:p>
            <a:pPr marL="0" indent="0" fontAlgn="base">
              <a:buFontTx/>
              <a:buNone/>
            </a:pPr>
            <a:r>
              <a:rPr lang="zh-CN" altLang="en-US" sz="1600" strike="noStrike" noProof="1">
                <a:latin typeface="Consolas" panose="020B0609020204030204" pitchFamily="49" charset="0"/>
                <a:cs typeface="Consolas" panose="020B0609020204030204" pitchFamily="49" charset="0"/>
              </a:rPr>
              <a:t>import openpyxl</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from openpyxl import Workbook</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fn = r'f:\test.xlsx'                     #文件名</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wb = Workbook()                          #创建工作簿</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ws = wb.create_sheet(title='你好，世界')  #创建工作表</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ws['A1'] = '这是第一个单元格'              #单元格赋值</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ws['B1'] = 3.1415926</a:t>
            </a:r>
            <a:endParaRPr lang="zh-CN" altLang="en-US" sz="1600" strike="noStrike" noProof="1">
              <a:latin typeface="Consolas" panose="020B0609020204030204" pitchFamily="49" charset="0"/>
              <a:cs typeface="Consolas" panose="020B0609020204030204" pitchFamily="49" charset="0"/>
            </a:endParaRPr>
          </a:p>
          <a:p>
            <a:pPr marL="0" indent="0" fontAlgn="base">
              <a:buFontTx/>
              <a:buNone/>
            </a:pPr>
            <a:r>
              <a:rPr lang="zh-CN" altLang="en-US" sz="1600" strike="noStrike" noProof="1">
                <a:latin typeface="Consolas" panose="020B0609020204030204" pitchFamily="49" charset="0"/>
                <a:cs typeface="Consolas" panose="020B0609020204030204" pitchFamily="49" charset="0"/>
              </a:rPr>
              <a:t>wb.save(fn)                               #保存Excel文件</a:t>
            </a:r>
            <a:endParaRPr lang="zh-CN" altLang="en-US" sz="1600" strike="noStrike" noProof="1">
              <a:latin typeface="Consolas" panose="020B0609020204030204" pitchFamily="49" charset="0"/>
              <a:cs typeface="Consolas" panose="020B0609020204030204" pitchFamily="49"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120834" name="内容占位符 2"/>
          <p:cNvSpPr>
            <a:spLocks noGrp="1"/>
          </p:cNvSpPr>
          <p:nvPr>
            <p:ph idx="1"/>
          </p:nvPr>
        </p:nvSpPr>
        <p:spPr/>
        <p:txBody>
          <a:bodyPr wrap="square" lIns="68591" tIns="34295" rIns="68591" bIns="34295" anchor="t"/>
          <a:p>
            <a:pPr marL="0" indent="0">
              <a:buSzPct val="90000"/>
              <a:buFont typeface="Wingdings" panose="05000000000000000000" pitchFamily="2" charset="2"/>
              <a:buNone/>
            </a:pPr>
            <a:r>
              <a:rPr lang="zh-CN" altLang="en-US" sz="1600">
                <a:latin typeface="Consolas" panose="020B0609020204030204" pitchFamily="49" charset="0"/>
              </a:rPr>
              <a:t>wb = openpyxl.load_workbook(fn)      </a:t>
            </a:r>
            <a:r>
              <a:rPr lang="en-US" altLang="zh-CN" sz="1600">
                <a:latin typeface="Consolas" panose="020B0609020204030204" pitchFamily="49" charset="0"/>
              </a:rPr>
              <a:t>#</a:t>
            </a:r>
            <a:r>
              <a:rPr lang="zh-CN" altLang="en-US" sz="1600">
                <a:latin typeface="Consolas" panose="020B0609020204030204" pitchFamily="49" charset="0"/>
              </a:rPr>
              <a:t>打开已有的Excel文件</a:t>
            </a:r>
            <a:endParaRPr lang="zh-CN" altLang="en-US" sz="1600">
              <a:latin typeface="Consolas" panose="020B0609020204030204" pitchFamily="49" charset="0"/>
            </a:endParaRPr>
          </a:p>
          <a:p>
            <a:pPr marL="0" indent="0">
              <a:buSzPct val="90000"/>
              <a:buFont typeface="Wingdings" panose="05000000000000000000" pitchFamily="2" charset="2"/>
              <a:buNone/>
            </a:pPr>
            <a:r>
              <a:rPr lang="zh-CN" altLang="en-US" sz="1600">
                <a:latin typeface="Consolas" panose="020B0609020204030204" pitchFamily="49" charset="0"/>
              </a:rPr>
              <a:t>ws = wb.worksheets[1]                #打开指定索引的工作表</a:t>
            </a:r>
            <a:endParaRPr lang="zh-CN" altLang="en-US" sz="1600">
              <a:latin typeface="Consolas" panose="020B0609020204030204" pitchFamily="49" charset="0"/>
            </a:endParaRPr>
          </a:p>
          <a:p>
            <a:pPr marL="0" indent="0">
              <a:buSzPct val="90000"/>
              <a:buFont typeface="Wingdings" panose="05000000000000000000" pitchFamily="2" charset="2"/>
              <a:buNone/>
            </a:pPr>
            <a:r>
              <a:rPr lang="zh-CN" altLang="en-US" sz="1600">
                <a:latin typeface="Consolas" panose="020B0609020204030204" pitchFamily="49" charset="0"/>
              </a:rPr>
              <a:t>print(ws['A1'].value)                #读取并输出指定单元格的值</a:t>
            </a:r>
            <a:endParaRPr lang="zh-CN" altLang="en-US" sz="1600">
              <a:latin typeface="Consolas" panose="020B0609020204030204" pitchFamily="49" charset="0"/>
            </a:endParaRPr>
          </a:p>
          <a:p>
            <a:pPr marL="0" indent="0">
              <a:buSzPct val="90000"/>
              <a:buFont typeface="Wingdings" panose="05000000000000000000" pitchFamily="2" charset="2"/>
              <a:buNone/>
            </a:pPr>
            <a:r>
              <a:rPr lang="zh-CN" altLang="en-US" sz="1600">
                <a:latin typeface="Consolas" panose="020B0609020204030204" pitchFamily="49" charset="0"/>
              </a:rPr>
              <a:t>ws.append([1,2,3,4,5])               #添加一行数据</a:t>
            </a:r>
            <a:endParaRPr lang="zh-CN" altLang="en-US" sz="1600">
              <a:latin typeface="Consolas" panose="020B0609020204030204" pitchFamily="49" charset="0"/>
            </a:endParaRPr>
          </a:p>
          <a:p>
            <a:pPr marL="0" indent="0">
              <a:buSzPct val="90000"/>
              <a:buFont typeface="Wingdings" panose="05000000000000000000" pitchFamily="2" charset="2"/>
              <a:buNone/>
            </a:pPr>
            <a:r>
              <a:rPr lang="zh-CN" altLang="en-US" sz="1600">
                <a:latin typeface="Consolas" panose="020B0609020204030204" pitchFamily="49" charset="0"/>
              </a:rPr>
              <a:t>ws.merge_cells('F2:F3')              #合并单元格</a:t>
            </a:r>
            <a:endParaRPr lang="zh-CN" altLang="en-US" sz="1600">
              <a:latin typeface="Consolas" panose="020B0609020204030204" pitchFamily="49" charset="0"/>
            </a:endParaRPr>
          </a:p>
          <a:p>
            <a:pPr marL="0" indent="0">
              <a:buSzPct val="90000"/>
              <a:buFont typeface="Wingdings" panose="05000000000000000000" pitchFamily="2" charset="2"/>
              <a:buNone/>
            </a:pPr>
            <a:r>
              <a:rPr lang="zh-CN" altLang="en-US" sz="1600">
                <a:latin typeface="Consolas" panose="020B0609020204030204" pitchFamily="49" charset="0"/>
              </a:rPr>
              <a:t>ws['F2'] = "=sum(A2:E2)"             #写入公式</a:t>
            </a:r>
            <a:endParaRPr lang="zh-CN" altLang="en-US" sz="1600">
              <a:latin typeface="Consolas" panose="020B0609020204030204" pitchFamily="49" charset="0"/>
            </a:endParaRPr>
          </a:p>
          <a:p>
            <a:pPr marL="0" indent="0">
              <a:buSzPct val="90000"/>
              <a:buFont typeface="Wingdings" panose="05000000000000000000" pitchFamily="2" charset="2"/>
              <a:buNone/>
            </a:pPr>
            <a:r>
              <a:rPr lang="zh-CN" altLang="en-US" sz="1600">
                <a:latin typeface="Consolas" panose="020B0609020204030204" pitchFamily="49" charset="0"/>
              </a:rPr>
              <a:t>for r in range(10,15):</a:t>
            </a:r>
            <a:endParaRPr lang="zh-CN" altLang="en-US" sz="1600">
              <a:latin typeface="Consolas" panose="020B0609020204030204" pitchFamily="49" charset="0"/>
            </a:endParaRPr>
          </a:p>
          <a:p>
            <a:pPr marL="0" indent="0">
              <a:buSzPct val="90000"/>
              <a:buFont typeface="Wingdings" panose="05000000000000000000" pitchFamily="2" charset="2"/>
              <a:buNone/>
            </a:pPr>
            <a:r>
              <a:rPr lang="zh-CN" altLang="en-US" sz="1600">
                <a:latin typeface="Consolas" panose="020B0609020204030204" pitchFamily="49" charset="0"/>
              </a:rPr>
              <a:t>    for c in range(3,8):</a:t>
            </a:r>
            <a:endParaRPr lang="zh-CN" altLang="en-US" sz="1600">
              <a:latin typeface="Consolas" panose="020B0609020204030204" pitchFamily="49" charset="0"/>
            </a:endParaRPr>
          </a:p>
          <a:p>
            <a:pPr marL="0" indent="0">
              <a:buSzPct val="90000"/>
              <a:buFont typeface="Wingdings" panose="05000000000000000000" pitchFamily="2" charset="2"/>
              <a:buNone/>
            </a:pPr>
            <a:r>
              <a:rPr lang="zh-CN" altLang="en-US" sz="1600">
                <a:latin typeface="Consolas" panose="020B0609020204030204" pitchFamily="49" charset="0"/>
              </a:rPr>
              <a:t>        ws.cell(row=r, column=c, value=r*c) #写入单元格数据</a:t>
            </a:r>
            <a:endParaRPr lang="zh-CN" altLang="en-US" sz="1600">
              <a:latin typeface="Consolas" panose="020B0609020204030204" pitchFamily="49" charset="0"/>
            </a:endParaRPr>
          </a:p>
          <a:p>
            <a:pPr marL="0" indent="0">
              <a:buSzPct val="90000"/>
              <a:buFont typeface="Wingdings" panose="05000000000000000000" pitchFamily="2" charset="2"/>
              <a:buNone/>
            </a:pPr>
            <a:r>
              <a:rPr lang="zh-CN" altLang="en-US" sz="1600">
                <a:latin typeface="Consolas" panose="020B0609020204030204" pitchFamily="49" charset="0"/>
              </a:rPr>
              <a:t>wb.save(fn)</a:t>
            </a:r>
            <a:endParaRPr lang="zh-CN" altLang="en-US" sz="1600">
              <a:latin typeface="Consolas" panose="020B0609020204030204" pitchFamily="49"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3" name="内容占位符 2"/>
          <p:cNvSpPr>
            <a:spLocks noGrp="1"/>
          </p:cNvSpPr>
          <p:nvPr>
            <p:ph idx="1"/>
          </p:nvPr>
        </p:nvSpPr>
        <p:spPr/>
        <p:txBody>
          <a:bodyPr/>
          <a:lstStyle/>
          <a:p>
            <a:pPr eaLnBrk="1" latinLnBrk="0" hangingPunct="1">
              <a:lnSpc>
                <a:spcPct val="150000"/>
              </a:lnSpc>
              <a:spcBef>
                <a:spcPts val="0"/>
              </a:spcBef>
              <a:buFont typeface="Wingdings" panose="05000000000000000000" charset="0"/>
              <a:buChar char="§"/>
            </a:pPr>
            <a:r>
              <a:rPr lang="zh-CN" altLang="en-US" sz="1800" strike="noStrike" noProof="1"/>
              <a:t>假设某学校所有课程每学期允许多次考试，学生可随时参加考试，系统自动将每次成绩添加到Excel文件（包含3列：姓名，课程，成绩）中，现期末要求统计所有学生每门课程的最高成绩。</a:t>
            </a:r>
            <a:endParaRPr lang="zh-CN" altLang="en-US" sz="1800" strike="noStrike" noProof="1"/>
          </a:p>
          <a:p>
            <a:pPr marL="0" indent="0" fontAlgn="base">
              <a:buFontTx/>
              <a:buNone/>
            </a:pPr>
            <a:endParaRPr lang="zh-CN" altLang="en-US" sz="1800" strike="noStrike" noProof="1"/>
          </a:p>
          <a:p>
            <a:pPr marL="0" indent="0" fontAlgn="base">
              <a:buFontTx/>
              <a:buNone/>
            </a:pPr>
            <a:r>
              <a:rPr lang="zh-CN" altLang="en-US" sz="1600" strike="noStrike" noProof="1">
                <a:hlinkClick r:id="rId1" action="ppaction://hlinkfile"/>
              </a:rPr>
              <a:t>code\Excel2007_MaxGrade.py</a:t>
            </a:r>
            <a:endParaRPr lang="zh-CN" altLang="en-US" sz="1600" strike="noStrike" noProof="1"/>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3" name="内容占位符 2"/>
          <p:cNvSpPr>
            <a:spLocks noGrp="1"/>
          </p:cNvSpPr>
          <p:nvPr>
            <p:ph idx="1"/>
          </p:nvPr>
        </p:nvSpPr>
        <p:spPr/>
        <p:txBody>
          <a:bodyPr/>
          <a:lstStyle/>
          <a:p>
            <a:pPr fontAlgn="base">
              <a:buFont typeface="Wingdings" panose="05000000000000000000" charset="0"/>
              <a:buChar char="§"/>
            </a:pPr>
            <a:r>
              <a:rPr lang="zh-CN" altLang="en-US" sz="1800" b="1" strike="noStrike" noProof="1"/>
              <a:t>例</a:t>
            </a:r>
            <a:r>
              <a:rPr lang="en-US" altLang="zh-CN" sz="1800" b="1" strike="noStrike" noProof="1"/>
              <a:t>7-26</a:t>
            </a:r>
            <a:r>
              <a:rPr lang="en-US" altLang="zh-CN" sz="1800" strike="noStrike" noProof="1"/>
              <a:t>  </a:t>
            </a:r>
            <a:r>
              <a:rPr lang="zh-CN" altLang="en-US" sz="1800" strike="noStrike" noProof="1"/>
              <a:t>查看</a:t>
            </a:r>
            <a:r>
              <a:rPr lang="en-US" altLang="zh-CN" sz="1800" strike="noStrike" noProof="1"/>
              <a:t>zip</a:t>
            </a:r>
            <a:r>
              <a:rPr lang="zh-CN" altLang="en-US" sz="1800" strike="noStrike" noProof="1"/>
              <a:t>和</a:t>
            </a:r>
            <a:r>
              <a:rPr lang="en-US" altLang="zh-CN" sz="1800" strike="noStrike" noProof="1"/>
              <a:t>rar</a:t>
            </a:r>
            <a:r>
              <a:rPr lang="zh-CN" altLang="en-US" sz="1800" strike="noStrike" noProof="1"/>
              <a:t>压缩文件中的文件列表。</a:t>
            </a:r>
            <a:endParaRPr lang="zh-CN" altLang="en-US" sz="1800" strike="noStrike" noProof="1"/>
          </a:p>
          <a:p>
            <a:pPr marL="0" indent="0" fontAlgn="base">
              <a:buFont typeface="Wingdings" panose="05000000000000000000" charset="0"/>
              <a:buNone/>
            </a:pPr>
            <a:endParaRPr lang="zh-CN" altLang="en-US" sz="1350" strike="noStrike" noProof="1"/>
          </a:p>
          <a:p>
            <a:pPr fontAlgn="base">
              <a:buFont typeface="Wingdings" panose="05000000000000000000" charset="0"/>
              <a:buChar char="ü"/>
            </a:pPr>
            <a:r>
              <a:rPr lang="zh-CN" altLang="en-US" sz="1600" strike="noStrike" noProof="1"/>
              <a:t>Python标准库zipfile提供了对zip和apk文件的访问。</a:t>
            </a:r>
            <a:endParaRPr lang="zh-CN" altLang="en-US" sz="1500" strike="noStrike" noProof="1"/>
          </a:p>
          <a:p>
            <a:pPr marL="0" indent="0" fontAlgn="base">
              <a:buFontTx/>
              <a:buNone/>
            </a:pPr>
            <a:r>
              <a:rPr lang="zh-CN" altLang="en-US" sz="1600" strike="noStrike" noProof="1">
                <a:latin typeface="Consolas" panose="020B0609020204030204" pitchFamily="49" charset="0"/>
              </a:rPr>
              <a:t>&gt;&gt;&gt; import zipfile</a:t>
            </a:r>
            <a:endParaRPr lang="zh-CN" altLang="en-US" sz="1600" strike="noStrike" noProof="1">
              <a:latin typeface="Consolas" panose="020B0609020204030204" pitchFamily="49" charset="0"/>
            </a:endParaRPr>
          </a:p>
          <a:p>
            <a:pPr marL="0" indent="0" fontAlgn="base">
              <a:buFontTx/>
              <a:buNone/>
            </a:pPr>
            <a:r>
              <a:rPr lang="zh-CN" altLang="en-US" sz="1600" strike="noStrike" noProof="1">
                <a:latin typeface="Consolas" panose="020B0609020204030204" pitchFamily="49" charset="0"/>
              </a:rPr>
              <a:t>&gt;&gt;&gt; </a:t>
            </a:r>
            <a:r>
              <a:rPr lang="en-US" altLang="zh-CN" sz="1600" strike="noStrike" noProof="1">
                <a:latin typeface="Consolas" panose="020B0609020204030204" pitchFamily="49" charset="0"/>
              </a:rPr>
              <a:t>with</a:t>
            </a:r>
            <a:r>
              <a:rPr lang="zh-CN" altLang="en-US" sz="1600" strike="noStrike" noProof="1">
                <a:latin typeface="Consolas" panose="020B0609020204030204" pitchFamily="49" charset="0"/>
              </a:rPr>
              <a:t> zipfile.ZipFile(r'D:\Jakstab-0.8.3.zip') </a:t>
            </a:r>
            <a:r>
              <a:rPr lang="en-US" altLang="zh-CN" sz="1600" strike="noStrike" noProof="1">
                <a:latin typeface="Consolas" panose="020B0609020204030204" pitchFamily="49" charset="0"/>
              </a:rPr>
              <a:t>as fp:</a:t>
            </a:r>
            <a:endParaRPr lang="zh-CN" altLang="en-US" sz="1600" strike="noStrike" noProof="1">
              <a:latin typeface="Consolas" panose="020B0609020204030204" pitchFamily="49" charset="0"/>
            </a:endParaRPr>
          </a:p>
          <a:p>
            <a:pPr marL="0" indent="0" fontAlgn="base">
              <a:buFontTx/>
              <a:buNone/>
            </a:pPr>
            <a:r>
              <a:rPr lang="zh-CN" altLang="en-US" sz="1600" strike="noStrike" noProof="1">
                <a:latin typeface="Consolas" panose="020B0609020204030204" pitchFamily="49" charset="0"/>
              </a:rPr>
              <a:t>    for f in fp.namelist():</a:t>
            </a:r>
            <a:endParaRPr lang="zh-CN" altLang="en-US" sz="1600" strike="noStrike" noProof="1">
              <a:latin typeface="Consolas" panose="020B0609020204030204" pitchFamily="49" charset="0"/>
            </a:endParaRPr>
          </a:p>
          <a:p>
            <a:pPr marL="0" indent="0" fontAlgn="base">
              <a:buFontTx/>
              <a:buNone/>
            </a:pPr>
            <a:r>
              <a:rPr lang="en-US" sz="1600" strike="noStrike" noProof="1">
                <a:latin typeface="Consolas" panose="020B0609020204030204" pitchFamily="49" charset="0"/>
                <a:sym typeface="+mn-ea"/>
              </a:rPr>
              <a:t>        </a:t>
            </a:r>
            <a:r>
              <a:rPr lang="zh-CN" altLang="en-US" sz="1600" strike="noStrike" noProof="1">
                <a:latin typeface="Consolas" panose="020B0609020204030204" pitchFamily="49" charset="0"/>
              </a:rPr>
              <a:t>print(f)</a:t>
            </a:r>
            <a:endParaRPr lang="zh-CN" altLang="en-US" sz="1350" strike="noStrike" noProof="1">
              <a:latin typeface="Consolas" panose="020B0609020204030204" pitchFamily="49" charset="0"/>
            </a:endParaRPr>
          </a:p>
          <a:p>
            <a:pPr fontAlgn="base">
              <a:buFont typeface="Wingdings" panose="05000000000000000000" charset="0"/>
              <a:buChar char="ü"/>
            </a:pPr>
            <a:r>
              <a:rPr lang="zh-CN" altLang="en-US" sz="1600" strike="noStrike" noProof="1"/>
              <a:t>Python扩展库rarfile提供了对rar文件的访问。</a:t>
            </a:r>
            <a:endParaRPr lang="zh-CN" altLang="en-US" sz="1500" strike="noStrike" noProof="1"/>
          </a:p>
          <a:p>
            <a:pPr marL="0" indent="0" fontAlgn="base">
              <a:buFontTx/>
              <a:buNone/>
            </a:pPr>
            <a:r>
              <a:rPr lang="zh-CN" altLang="en-US" sz="1600" strike="noStrike" noProof="1">
                <a:latin typeface="Consolas" panose="020B0609020204030204" pitchFamily="49" charset="0"/>
              </a:rPr>
              <a:t>&gt;&gt;&gt; import rarfile</a:t>
            </a:r>
            <a:endParaRPr lang="zh-CN" altLang="en-US" sz="1600" strike="noStrike" noProof="1">
              <a:latin typeface="Consolas" panose="020B0609020204030204" pitchFamily="49" charset="0"/>
            </a:endParaRPr>
          </a:p>
          <a:p>
            <a:pPr marL="0" indent="0" fontAlgn="base">
              <a:buFontTx/>
              <a:buNone/>
            </a:pPr>
            <a:r>
              <a:rPr lang="zh-CN" altLang="en-US" sz="1600" strike="noStrike" noProof="1">
                <a:latin typeface="Consolas" panose="020B0609020204030204" pitchFamily="49" charset="0"/>
              </a:rPr>
              <a:t>&gt;&gt;&gt; </a:t>
            </a:r>
            <a:r>
              <a:rPr lang="en-US" altLang="zh-CN" sz="1600" strike="noStrike" noProof="1">
                <a:latin typeface="Consolas" panose="020B0609020204030204" pitchFamily="49" charset="0"/>
              </a:rPr>
              <a:t>with</a:t>
            </a:r>
            <a:r>
              <a:rPr lang="zh-CN" altLang="en-US" sz="1600" strike="noStrike" noProof="1">
                <a:latin typeface="Consolas" panose="020B0609020204030204" pitchFamily="49" charset="0"/>
              </a:rPr>
              <a:t> rarfile.RarFile(r'D:\asp网站.rar') </a:t>
            </a:r>
            <a:r>
              <a:rPr lang="en-US" altLang="zh-CN" sz="1600" strike="noStrike" noProof="1">
                <a:latin typeface="Consolas" panose="020B0609020204030204" pitchFamily="49" charset="0"/>
              </a:rPr>
              <a:t>as r:</a:t>
            </a:r>
            <a:endParaRPr lang="zh-CN" altLang="en-US" sz="1600" strike="noStrike" noProof="1">
              <a:latin typeface="Consolas" panose="020B0609020204030204" pitchFamily="49" charset="0"/>
            </a:endParaRPr>
          </a:p>
          <a:p>
            <a:pPr marL="0" indent="0" fontAlgn="base">
              <a:buFontTx/>
              <a:buNone/>
            </a:pPr>
            <a:r>
              <a:rPr lang="zh-CN" altLang="en-US" sz="1600" strike="noStrike" noProof="1">
                <a:latin typeface="Consolas" panose="020B0609020204030204" pitchFamily="49" charset="0"/>
              </a:rPr>
              <a:t>    for f in r.namelist():</a:t>
            </a:r>
            <a:endParaRPr lang="zh-CN" altLang="en-US" sz="1600" strike="noStrike" noProof="1">
              <a:latin typeface="Consolas" panose="020B0609020204030204" pitchFamily="49" charset="0"/>
            </a:endParaRPr>
          </a:p>
          <a:p>
            <a:pPr marL="0" indent="0" fontAlgn="base">
              <a:buFontTx/>
              <a:buNone/>
            </a:pPr>
            <a:r>
              <a:rPr lang="en-US" sz="1600" strike="noStrike" noProof="1">
                <a:latin typeface="Consolas" panose="020B0609020204030204" pitchFamily="49" charset="0"/>
                <a:sym typeface="+mn-ea"/>
              </a:rPr>
              <a:t>        </a:t>
            </a:r>
            <a:r>
              <a:rPr lang="zh-CN" altLang="en-US" sz="1600" strike="noStrike" noProof="1">
                <a:latin typeface="Consolas" panose="020B0609020204030204" pitchFamily="49" charset="0"/>
              </a:rPr>
              <a:t>print(f)</a:t>
            </a:r>
            <a:endParaRPr lang="zh-CN" altLang="en-US" sz="1600" strike="noStrike" noProof="1">
              <a:latin typeface="Consolas" panose="020B0609020204030204" pitchFamily="49"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标题 1"/>
          <p:cNvSpPr>
            <a:spLocks noGrp="1"/>
          </p:cNvSpPr>
          <p:nvPr>
            <p:ph type="title"/>
          </p:nvPr>
        </p:nvSpPr>
        <p:spPr>
          <a:xfrm>
            <a:off x="-1270" y="4287"/>
            <a:ext cx="9140825" cy="924563"/>
          </a:xfrm>
        </p:spPr>
        <p:txBody>
          <a:bodyPr/>
          <a:lstStyle/>
          <a:p>
            <a:pPr fontAlgn="base"/>
            <a:r>
              <a:rPr lang="zh-CN" altLang="en-US" strike="noStrike" noProof="1"/>
              <a:t>7.6  案例精选</a:t>
            </a:r>
            <a:endParaRPr lang="zh-CN" altLang="en-US" strike="noStrike" noProof="1"/>
          </a:p>
        </p:txBody>
      </p:sp>
      <p:sp>
        <p:nvSpPr>
          <p:cNvPr id="3" name="内容占位符 2"/>
          <p:cNvSpPr>
            <a:spLocks noGrp="1"/>
          </p:cNvSpPr>
          <p:nvPr>
            <p:ph idx="1"/>
          </p:nvPr>
        </p:nvSpPr>
        <p:spPr/>
        <p:txBody>
          <a:bodyPr/>
          <a:lstStyle/>
          <a:p>
            <a:pPr fontAlgn="base">
              <a:buFont typeface="Wingdings" panose="05000000000000000000" charset="0"/>
              <a:buChar char="§"/>
            </a:pPr>
            <a:r>
              <a:rPr lang="zh-CN" altLang="en-US" sz="1800" b="1" strike="noStrike" noProof="1"/>
              <a:t>例</a:t>
            </a:r>
            <a:r>
              <a:rPr lang="en-US" altLang="zh-CN" sz="1800" b="1" strike="noStrike" noProof="1"/>
              <a:t>7-27</a:t>
            </a:r>
            <a:r>
              <a:rPr lang="en-US" altLang="zh-CN" sz="1800" strike="noStrike" noProof="1"/>
              <a:t>  </a:t>
            </a:r>
            <a:r>
              <a:rPr lang="zh-CN" altLang="en-US" sz="1800" strike="noStrike" noProof="1"/>
              <a:t>小学口算题库生成器。</a:t>
            </a:r>
            <a:endParaRPr lang="zh-CN" altLang="en-US" sz="1800" strike="noStrike" noProof="1"/>
          </a:p>
          <a:p>
            <a:pPr fontAlgn="base">
              <a:spcBef>
                <a:spcPts val="1200"/>
              </a:spcBef>
              <a:spcAft>
                <a:spcPts val="600"/>
              </a:spcAft>
              <a:buFont typeface="Wingdings" panose="05000000000000000000" charset="0"/>
              <a:buChar char="ü"/>
            </a:pPr>
            <a:r>
              <a:rPr lang="en-US" altLang="zh-CN" sz="1500" strike="noStrike" noProof="1"/>
              <a:t>Python</a:t>
            </a:r>
            <a:r>
              <a:rPr lang="zh-CN" altLang="en-US" sz="1500" strike="noStrike" noProof="1"/>
              <a:t>扩展库</a:t>
            </a:r>
            <a:r>
              <a:rPr lang="en-US" altLang="zh-CN" sz="1500" strike="noStrike" noProof="1"/>
              <a:t>python-</a:t>
            </a:r>
            <a:r>
              <a:rPr lang="en-US" altLang="zh-CN" sz="1500" strike="noStrike" noProof="1"/>
              <a:t>docx</a:t>
            </a:r>
            <a:r>
              <a:rPr lang="zh-CN" altLang="en-US" sz="1500" strike="noStrike" noProof="1"/>
              <a:t>可以读写</a:t>
            </a:r>
            <a:r>
              <a:rPr lang="en-US" altLang="zh-CN" sz="1500" strike="noStrike" noProof="1"/>
              <a:t>docx</a:t>
            </a:r>
            <a:r>
              <a:rPr lang="zh-CN" altLang="en-US" sz="1500" strike="noStrike" noProof="1"/>
              <a:t>文档</a:t>
            </a:r>
            <a:endParaRPr lang="zh-CN" altLang="en-US" sz="1500" strike="noStrike" noProof="1"/>
          </a:p>
          <a:p>
            <a:pPr fontAlgn="base">
              <a:spcBef>
                <a:spcPts val="1200"/>
              </a:spcBef>
              <a:spcAft>
                <a:spcPts val="600"/>
              </a:spcAft>
              <a:buFont typeface="Wingdings" panose="05000000000000000000" charset="0"/>
              <a:buChar char="ü"/>
            </a:pPr>
            <a:r>
              <a:rPr lang="en-US" altLang="zh-CN" sz="1500" strike="noStrike" noProof="1"/>
              <a:t>Python</a:t>
            </a:r>
            <a:r>
              <a:rPr lang="zh-CN" altLang="en-US" sz="1500" strike="noStrike" noProof="1"/>
              <a:t>标准库</a:t>
            </a:r>
            <a:r>
              <a:rPr lang="en-US" altLang="zh-CN" sz="1500" strike="noStrike" noProof="1"/>
              <a:t>tkinter</a:t>
            </a:r>
            <a:r>
              <a:rPr lang="zh-CN" altLang="en-US" sz="1500" strike="noStrike" noProof="1"/>
              <a:t>用于</a:t>
            </a:r>
            <a:r>
              <a:rPr lang="en-US" altLang="zh-CN" sz="1500" strike="noStrike" noProof="1"/>
              <a:t>GUI</a:t>
            </a:r>
            <a:r>
              <a:rPr lang="zh-CN" altLang="en-US" sz="1500" strike="noStrike" noProof="1"/>
              <a:t>开发</a:t>
            </a:r>
            <a:endParaRPr lang="zh-CN" altLang="en-US" sz="1500" strike="noStrike" noProof="1"/>
          </a:p>
          <a:p>
            <a:pPr marL="0" indent="0" fontAlgn="base">
              <a:buFont typeface="Wingdings" panose="05000000000000000000" charset="0"/>
              <a:buNone/>
            </a:pPr>
            <a:endParaRPr lang="zh-CN" altLang="en-US" sz="1500" strike="noStrike" noProof="1"/>
          </a:p>
          <a:p>
            <a:pPr marL="0" indent="0" fontAlgn="base">
              <a:buFont typeface="Wingdings" panose="05000000000000000000" charset="0"/>
              <a:buNone/>
            </a:pPr>
            <a:r>
              <a:rPr lang="zh-CN" altLang="en-US" sz="1600" strike="noStrike" noProof="1">
                <a:hlinkClick r:id="rId1" action="ppaction://hlinkfile"/>
              </a:rPr>
              <a:t>code\kousuan.pyw</a:t>
            </a:r>
            <a:endParaRPr lang="zh-CN" altLang="en-US" sz="1600" strike="noStrike" noProof="1"/>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sym typeface="+mn-ea"/>
              </a:rPr>
              <a:t>7.6  案例精选</a:t>
            </a:r>
            <a:endParaRPr lang="en-US"/>
          </a:p>
        </p:txBody>
      </p:sp>
      <p:sp>
        <p:nvSpPr>
          <p:cNvPr id="3" name="Content Placeholder 2"/>
          <p:cNvSpPr>
            <a:spLocks noGrp="1"/>
          </p:cNvSpPr>
          <p:nvPr>
            <p:ph idx="1"/>
          </p:nvPr>
        </p:nvSpPr>
        <p:spPr/>
        <p:txBody>
          <a:bodyPr/>
          <a:p>
            <a:pPr marL="23495" indent="233680" eaLnBrk="1" latinLnBrk="0" hangingPunct="1">
              <a:lnSpc>
                <a:spcPct val="150000"/>
              </a:lnSpc>
              <a:spcBef>
                <a:spcPts val="0"/>
              </a:spcBef>
            </a:pPr>
            <a:r>
              <a:rPr lang="en-US" sz="1800" b="1"/>
              <a:t>例7-28</a:t>
            </a:r>
            <a:r>
              <a:rPr lang="en-US" sz="1800"/>
              <a:t>  编写程序，统计指定文件夹中所有PPTX格式的PowerPoint文件中幻灯片数量。</a:t>
            </a:r>
            <a:endParaRPr lang="en-US" sz="1800"/>
          </a:p>
          <a:p>
            <a:pPr marL="0" indent="0" eaLnBrk="1" latinLnBrk="0" hangingPunct="1">
              <a:lnSpc>
                <a:spcPct val="150000"/>
              </a:lnSpc>
              <a:spcBef>
                <a:spcPts val="0"/>
              </a:spcBef>
              <a:buNone/>
            </a:pPr>
            <a:endParaRPr lang="en-US" sz="18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sym typeface="+mn-ea"/>
              </a:rPr>
              <a:t>7.6  案例精选</a:t>
            </a:r>
            <a:endParaRPr lang="en-US"/>
          </a:p>
        </p:txBody>
      </p:sp>
      <p:sp>
        <p:nvSpPr>
          <p:cNvPr id="3" name="Content Placeholder 2"/>
          <p:cNvSpPr>
            <a:spLocks noGrp="1"/>
          </p:cNvSpPr>
          <p:nvPr>
            <p:ph idx="1"/>
          </p:nvPr>
        </p:nvSpPr>
        <p:spPr/>
        <p:txBody>
          <a:bodyPr/>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import os</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import os.path</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import pptx</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total = 0</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def pptCount(path):</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    global total</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    for subPath in os.listdir(path):</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        subPath = os.path.join(path, subPath)</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        if os.path.isdir(subPath):</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            pptCount(subPath)</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        elif subPath.endswith('.pptx'):</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            print(subPath)</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            presentation = pptx.Presentation(subPath)</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            total += len(presentation.slides)</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pptCount('F:\\教学课件\\Python程序设计（第三版）')</a:t>
            </a:r>
            <a:endParaRPr lang="en-US" sz="14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400">
                <a:latin typeface="Consolas" panose="020B0609020204030204" pitchFamily="49" charset="0"/>
                <a:cs typeface="Consolas" panose="020B0609020204030204" pitchFamily="49" charset="0"/>
                <a:sym typeface="+mn-ea"/>
              </a:rPr>
              <a:t>print(total)</a:t>
            </a:r>
            <a:endParaRPr lang="en-US" sz="1400">
              <a:latin typeface="Consolas" panose="020B0609020204030204" pitchFamily="49" charset="0"/>
              <a:cs typeface="Consolas" panose="020B0609020204030204" pitchFamily="49"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sym typeface="+mn-ea"/>
              </a:rPr>
              <a:t>7.6  案例精选</a:t>
            </a:r>
            <a:endParaRPr lang="en-US"/>
          </a:p>
        </p:txBody>
      </p:sp>
      <p:sp>
        <p:nvSpPr>
          <p:cNvPr id="3" name="Content Placeholder 2"/>
          <p:cNvSpPr>
            <a:spLocks noGrp="1"/>
          </p:cNvSpPr>
          <p:nvPr>
            <p:ph idx="1"/>
          </p:nvPr>
        </p:nvSpPr>
        <p:spPr/>
        <p:txBody>
          <a:bodyPr/>
          <a:p>
            <a:pPr eaLnBrk="1" latinLnBrk="0" hangingPunct="1">
              <a:lnSpc>
                <a:spcPct val="150000"/>
              </a:lnSpc>
              <a:spcBef>
                <a:spcPts val="0"/>
              </a:spcBef>
            </a:pPr>
            <a:r>
              <a:rPr lang="en-US" sz="1800" b="1"/>
              <a:t>例7-29</a:t>
            </a:r>
            <a:r>
              <a:rPr lang="en-US" sz="1800"/>
              <a:t>  编写程序，检测U盘插入并自动复制全部文件。代码中使用到了扩展库psutil，运行代码前需要先使用pip安装这个扩展库。</a:t>
            </a:r>
            <a:endParaRPr lang="en-US" sz="180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sym typeface="+mn-ea"/>
              </a:rPr>
              <a:t>7.6  案例精选</a:t>
            </a:r>
            <a:endParaRPr lang="en-US"/>
          </a:p>
        </p:txBody>
      </p:sp>
      <p:sp>
        <p:nvSpPr>
          <p:cNvPr id="3" name="Content Placeholder 2"/>
          <p:cNvSpPr>
            <a:spLocks noGrp="1"/>
          </p:cNvSpPr>
          <p:nvPr>
            <p:ph idx="1"/>
          </p:nvPr>
        </p:nvSpPr>
        <p:spPr/>
        <p:txBody>
          <a:bodyPr/>
          <a:p>
            <a:pPr marL="0" indent="0" eaLnBrk="1" latinLnBrk="0" hangingPunct="1">
              <a:spcBef>
                <a:spcPts val="0"/>
              </a:spcBef>
              <a:buNone/>
            </a:pPr>
            <a:r>
              <a:rPr lang="en-US" sz="1200">
                <a:latin typeface="Consolas" panose="020B0609020204030204" pitchFamily="49" charset="0"/>
                <a:cs typeface="Consolas" panose="020B0609020204030204" pitchFamily="49" charset="0"/>
              </a:rPr>
              <a:t>from shutil import copytree</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from time import sleep</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from psutil import disk_partitions</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while True:</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    sleep(3)</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    #检查所有驱动器</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    for item in disk_partitions():</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        #发现可移动驱动器</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        if 'removable' in item.opts:</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            driver = item.device</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            #输出可移动驱动器符号</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            print('Found USB disk:', driver)</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            break</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    else:</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        continue</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    break</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#复制根目录</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copytree(driver, r'D:\usbdriver')</a:t>
            </a:r>
            <a:endParaRPr lang="en-US" sz="1200">
              <a:latin typeface="Consolas" panose="020B0609020204030204" pitchFamily="49" charset="0"/>
              <a:cs typeface="Consolas" panose="020B0609020204030204" pitchFamily="49" charset="0"/>
            </a:endParaRPr>
          </a:p>
          <a:p>
            <a:pPr marL="0" indent="0" eaLnBrk="1" latinLnBrk="0" hangingPunct="1">
              <a:spcBef>
                <a:spcPts val="0"/>
              </a:spcBef>
              <a:buNone/>
            </a:pPr>
            <a:r>
              <a:rPr lang="en-US" sz="1200">
                <a:latin typeface="Consolas" panose="020B0609020204030204" pitchFamily="49" charset="0"/>
                <a:cs typeface="Consolas" panose="020B0609020204030204" pitchFamily="49" charset="0"/>
              </a:rPr>
              <a:t>print('all files copied.')</a:t>
            </a:r>
            <a:endParaRPr lang="en-US" sz="1200">
              <a:latin typeface="Consolas" panose="020B0609020204030204" pitchFamily="49" charset="0"/>
              <a:cs typeface="Consolas" panose="020B0609020204030204" pitchFamily="49" charset="0"/>
            </a:endParaRPr>
          </a:p>
        </p:txBody>
      </p:sp>
    </p:spTree>
  </p:cSld>
  <p:clrMapOvr>
    <a:masterClrMapping/>
  </p:clrMapOvr>
</p:sld>
</file>

<file path=ppt/tags/tag1.xml><?xml version="1.0" encoding="utf-8"?>
<p:tagLst xmlns:p="http://schemas.openxmlformats.org/presentationml/2006/main">
  <p:tag name="KSO_WPP_MARK_KEY" val="cbca169b-f697-4a2e-97ec-704594592b10"/>
  <p:tag name="COMMONDATA" val="eyJoZGlkIjoiNjQ4ODIzODhlZmQ0NTI0ZDU0ZTg3OTllNjVkMTBiMTg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_2">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2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2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_3">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3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3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3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3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3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3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3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3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3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3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3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3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默认设计模板_4">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4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4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默认设计模板_5">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5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5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Beam">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Beam 1">
        <a:dk1>
          <a:srgbClr val="1A006C"/>
        </a:dk1>
        <a:lt1>
          <a:srgbClr val="FFFFFF"/>
        </a:lt1>
        <a:dk2>
          <a:srgbClr val="000066"/>
        </a:dk2>
        <a:lt2>
          <a:srgbClr val="CCCCFF"/>
        </a:lt2>
        <a:accent1>
          <a:srgbClr val="0099CC"/>
        </a:accent1>
        <a:accent2>
          <a:srgbClr val="6600CC"/>
        </a:accent2>
        <a:accent3>
          <a:srgbClr val="AAAAB8"/>
        </a:accent3>
        <a:accent4>
          <a:srgbClr val="DADADA"/>
        </a:accent4>
        <a:accent5>
          <a:srgbClr val="AACAE2"/>
        </a:accent5>
        <a:accent6>
          <a:srgbClr val="5C00B9"/>
        </a:accent6>
        <a:hlink>
          <a:srgbClr val="9999FF"/>
        </a:hlink>
        <a:folHlink>
          <a:srgbClr val="33CCCC"/>
        </a:folHlink>
      </a:clrScheme>
      <a:clrMap bg1="dk2" tx1="lt1" bg2="dk1" tx2="lt2" accent1="accent1" accent2="accent2" accent3="accent3" accent4="accent4" accent5="accent5" accent6="accent6" hlink="hlink" folHlink="folHlink"/>
    </a:extraClrScheme>
    <a:extraClrScheme>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clrMap bg1="dk2" tx1="lt1" bg2="dk1" tx2="lt2" accent1="accent1" accent2="accent2" accent3="accent3" accent4="accent4" accent5="accent5" accent6="accent6" hlink="hlink" folHlink="folHlink"/>
    </a:extraClrScheme>
    <a:extraClrScheme>
      <a:clrScheme name="Beam 3">
        <a:dk1>
          <a:srgbClr val="3F4873"/>
        </a:dk1>
        <a:lt1>
          <a:srgbClr val="FFFFFF"/>
        </a:lt1>
        <a:dk2>
          <a:srgbClr val="4F598D"/>
        </a:dk2>
        <a:lt2>
          <a:srgbClr val="CCECFF"/>
        </a:lt2>
        <a:accent1>
          <a:srgbClr val="0099CC"/>
        </a:accent1>
        <a:accent2>
          <a:srgbClr val="4C8470"/>
        </a:accent2>
        <a:accent3>
          <a:srgbClr val="B2B5C5"/>
        </a:accent3>
        <a:accent4>
          <a:srgbClr val="DADADA"/>
        </a:accent4>
        <a:accent5>
          <a:srgbClr val="AACAE2"/>
        </a:accent5>
        <a:accent6>
          <a:srgbClr val="447765"/>
        </a:accent6>
        <a:hlink>
          <a:srgbClr val="99CC00"/>
        </a:hlink>
        <a:folHlink>
          <a:srgbClr val="96A4C8"/>
        </a:folHlink>
      </a:clrScheme>
      <a:clrMap bg1="dk2" tx1="lt1" bg2="dk1" tx2="lt2" accent1="accent1" accent2="accent2" accent3="accent3" accent4="accent4" accent5="accent5" accent6="accent6" hlink="hlink" folHlink="folHlink"/>
    </a:extraClrScheme>
    <a:extraClrScheme>
      <a:clrScheme name="Beam 4">
        <a:dk1>
          <a:srgbClr val="006E6B"/>
        </a:dk1>
        <a:lt1>
          <a:srgbClr val="FFFFFF"/>
        </a:lt1>
        <a:dk2>
          <a:srgbClr val="008080"/>
        </a:dk2>
        <a:lt2>
          <a:srgbClr val="E2EFCD"/>
        </a:lt2>
        <a:accent1>
          <a:srgbClr val="33CCCC"/>
        </a:accent1>
        <a:accent2>
          <a:srgbClr val="6352B8"/>
        </a:accent2>
        <a:accent3>
          <a:srgbClr val="AAC0C0"/>
        </a:accent3>
        <a:accent4>
          <a:srgbClr val="DADADA"/>
        </a:accent4>
        <a:accent5>
          <a:srgbClr val="ADE2E2"/>
        </a:accent5>
        <a:accent6>
          <a:srgbClr val="5949A6"/>
        </a:accent6>
        <a:hlink>
          <a:srgbClr val="CCFFFF"/>
        </a:hlink>
        <a:folHlink>
          <a:srgbClr val="99CCFF"/>
        </a:folHlink>
      </a:clrScheme>
      <a:clrMap bg1="dk2" tx1="lt1" bg2="dk1" tx2="lt2" accent1="accent1" accent2="accent2" accent3="accent3" accent4="accent4" accent5="accent5" accent6="accent6" hlink="hlink" folHlink="folHlink"/>
    </a:extraClrScheme>
    <a:extraClrScheme>
      <a:clrScheme name="Beam 5">
        <a:dk1>
          <a:srgbClr val="48562C"/>
        </a:dk1>
        <a:lt1>
          <a:srgbClr val="FFFFFF"/>
        </a:lt1>
        <a:dk2>
          <a:srgbClr val="546434"/>
        </a:dk2>
        <a:lt2>
          <a:srgbClr val="FFFFCC"/>
        </a:lt2>
        <a:accent1>
          <a:srgbClr val="7B8A6E"/>
        </a:accent1>
        <a:accent2>
          <a:srgbClr val="527C3A"/>
        </a:accent2>
        <a:accent3>
          <a:srgbClr val="B3B8AE"/>
        </a:accent3>
        <a:accent4>
          <a:srgbClr val="DADADA"/>
        </a:accent4>
        <a:accent5>
          <a:srgbClr val="BFC4BA"/>
        </a:accent5>
        <a:accent6>
          <a:srgbClr val="497034"/>
        </a:accent6>
        <a:hlink>
          <a:srgbClr val="55B55E"/>
        </a:hlink>
        <a:folHlink>
          <a:srgbClr val="85B3B1"/>
        </a:folHlink>
      </a:clrScheme>
      <a:clrMap bg1="dk2" tx1="lt1" bg2="dk1" tx2="lt2" accent1="accent1" accent2="accent2" accent3="accent3" accent4="accent4" accent5="accent5" accent6="accent6" hlink="hlink" folHlink="folHlink"/>
    </a:extraClrScheme>
    <a:extraClrScheme>
      <a:clrScheme name="Beam 6">
        <a:dk1>
          <a:srgbClr val="96B29E"/>
        </a:dk1>
        <a:lt1>
          <a:srgbClr val="FFFFFF"/>
        </a:lt1>
        <a:dk2>
          <a:srgbClr val="A5BDAC"/>
        </a:dk2>
        <a:lt2>
          <a:srgbClr val="FFFFCC"/>
        </a:lt2>
        <a:accent1>
          <a:srgbClr val="4E8880"/>
        </a:accent1>
        <a:accent2>
          <a:srgbClr val="2F71B9"/>
        </a:accent2>
        <a:accent3>
          <a:srgbClr val="CFDBD2"/>
        </a:accent3>
        <a:accent4>
          <a:srgbClr val="DADADA"/>
        </a:accent4>
        <a:accent5>
          <a:srgbClr val="B2C3C0"/>
        </a:accent5>
        <a:accent6>
          <a:srgbClr val="2A66A7"/>
        </a:accent6>
        <a:hlink>
          <a:srgbClr val="9DC0E7"/>
        </a:hlink>
        <a:folHlink>
          <a:srgbClr val="54CA89"/>
        </a:folHlink>
      </a:clrScheme>
      <a:clrMap bg1="dk2" tx1="lt1" bg2="dk1" tx2="lt2" accent1="accent1" accent2="accent2" accent3="accent3" accent4="accent4" accent5="accent5" accent6="accent6" hlink="hlink" folHlink="folHlink"/>
    </a:extraClrScheme>
    <a:extraClrScheme>
      <a:clrScheme name="Beam 7">
        <a:dk1>
          <a:srgbClr val="D49C00"/>
        </a:dk1>
        <a:lt1>
          <a:srgbClr val="FFFFFF"/>
        </a:lt1>
        <a:dk2>
          <a:srgbClr val="CC9900"/>
        </a:dk2>
        <a:lt2>
          <a:srgbClr val="CEBD40"/>
        </a:lt2>
        <a:accent1>
          <a:srgbClr val="CC6600"/>
        </a:accent1>
        <a:accent2>
          <a:srgbClr val="808000"/>
        </a:accent2>
        <a:accent3>
          <a:srgbClr val="E2CAAA"/>
        </a:accent3>
        <a:accent4>
          <a:srgbClr val="DADADA"/>
        </a:accent4>
        <a:accent5>
          <a:srgbClr val="E2B8AA"/>
        </a:accent5>
        <a:accent6>
          <a:srgbClr val="737300"/>
        </a:accent6>
        <a:hlink>
          <a:srgbClr val="FF9900"/>
        </a:hlink>
        <a:folHlink>
          <a:srgbClr val="FFFF99"/>
        </a:folHlink>
      </a:clrScheme>
      <a:clrMap bg1="dk2" tx1="lt1" bg2="dk1" tx2="lt2" accent1="accent1" accent2="accent2" accent3="accent3" accent4="accent4" accent5="accent5" accent6="accent6" hlink="hlink" folHlink="folHlink"/>
    </a:extraClrScheme>
    <a:extraClrScheme>
      <a:clrScheme name="Beam 8">
        <a:dk1>
          <a:srgbClr val="881700"/>
        </a:dk1>
        <a:lt1>
          <a:srgbClr val="FAF9E6"/>
        </a:lt1>
        <a:dk2>
          <a:srgbClr val="990000"/>
        </a:dk2>
        <a:lt2>
          <a:srgbClr val="EADC78"/>
        </a:lt2>
        <a:accent1>
          <a:srgbClr val="FF6600"/>
        </a:accent1>
        <a:accent2>
          <a:srgbClr val="B86D52"/>
        </a:accent2>
        <a:accent3>
          <a:srgbClr val="CAAAAA"/>
        </a:accent3>
        <a:accent4>
          <a:srgbClr val="D6D5C4"/>
        </a:accent4>
        <a:accent5>
          <a:srgbClr val="FFB8AA"/>
        </a:accent5>
        <a:accent6>
          <a:srgbClr val="A66249"/>
        </a:accent6>
        <a:hlink>
          <a:srgbClr val="D78D15"/>
        </a:hlink>
        <a:folHlink>
          <a:srgbClr val="C6B37E"/>
        </a:folHlink>
      </a:clrScheme>
      <a:clrMap bg1="dk2" tx1="lt1" bg2="dk1" tx2="lt2" accent1="accent1" accent2="accent2" accent3="accent3" accent4="accent4" accent5="accent5" accent6="accent6" hlink="hlink" folHlink="folHlink"/>
    </a:extraClrScheme>
    <a:extraClrScheme>
      <a:clrScheme name="Beam 9">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5CC98"/>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默认设计模板_6">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6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6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6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6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6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6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6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6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6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6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6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6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默认设计模板_7">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7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7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7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7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7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7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7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7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7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7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7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7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Beam_2">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Beam_2 1">
        <a:dk1>
          <a:srgbClr val="1A006C"/>
        </a:dk1>
        <a:lt1>
          <a:srgbClr val="FFFFFF"/>
        </a:lt1>
        <a:dk2>
          <a:srgbClr val="000066"/>
        </a:dk2>
        <a:lt2>
          <a:srgbClr val="CCCCFF"/>
        </a:lt2>
        <a:accent1>
          <a:srgbClr val="0099CC"/>
        </a:accent1>
        <a:accent2>
          <a:srgbClr val="6600CC"/>
        </a:accent2>
        <a:accent3>
          <a:srgbClr val="AAAAB8"/>
        </a:accent3>
        <a:accent4>
          <a:srgbClr val="DADADA"/>
        </a:accent4>
        <a:accent5>
          <a:srgbClr val="AACAE2"/>
        </a:accent5>
        <a:accent6>
          <a:srgbClr val="5C00B9"/>
        </a:accent6>
        <a:hlink>
          <a:srgbClr val="9999FF"/>
        </a:hlink>
        <a:folHlink>
          <a:srgbClr val="33CCCC"/>
        </a:folHlink>
      </a:clrScheme>
      <a:clrMap bg1="dk2" tx1="lt1" bg2="dk1" tx2="lt2" accent1="accent1" accent2="accent2" accent3="accent3" accent4="accent4" accent5="accent5" accent6="accent6" hlink="hlink" folHlink="folHlink"/>
    </a:extraClrScheme>
    <a:extraClrScheme>
      <a:clrScheme name="Beam_2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clrMap bg1="dk2" tx1="lt1" bg2="dk1" tx2="lt2" accent1="accent1" accent2="accent2" accent3="accent3" accent4="accent4" accent5="accent5" accent6="accent6" hlink="hlink" folHlink="folHlink"/>
    </a:extraClrScheme>
    <a:extraClrScheme>
      <a:clrScheme name="Beam_2 3">
        <a:dk1>
          <a:srgbClr val="3F4873"/>
        </a:dk1>
        <a:lt1>
          <a:srgbClr val="FFFFFF"/>
        </a:lt1>
        <a:dk2>
          <a:srgbClr val="4F598D"/>
        </a:dk2>
        <a:lt2>
          <a:srgbClr val="CCECFF"/>
        </a:lt2>
        <a:accent1>
          <a:srgbClr val="0099CC"/>
        </a:accent1>
        <a:accent2>
          <a:srgbClr val="4C8470"/>
        </a:accent2>
        <a:accent3>
          <a:srgbClr val="B2B5C5"/>
        </a:accent3>
        <a:accent4>
          <a:srgbClr val="DADADA"/>
        </a:accent4>
        <a:accent5>
          <a:srgbClr val="AACAE2"/>
        </a:accent5>
        <a:accent6>
          <a:srgbClr val="447765"/>
        </a:accent6>
        <a:hlink>
          <a:srgbClr val="99CC00"/>
        </a:hlink>
        <a:folHlink>
          <a:srgbClr val="96A4C8"/>
        </a:folHlink>
      </a:clrScheme>
      <a:clrMap bg1="dk2" tx1="lt1" bg2="dk1" tx2="lt2" accent1="accent1" accent2="accent2" accent3="accent3" accent4="accent4" accent5="accent5" accent6="accent6" hlink="hlink" folHlink="folHlink"/>
    </a:extraClrScheme>
    <a:extraClrScheme>
      <a:clrScheme name="Beam_2 4">
        <a:dk1>
          <a:srgbClr val="006E6B"/>
        </a:dk1>
        <a:lt1>
          <a:srgbClr val="FFFFFF"/>
        </a:lt1>
        <a:dk2>
          <a:srgbClr val="008080"/>
        </a:dk2>
        <a:lt2>
          <a:srgbClr val="E2EFCD"/>
        </a:lt2>
        <a:accent1>
          <a:srgbClr val="33CCCC"/>
        </a:accent1>
        <a:accent2>
          <a:srgbClr val="6352B8"/>
        </a:accent2>
        <a:accent3>
          <a:srgbClr val="AAC0C0"/>
        </a:accent3>
        <a:accent4>
          <a:srgbClr val="DADADA"/>
        </a:accent4>
        <a:accent5>
          <a:srgbClr val="ADE2E2"/>
        </a:accent5>
        <a:accent6>
          <a:srgbClr val="5949A6"/>
        </a:accent6>
        <a:hlink>
          <a:srgbClr val="CCFFFF"/>
        </a:hlink>
        <a:folHlink>
          <a:srgbClr val="99CCFF"/>
        </a:folHlink>
      </a:clrScheme>
      <a:clrMap bg1="dk2" tx1="lt1" bg2="dk1" tx2="lt2" accent1="accent1" accent2="accent2" accent3="accent3" accent4="accent4" accent5="accent5" accent6="accent6" hlink="hlink" folHlink="folHlink"/>
    </a:extraClrScheme>
    <a:extraClrScheme>
      <a:clrScheme name="Beam_2 5">
        <a:dk1>
          <a:srgbClr val="48562C"/>
        </a:dk1>
        <a:lt1>
          <a:srgbClr val="FFFFFF"/>
        </a:lt1>
        <a:dk2>
          <a:srgbClr val="546434"/>
        </a:dk2>
        <a:lt2>
          <a:srgbClr val="FFFFCC"/>
        </a:lt2>
        <a:accent1>
          <a:srgbClr val="7B8A6E"/>
        </a:accent1>
        <a:accent2>
          <a:srgbClr val="527C3A"/>
        </a:accent2>
        <a:accent3>
          <a:srgbClr val="B3B8AE"/>
        </a:accent3>
        <a:accent4>
          <a:srgbClr val="DADADA"/>
        </a:accent4>
        <a:accent5>
          <a:srgbClr val="BFC4BA"/>
        </a:accent5>
        <a:accent6>
          <a:srgbClr val="497034"/>
        </a:accent6>
        <a:hlink>
          <a:srgbClr val="55B55E"/>
        </a:hlink>
        <a:folHlink>
          <a:srgbClr val="85B3B1"/>
        </a:folHlink>
      </a:clrScheme>
      <a:clrMap bg1="dk2" tx1="lt1" bg2="dk1" tx2="lt2" accent1="accent1" accent2="accent2" accent3="accent3" accent4="accent4" accent5="accent5" accent6="accent6" hlink="hlink" folHlink="folHlink"/>
    </a:extraClrScheme>
    <a:extraClrScheme>
      <a:clrScheme name="Beam_2 6">
        <a:dk1>
          <a:srgbClr val="96B29E"/>
        </a:dk1>
        <a:lt1>
          <a:srgbClr val="FFFFFF"/>
        </a:lt1>
        <a:dk2>
          <a:srgbClr val="A5BDAC"/>
        </a:dk2>
        <a:lt2>
          <a:srgbClr val="FFFFCC"/>
        </a:lt2>
        <a:accent1>
          <a:srgbClr val="4E8880"/>
        </a:accent1>
        <a:accent2>
          <a:srgbClr val="2F71B9"/>
        </a:accent2>
        <a:accent3>
          <a:srgbClr val="CFDBD2"/>
        </a:accent3>
        <a:accent4>
          <a:srgbClr val="DADADA"/>
        </a:accent4>
        <a:accent5>
          <a:srgbClr val="B2C3C0"/>
        </a:accent5>
        <a:accent6>
          <a:srgbClr val="2A66A7"/>
        </a:accent6>
        <a:hlink>
          <a:srgbClr val="9DC0E7"/>
        </a:hlink>
        <a:folHlink>
          <a:srgbClr val="54CA89"/>
        </a:folHlink>
      </a:clrScheme>
      <a:clrMap bg1="dk2" tx1="lt1" bg2="dk1" tx2="lt2" accent1="accent1" accent2="accent2" accent3="accent3" accent4="accent4" accent5="accent5" accent6="accent6" hlink="hlink" folHlink="folHlink"/>
    </a:extraClrScheme>
    <a:extraClrScheme>
      <a:clrScheme name="Beam_2 7">
        <a:dk1>
          <a:srgbClr val="D49C00"/>
        </a:dk1>
        <a:lt1>
          <a:srgbClr val="FFFFFF"/>
        </a:lt1>
        <a:dk2>
          <a:srgbClr val="CC9900"/>
        </a:dk2>
        <a:lt2>
          <a:srgbClr val="CEBD40"/>
        </a:lt2>
        <a:accent1>
          <a:srgbClr val="CC6600"/>
        </a:accent1>
        <a:accent2>
          <a:srgbClr val="808000"/>
        </a:accent2>
        <a:accent3>
          <a:srgbClr val="E2CAAA"/>
        </a:accent3>
        <a:accent4>
          <a:srgbClr val="DADADA"/>
        </a:accent4>
        <a:accent5>
          <a:srgbClr val="E2B8AA"/>
        </a:accent5>
        <a:accent6>
          <a:srgbClr val="737300"/>
        </a:accent6>
        <a:hlink>
          <a:srgbClr val="FF9900"/>
        </a:hlink>
        <a:folHlink>
          <a:srgbClr val="FFFF99"/>
        </a:folHlink>
      </a:clrScheme>
      <a:clrMap bg1="dk2" tx1="lt1" bg2="dk1" tx2="lt2" accent1="accent1" accent2="accent2" accent3="accent3" accent4="accent4" accent5="accent5" accent6="accent6" hlink="hlink" folHlink="folHlink"/>
    </a:extraClrScheme>
    <a:extraClrScheme>
      <a:clrScheme name="Beam_2 8">
        <a:dk1>
          <a:srgbClr val="881700"/>
        </a:dk1>
        <a:lt1>
          <a:srgbClr val="FAF9E6"/>
        </a:lt1>
        <a:dk2>
          <a:srgbClr val="990000"/>
        </a:dk2>
        <a:lt2>
          <a:srgbClr val="EADC78"/>
        </a:lt2>
        <a:accent1>
          <a:srgbClr val="FF6600"/>
        </a:accent1>
        <a:accent2>
          <a:srgbClr val="B86D52"/>
        </a:accent2>
        <a:accent3>
          <a:srgbClr val="CAAAAA"/>
        </a:accent3>
        <a:accent4>
          <a:srgbClr val="D6D5C4"/>
        </a:accent4>
        <a:accent5>
          <a:srgbClr val="FFB8AA"/>
        </a:accent5>
        <a:accent6>
          <a:srgbClr val="A66249"/>
        </a:accent6>
        <a:hlink>
          <a:srgbClr val="D78D15"/>
        </a:hlink>
        <a:folHlink>
          <a:srgbClr val="C6B37E"/>
        </a:folHlink>
      </a:clrScheme>
      <a:clrMap bg1="dk2" tx1="lt1" bg2="dk1" tx2="lt2" accent1="accent1" accent2="accent2" accent3="accent3" accent4="accent4" accent5="accent5" accent6="accent6" hlink="hlink" folHlink="folHlink"/>
    </a:extraClrScheme>
    <a:extraClrScheme>
      <a:clrScheme name="Beam_2 9">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5CC98"/>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默认设计模板_8">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8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8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8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8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8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8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8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8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8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8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8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8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Beam_3">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Beam_3 1">
        <a:dk1>
          <a:srgbClr val="1A006C"/>
        </a:dk1>
        <a:lt1>
          <a:srgbClr val="FFFFFF"/>
        </a:lt1>
        <a:dk2>
          <a:srgbClr val="000066"/>
        </a:dk2>
        <a:lt2>
          <a:srgbClr val="CCCCFF"/>
        </a:lt2>
        <a:accent1>
          <a:srgbClr val="0099CC"/>
        </a:accent1>
        <a:accent2>
          <a:srgbClr val="6600CC"/>
        </a:accent2>
        <a:accent3>
          <a:srgbClr val="AAAAB8"/>
        </a:accent3>
        <a:accent4>
          <a:srgbClr val="DADADA"/>
        </a:accent4>
        <a:accent5>
          <a:srgbClr val="AACAE2"/>
        </a:accent5>
        <a:accent6>
          <a:srgbClr val="5C00B9"/>
        </a:accent6>
        <a:hlink>
          <a:srgbClr val="9999FF"/>
        </a:hlink>
        <a:folHlink>
          <a:srgbClr val="33CCCC"/>
        </a:folHlink>
      </a:clrScheme>
      <a:clrMap bg1="dk2" tx1="lt1" bg2="dk1" tx2="lt2" accent1="accent1" accent2="accent2" accent3="accent3" accent4="accent4" accent5="accent5" accent6="accent6" hlink="hlink" folHlink="folHlink"/>
    </a:extraClrScheme>
    <a:extraClrScheme>
      <a:clrScheme name="Beam_3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clrMap bg1="dk2" tx1="lt1" bg2="dk1" tx2="lt2" accent1="accent1" accent2="accent2" accent3="accent3" accent4="accent4" accent5="accent5" accent6="accent6" hlink="hlink" folHlink="folHlink"/>
    </a:extraClrScheme>
    <a:extraClrScheme>
      <a:clrScheme name="Beam_3 3">
        <a:dk1>
          <a:srgbClr val="3F4873"/>
        </a:dk1>
        <a:lt1>
          <a:srgbClr val="FFFFFF"/>
        </a:lt1>
        <a:dk2>
          <a:srgbClr val="4F598D"/>
        </a:dk2>
        <a:lt2>
          <a:srgbClr val="CCECFF"/>
        </a:lt2>
        <a:accent1>
          <a:srgbClr val="0099CC"/>
        </a:accent1>
        <a:accent2>
          <a:srgbClr val="4C8470"/>
        </a:accent2>
        <a:accent3>
          <a:srgbClr val="B2B5C5"/>
        </a:accent3>
        <a:accent4>
          <a:srgbClr val="DADADA"/>
        </a:accent4>
        <a:accent5>
          <a:srgbClr val="AACAE2"/>
        </a:accent5>
        <a:accent6>
          <a:srgbClr val="447765"/>
        </a:accent6>
        <a:hlink>
          <a:srgbClr val="99CC00"/>
        </a:hlink>
        <a:folHlink>
          <a:srgbClr val="96A4C8"/>
        </a:folHlink>
      </a:clrScheme>
      <a:clrMap bg1="dk2" tx1="lt1" bg2="dk1" tx2="lt2" accent1="accent1" accent2="accent2" accent3="accent3" accent4="accent4" accent5="accent5" accent6="accent6" hlink="hlink" folHlink="folHlink"/>
    </a:extraClrScheme>
    <a:extraClrScheme>
      <a:clrScheme name="Beam_3 4">
        <a:dk1>
          <a:srgbClr val="006E6B"/>
        </a:dk1>
        <a:lt1>
          <a:srgbClr val="FFFFFF"/>
        </a:lt1>
        <a:dk2>
          <a:srgbClr val="008080"/>
        </a:dk2>
        <a:lt2>
          <a:srgbClr val="E2EFCD"/>
        </a:lt2>
        <a:accent1>
          <a:srgbClr val="33CCCC"/>
        </a:accent1>
        <a:accent2>
          <a:srgbClr val="6352B8"/>
        </a:accent2>
        <a:accent3>
          <a:srgbClr val="AAC0C0"/>
        </a:accent3>
        <a:accent4>
          <a:srgbClr val="DADADA"/>
        </a:accent4>
        <a:accent5>
          <a:srgbClr val="ADE2E2"/>
        </a:accent5>
        <a:accent6>
          <a:srgbClr val="5949A6"/>
        </a:accent6>
        <a:hlink>
          <a:srgbClr val="CCFFFF"/>
        </a:hlink>
        <a:folHlink>
          <a:srgbClr val="99CCFF"/>
        </a:folHlink>
      </a:clrScheme>
      <a:clrMap bg1="dk2" tx1="lt1" bg2="dk1" tx2="lt2" accent1="accent1" accent2="accent2" accent3="accent3" accent4="accent4" accent5="accent5" accent6="accent6" hlink="hlink" folHlink="folHlink"/>
    </a:extraClrScheme>
    <a:extraClrScheme>
      <a:clrScheme name="Beam_3 5">
        <a:dk1>
          <a:srgbClr val="48562C"/>
        </a:dk1>
        <a:lt1>
          <a:srgbClr val="FFFFFF"/>
        </a:lt1>
        <a:dk2>
          <a:srgbClr val="546434"/>
        </a:dk2>
        <a:lt2>
          <a:srgbClr val="FFFFCC"/>
        </a:lt2>
        <a:accent1>
          <a:srgbClr val="7B8A6E"/>
        </a:accent1>
        <a:accent2>
          <a:srgbClr val="527C3A"/>
        </a:accent2>
        <a:accent3>
          <a:srgbClr val="B3B8AE"/>
        </a:accent3>
        <a:accent4>
          <a:srgbClr val="DADADA"/>
        </a:accent4>
        <a:accent5>
          <a:srgbClr val="BFC4BA"/>
        </a:accent5>
        <a:accent6>
          <a:srgbClr val="497034"/>
        </a:accent6>
        <a:hlink>
          <a:srgbClr val="55B55E"/>
        </a:hlink>
        <a:folHlink>
          <a:srgbClr val="85B3B1"/>
        </a:folHlink>
      </a:clrScheme>
      <a:clrMap bg1="dk2" tx1="lt1" bg2="dk1" tx2="lt2" accent1="accent1" accent2="accent2" accent3="accent3" accent4="accent4" accent5="accent5" accent6="accent6" hlink="hlink" folHlink="folHlink"/>
    </a:extraClrScheme>
    <a:extraClrScheme>
      <a:clrScheme name="Beam_3 6">
        <a:dk1>
          <a:srgbClr val="96B29E"/>
        </a:dk1>
        <a:lt1>
          <a:srgbClr val="FFFFFF"/>
        </a:lt1>
        <a:dk2>
          <a:srgbClr val="A5BDAC"/>
        </a:dk2>
        <a:lt2>
          <a:srgbClr val="FFFFCC"/>
        </a:lt2>
        <a:accent1>
          <a:srgbClr val="4E8880"/>
        </a:accent1>
        <a:accent2>
          <a:srgbClr val="2F71B9"/>
        </a:accent2>
        <a:accent3>
          <a:srgbClr val="CFDBD2"/>
        </a:accent3>
        <a:accent4>
          <a:srgbClr val="DADADA"/>
        </a:accent4>
        <a:accent5>
          <a:srgbClr val="B2C3C0"/>
        </a:accent5>
        <a:accent6>
          <a:srgbClr val="2A66A7"/>
        </a:accent6>
        <a:hlink>
          <a:srgbClr val="9DC0E7"/>
        </a:hlink>
        <a:folHlink>
          <a:srgbClr val="54CA89"/>
        </a:folHlink>
      </a:clrScheme>
      <a:clrMap bg1="dk2" tx1="lt1" bg2="dk1" tx2="lt2" accent1="accent1" accent2="accent2" accent3="accent3" accent4="accent4" accent5="accent5" accent6="accent6" hlink="hlink" folHlink="folHlink"/>
    </a:extraClrScheme>
    <a:extraClrScheme>
      <a:clrScheme name="Beam_3 7">
        <a:dk1>
          <a:srgbClr val="D49C00"/>
        </a:dk1>
        <a:lt1>
          <a:srgbClr val="FFFFFF"/>
        </a:lt1>
        <a:dk2>
          <a:srgbClr val="CC9900"/>
        </a:dk2>
        <a:lt2>
          <a:srgbClr val="CEBD40"/>
        </a:lt2>
        <a:accent1>
          <a:srgbClr val="CC6600"/>
        </a:accent1>
        <a:accent2>
          <a:srgbClr val="808000"/>
        </a:accent2>
        <a:accent3>
          <a:srgbClr val="E2CAAA"/>
        </a:accent3>
        <a:accent4>
          <a:srgbClr val="DADADA"/>
        </a:accent4>
        <a:accent5>
          <a:srgbClr val="E2B8AA"/>
        </a:accent5>
        <a:accent6>
          <a:srgbClr val="737300"/>
        </a:accent6>
        <a:hlink>
          <a:srgbClr val="FF9900"/>
        </a:hlink>
        <a:folHlink>
          <a:srgbClr val="FFFF99"/>
        </a:folHlink>
      </a:clrScheme>
      <a:clrMap bg1="dk2" tx1="lt1" bg2="dk1" tx2="lt2" accent1="accent1" accent2="accent2" accent3="accent3" accent4="accent4" accent5="accent5" accent6="accent6" hlink="hlink" folHlink="folHlink"/>
    </a:extraClrScheme>
    <a:extraClrScheme>
      <a:clrScheme name="Beam_3 8">
        <a:dk1>
          <a:srgbClr val="881700"/>
        </a:dk1>
        <a:lt1>
          <a:srgbClr val="FAF9E6"/>
        </a:lt1>
        <a:dk2>
          <a:srgbClr val="990000"/>
        </a:dk2>
        <a:lt2>
          <a:srgbClr val="EADC78"/>
        </a:lt2>
        <a:accent1>
          <a:srgbClr val="FF6600"/>
        </a:accent1>
        <a:accent2>
          <a:srgbClr val="B86D52"/>
        </a:accent2>
        <a:accent3>
          <a:srgbClr val="CAAAAA"/>
        </a:accent3>
        <a:accent4>
          <a:srgbClr val="D6D5C4"/>
        </a:accent4>
        <a:accent5>
          <a:srgbClr val="FFB8AA"/>
        </a:accent5>
        <a:accent6>
          <a:srgbClr val="A66249"/>
        </a:accent6>
        <a:hlink>
          <a:srgbClr val="D78D15"/>
        </a:hlink>
        <a:folHlink>
          <a:srgbClr val="C6B37E"/>
        </a:folHlink>
      </a:clrScheme>
      <a:clrMap bg1="dk2" tx1="lt1" bg2="dk1" tx2="lt2" accent1="accent1" accent2="accent2" accent3="accent3" accent4="accent4" accent5="accent5" accent6="accent6" hlink="hlink" folHlink="folHlink"/>
    </a:extraClrScheme>
    <a:extraClrScheme>
      <a:clrScheme name="Beam_3 9">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5CC98"/>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Stream">
  <a:themeElements>
    <a:clrScheme name="">
      <a:dk1>
        <a:srgbClr val="FFFFFF"/>
      </a:dk1>
      <a:lt1>
        <a:srgbClr val="003399"/>
      </a:lt1>
      <a:dk2>
        <a:srgbClr val="E5E5FF"/>
      </a:dk2>
      <a:lt2>
        <a:srgbClr val="000514"/>
      </a:lt2>
      <a:accent1>
        <a:srgbClr val="0099CC"/>
      </a:accent1>
      <a:accent2>
        <a:srgbClr val="A886E0"/>
      </a:accent2>
      <a:accent3>
        <a:srgbClr val="AAADCA"/>
      </a:accent3>
      <a:accent4>
        <a:srgbClr val="DCDCDC"/>
      </a:accent4>
      <a:accent5>
        <a:srgbClr val="AACAE2"/>
      </a:accent5>
      <a:accent6>
        <a:srgbClr val="9678C9"/>
      </a:accent6>
      <a:hlink>
        <a:srgbClr val="FFCC00"/>
      </a:hlink>
      <a:folHlink>
        <a:srgbClr val="FFFFC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tream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Stream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Stream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Stream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Stream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Stream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Stream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Stream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27396</Words>
  <Application>WPS 演示</Application>
  <PresentationFormat>全屏显示(4:3)</PresentationFormat>
  <Paragraphs>1461</Paragraphs>
  <Slides>93</Slides>
  <Notes>1</Notes>
  <HiddenSlides>0</HiddenSlides>
  <MMClips>0</MMClips>
  <ScaleCrop>false</ScaleCrop>
  <HeadingPairs>
    <vt:vector size="8" baseType="variant">
      <vt:variant>
        <vt:lpstr>已用的字体</vt:lpstr>
      </vt:variant>
      <vt:variant>
        <vt:i4>9</vt:i4>
      </vt:variant>
      <vt:variant>
        <vt:lpstr>主题</vt:lpstr>
      </vt:variant>
      <vt:variant>
        <vt:i4>12</vt:i4>
      </vt:variant>
      <vt:variant>
        <vt:lpstr>嵌入 OLE 服务器</vt:lpstr>
      </vt:variant>
      <vt:variant>
        <vt:i4>1</vt:i4>
      </vt:variant>
      <vt:variant>
        <vt:lpstr>幻灯片标题</vt:lpstr>
      </vt:variant>
      <vt:variant>
        <vt:i4>93</vt:i4>
      </vt:variant>
    </vt:vector>
  </HeadingPairs>
  <TitlesOfParts>
    <vt:vector size="115" baseType="lpstr">
      <vt:lpstr>Arial</vt:lpstr>
      <vt:lpstr>宋体</vt:lpstr>
      <vt:lpstr>Wingdings</vt:lpstr>
      <vt:lpstr>Wingdings</vt:lpstr>
      <vt:lpstr>Times New Roman</vt:lpstr>
      <vt:lpstr>Consolas</vt:lpstr>
      <vt:lpstr>微软雅黑</vt:lpstr>
      <vt:lpstr>Arial Unicode MS</vt:lpstr>
      <vt:lpstr>Calibri</vt:lpstr>
      <vt:lpstr>默认设计模板</vt:lpstr>
      <vt:lpstr>默认设计模板_2</vt:lpstr>
      <vt:lpstr>默认设计模板_3</vt:lpstr>
      <vt:lpstr>默认设计模板_4</vt:lpstr>
      <vt:lpstr>默认设计模板_5</vt:lpstr>
      <vt:lpstr>Beam</vt:lpstr>
      <vt:lpstr>默认设计模板_6</vt:lpstr>
      <vt:lpstr>默认设计模板_7</vt:lpstr>
      <vt:lpstr>Beam_2</vt:lpstr>
      <vt:lpstr>默认设计模板_8</vt:lpstr>
      <vt:lpstr>Beam_3</vt:lpstr>
      <vt:lpstr>Stream</vt:lpstr>
      <vt:lpstr>Paint.Picture</vt:lpstr>
      <vt:lpstr>第7章 文件操作  董付国 微信公众号：Python小屋</vt:lpstr>
      <vt:lpstr>文件操作</vt:lpstr>
      <vt:lpstr>文件操作</vt:lpstr>
      <vt:lpstr>7.1  文件基本操作</vt:lpstr>
      <vt:lpstr>7.1  文件基本操作</vt:lpstr>
      <vt:lpstr>7.1  文件基本操作</vt:lpstr>
      <vt:lpstr>7.1  文件基本操作</vt:lpstr>
      <vt:lpstr>7.1  文件基本操作</vt:lpstr>
      <vt:lpstr>7.1  文件基本操作</vt:lpstr>
      <vt:lpstr>7.1  文件基本操作</vt:lpstr>
      <vt:lpstr>7.2  文本文件操作案例精选</vt:lpstr>
      <vt:lpstr>7.2  文本文件基本操作</vt:lpstr>
      <vt:lpstr>7.2  文本文件基本操作</vt:lpstr>
      <vt:lpstr>7.2  文本文件基本操作</vt:lpstr>
      <vt:lpstr>7.2  文本文件基本操作</vt:lpstr>
      <vt:lpstr>7.2  文本文件基本操作</vt:lpstr>
      <vt:lpstr>7.2  文本文件基本操作</vt:lpstr>
      <vt:lpstr>7.2  文本文件基本操作</vt:lpstr>
      <vt:lpstr>7.2  文本文件基本操作</vt:lpstr>
      <vt:lpstr>7.2  文本文件基本操作</vt:lpstr>
      <vt:lpstr>7.2  文本文件基本操作</vt:lpstr>
      <vt:lpstr>7.2  文本文件基本操作</vt:lpstr>
      <vt:lpstr>7.2  文本文件基本操作</vt:lpstr>
      <vt:lpstr>7.2  文本文件基本操作</vt:lpstr>
      <vt:lpstr>7.2  文本文件基本操作</vt:lpstr>
      <vt:lpstr>7.2  文本文件基本操作</vt:lpstr>
      <vt:lpstr>7.2  文本文件基本操作</vt:lpstr>
      <vt:lpstr>7.2  文本文件基本操作</vt:lpstr>
      <vt:lpstr>7.3  二进制文件操作案例精选</vt:lpstr>
      <vt:lpstr>7.3.1  使用pickle模块</vt:lpstr>
      <vt:lpstr>7.3.1  使用pickle模块</vt:lpstr>
      <vt:lpstr>7.3.2  使用struct模块</vt:lpstr>
      <vt:lpstr>7.3.2  使用struct模块</vt:lpstr>
      <vt:lpstr>7.3.2  使用struct模块</vt:lpstr>
      <vt:lpstr>7.3.2  使用struct模块</vt:lpstr>
      <vt:lpstr>7.3.3  补充：使用shelve序列化</vt:lpstr>
      <vt:lpstr>7.3.3  补充：使用shelve序列化</vt:lpstr>
      <vt:lpstr>7.3.4  补充：使用marshal序列化</vt:lpstr>
      <vt:lpstr>7.3.4  补充：使用marshal序列化</vt:lpstr>
      <vt:lpstr>7.4.1  os与os.path模块</vt:lpstr>
      <vt:lpstr>7.4.1  os与os.path模块</vt:lpstr>
      <vt:lpstr>7.4.1  os与os.path模块</vt:lpstr>
      <vt:lpstr>7.4.1  os与os.path模块</vt:lpstr>
      <vt:lpstr>7.4.1  os与os.path模块</vt:lpstr>
      <vt:lpstr>7.4.1  os与os.path模块</vt:lpstr>
      <vt:lpstr>7.4.2  shutil模块</vt:lpstr>
      <vt:lpstr>7.4.2  shutil模块</vt:lpstr>
      <vt:lpstr>7.5   目录操作</vt:lpstr>
      <vt:lpstr>7.5  目录操作</vt:lpstr>
      <vt:lpstr>7.5  目录操作</vt:lpstr>
      <vt:lpstr>7.5  目录操作</vt:lpstr>
      <vt:lpstr>7.5  目录操作</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lpstr>7.6  案例精选</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Dong</dc:creator>
  <cp:lastModifiedBy>WPS_1652408129</cp:lastModifiedBy>
  <cp:revision>222</cp:revision>
  <dcterms:created xsi:type="dcterms:W3CDTF">2013-01-25T01:44:00Z</dcterms:created>
  <dcterms:modified xsi:type="dcterms:W3CDTF">2023-08-23T00:34:44Z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F3F5965D4E0D4A5F85F66E3C5C874E6B_12</vt:lpwstr>
  </property>
</Properties>
</file>